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6"/>
  </p:notesMasterIdLst>
  <p:sldIdLst>
    <p:sldId id="259" r:id="rId5"/>
  </p:sldIdLst>
  <p:sldSz cx="30275213" cy="21383625"/>
  <p:notesSz cx="6858000" cy="9144000"/>
  <p:embeddedFontLst>
    <p:embeddedFont>
      <p:font typeface="Imperial Sans Display Semibold" panose="020B0604020202020204" charset="0"/>
      <p:bold r:id="rId7"/>
    </p:embeddedFont>
    <p:embeddedFont>
      <p:font typeface="Imperial Sans Text" panose="020B0604020202020204" charset="0"/>
      <p:regular r:id="rId8"/>
      <p:bold r:id="rId9"/>
    </p:embeddedFont>
    <p:embeddedFont>
      <p:font typeface="Imperial Sans Text Extrabold" panose="020B0604020202020204" charset="0"/>
      <p:bold r:id="rId10"/>
    </p:embeddedFont>
    <p:embeddedFont>
      <p:font typeface="Imperial Sans Text Semibold" panose="020B0604020202020204" charset="0"/>
      <p:regular r:id="rId11"/>
      <p:bold r:id="rId12"/>
    </p:embeddedFont>
  </p:embeddedFontLst>
  <p:defaultTextStyle>
    <a:defPPr>
      <a:defRPr lang="en-US"/>
    </a:defPPr>
    <a:lvl1pPr marL="0" algn="l" defTabSz="2479451" rtl="0" eaLnBrk="1" latinLnBrk="0" hangingPunct="1">
      <a:defRPr sz="4881" kern="1200">
        <a:solidFill>
          <a:schemeClr val="tx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51" userDrawn="1">
          <p15:clr>
            <a:srgbClr val="A4A3A4"/>
          </p15:clr>
        </p15:guide>
        <p15:guide id="2" pos="95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6D1"/>
    <a:srgbClr val="DC143C"/>
    <a:srgbClr val="008080"/>
    <a:srgbClr val="8B4513"/>
    <a:srgbClr val="006400"/>
    <a:srgbClr val="232333"/>
    <a:srgbClr val="FF4500"/>
    <a:srgbClr val="0000CD"/>
    <a:srgbClr val="5B5BDE"/>
    <a:srgbClr val="2F2F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1FC3B8-29C0-4FBA-8F40-4566615AFF67}" v="32" dt="2025-06-18T08:53:04.286"/>
    <p1510:client id="{306B4D16-D0F1-402B-85BC-8F60805E0432}" v="10" dt="2025-06-18T08:53:53.714"/>
    <p1510:client id="{3FD524C3-E8A7-452A-85AA-363FE002A36A}" v="30" dt="2025-06-18T08:55:05.857"/>
    <p1510:client id="{413E301A-4DCB-4F24-AE4B-80903F127230}" v="3" dt="2025-06-18T09:01:14.362"/>
    <p1510:client id="{4F8A2B2C-B7F5-4843-8D93-4AD530387DAE}" v="538" dt="2025-06-18T05:07:07.840"/>
    <p1510:client id="{AF51D926-E79F-43B5-9444-D53A4F8F20A3}" v="4" dt="2025-06-18T02:37:24.700"/>
    <p1510:client id="{DCE7DE0B-850D-41A0-BF48-FB60A0383D1D}" v="4" dt="2025-06-18T16:44:43.168"/>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751"/>
        <p:guide pos="9536"/>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font" Target="fonts/font6.fntdata"/><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t, Mercury" userId="a594c288-fe5c-423d-8835-d76541caaad4" providerId="ADAL" clId="{3FD524C3-E8A7-452A-85AA-363FE002A36A}"/>
    <pc:docChg chg="undo custSel modSld">
      <pc:chgData name="Pratt, Mercury" userId="a594c288-fe5c-423d-8835-d76541caaad4" providerId="ADAL" clId="{3FD524C3-E8A7-452A-85AA-363FE002A36A}" dt="2025-06-18T08:55:05.857" v="29" actId="20577"/>
      <pc:docMkLst>
        <pc:docMk/>
      </pc:docMkLst>
      <pc:sldChg chg="modSp mod">
        <pc:chgData name="Pratt, Mercury" userId="a594c288-fe5c-423d-8835-d76541caaad4" providerId="ADAL" clId="{3FD524C3-E8A7-452A-85AA-363FE002A36A}" dt="2025-06-18T08:55:05.857" v="29" actId="20577"/>
        <pc:sldMkLst>
          <pc:docMk/>
          <pc:sldMk cId="1527112824" sldId="259"/>
        </pc:sldMkLst>
        <pc:graphicFrameChg chg="modGraphic">
          <ac:chgData name="Pratt, Mercury" userId="a594c288-fe5c-423d-8835-d76541caaad4" providerId="ADAL" clId="{3FD524C3-E8A7-452A-85AA-363FE002A36A}" dt="2025-06-18T08:54:52.739" v="26" actId="20577"/>
          <ac:graphicFrameMkLst>
            <pc:docMk/>
            <pc:sldMk cId="1527112824" sldId="259"/>
            <ac:graphicFrameMk id="174" creationId="{86158633-32ED-E6DA-3C88-005A90D77F66}"/>
          </ac:graphicFrameMkLst>
        </pc:graphicFrameChg>
        <pc:graphicFrameChg chg="modGraphic">
          <ac:chgData name="Pratt, Mercury" userId="a594c288-fe5c-423d-8835-d76541caaad4" providerId="ADAL" clId="{3FD524C3-E8A7-452A-85AA-363FE002A36A}" dt="2025-06-18T08:55:05.857" v="29" actId="20577"/>
          <ac:graphicFrameMkLst>
            <pc:docMk/>
            <pc:sldMk cId="1527112824" sldId="259"/>
            <ac:graphicFrameMk id="216" creationId="{228F86BD-FE12-C601-6EA8-456F3BEBF6C5}"/>
          </ac:graphicFrameMkLst>
        </pc:graphicFrameChg>
      </pc:sldChg>
    </pc:docChg>
  </pc:docChgLst>
  <pc:docChgLst>
    <pc:chgData name="Li, Hanchen F" userId="3aee791e-6a2d-4da7-a77b-fbdf7bf15886" providerId="ADAL" clId="{4F8A2B2C-B7F5-4843-8D93-4AD530387DAE}"/>
    <pc:docChg chg="undo custSel modSld modMainMaster">
      <pc:chgData name="Li, Hanchen F" userId="3aee791e-6a2d-4da7-a77b-fbdf7bf15886" providerId="ADAL" clId="{4F8A2B2C-B7F5-4843-8D93-4AD530387DAE}" dt="2025-06-18T05:32:05.356" v="5364" actId="166"/>
      <pc:docMkLst>
        <pc:docMk/>
      </pc:docMkLst>
      <pc:sldChg chg="addSp delSp modSp mod modClrScheme chgLayout">
        <pc:chgData name="Li, Hanchen F" userId="3aee791e-6a2d-4da7-a77b-fbdf7bf15886" providerId="ADAL" clId="{4F8A2B2C-B7F5-4843-8D93-4AD530387DAE}" dt="2025-06-18T05:32:05.356" v="5364" actId="166"/>
        <pc:sldMkLst>
          <pc:docMk/>
          <pc:sldMk cId="1527112824" sldId="259"/>
        </pc:sldMkLst>
        <pc:spChg chg="mod ord">
          <ac:chgData name="Li, Hanchen F" userId="3aee791e-6a2d-4da7-a77b-fbdf7bf15886" providerId="ADAL" clId="{4F8A2B2C-B7F5-4843-8D93-4AD530387DAE}" dt="2025-06-18T02:52:57.606" v="301" actId="1076"/>
          <ac:spMkLst>
            <pc:docMk/>
            <pc:sldMk cId="1527112824" sldId="259"/>
            <ac:spMk id="3" creationId="{A1377875-EE94-01C4-E7BF-97AB1AE75EB8}"/>
          </ac:spMkLst>
        </pc:spChg>
        <pc:spChg chg="mod ord">
          <ac:chgData name="Li, Hanchen F" userId="3aee791e-6a2d-4da7-a77b-fbdf7bf15886" providerId="ADAL" clId="{4F8A2B2C-B7F5-4843-8D93-4AD530387DAE}" dt="2025-06-18T05:27:22.980" v="5362" actId="20577"/>
          <ac:spMkLst>
            <pc:docMk/>
            <pc:sldMk cId="1527112824" sldId="259"/>
            <ac:spMk id="4" creationId="{7999D7C4-287F-FC4F-BEDE-19D224AB33A5}"/>
          </ac:spMkLst>
        </pc:spChg>
        <pc:spChg chg="add mod">
          <ac:chgData name="Li, Hanchen F" userId="3aee791e-6a2d-4da7-a77b-fbdf7bf15886" providerId="ADAL" clId="{4F8A2B2C-B7F5-4843-8D93-4AD530387DAE}" dt="2025-06-18T05:07:07.840" v="5273" actId="571"/>
          <ac:spMkLst>
            <pc:docMk/>
            <pc:sldMk cId="1527112824" sldId="259"/>
            <ac:spMk id="5" creationId="{64CB0900-5362-BC2A-2B8A-5D15990095B3}"/>
          </ac:spMkLst>
        </pc:spChg>
        <pc:spChg chg="del mod ord">
          <ac:chgData name="Li, Hanchen F" userId="3aee791e-6a2d-4da7-a77b-fbdf7bf15886" providerId="ADAL" clId="{4F8A2B2C-B7F5-4843-8D93-4AD530387DAE}" dt="2025-06-18T02:45:15.699" v="104" actId="478"/>
          <ac:spMkLst>
            <pc:docMk/>
            <pc:sldMk cId="1527112824" sldId="259"/>
            <ac:spMk id="5" creationId="{7F657439-6020-811C-F9BE-106A89BACE4E}"/>
          </ac:spMkLst>
        </pc:spChg>
        <pc:spChg chg="add del">
          <ac:chgData name="Li, Hanchen F" userId="3aee791e-6a2d-4da7-a77b-fbdf7bf15886" providerId="ADAL" clId="{4F8A2B2C-B7F5-4843-8D93-4AD530387DAE}" dt="2025-06-18T02:57:19.933" v="973" actId="478"/>
          <ac:spMkLst>
            <pc:docMk/>
            <pc:sldMk cId="1527112824" sldId="259"/>
            <ac:spMk id="6" creationId="{5F2FA190-814D-BFC9-0C57-B37F7FCBB6D3}"/>
          </ac:spMkLst>
        </pc:spChg>
        <pc:spChg chg="add mod">
          <ac:chgData name="Li, Hanchen F" userId="3aee791e-6a2d-4da7-a77b-fbdf7bf15886" providerId="ADAL" clId="{4F8A2B2C-B7F5-4843-8D93-4AD530387DAE}" dt="2025-06-18T05:07:07.840" v="5273" actId="571"/>
          <ac:spMkLst>
            <pc:docMk/>
            <pc:sldMk cId="1527112824" sldId="259"/>
            <ac:spMk id="6" creationId="{B1F2918D-6D4E-E665-F476-77C7959FB8B3}"/>
          </ac:spMkLst>
        </pc:spChg>
        <pc:spChg chg="add mod">
          <ac:chgData name="Li, Hanchen F" userId="3aee791e-6a2d-4da7-a77b-fbdf7bf15886" providerId="ADAL" clId="{4F8A2B2C-B7F5-4843-8D93-4AD530387DAE}" dt="2025-06-18T05:07:07.840" v="5273" actId="571"/>
          <ac:spMkLst>
            <pc:docMk/>
            <pc:sldMk cId="1527112824" sldId="259"/>
            <ac:spMk id="7" creationId="{6A9EEEAE-F493-77D0-34C9-D8FCCC6FC7B3}"/>
          </ac:spMkLst>
        </pc:spChg>
        <pc:spChg chg="del">
          <ac:chgData name="Li, Hanchen F" userId="3aee791e-6a2d-4da7-a77b-fbdf7bf15886" providerId="ADAL" clId="{4F8A2B2C-B7F5-4843-8D93-4AD530387DAE}" dt="2025-06-18T02:57:19.933" v="973" actId="478"/>
          <ac:spMkLst>
            <pc:docMk/>
            <pc:sldMk cId="1527112824" sldId="259"/>
            <ac:spMk id="10" creationId="{6FE91D50-7B7C-4290-92EC-D1C56CFD9E7F}"/>
          </ac:spMkLst>
        </pc:spChg>
        <pc:spChg chg="del">
          <ac:chgData name="Li, Hanchen F" userId="3aee791e-6a2d-4da7-a77b-fbdf7bf15886" providerId="ADAL" clId="{4F8A2B2C-B7F5-4843-8D93-4AD530387DAE}" dt="2025-06-18T03:56:14.935" v="3122" actId="478"/>
          <ac:spMkLst>
            <pc:docMk/>
            <pc:sldMk cId="1527112824" sldId="259"/>
            <ac:spMk id="12" creationId="{454FAB13-B097-1C3C-0DDF-47015BFDC1CB}"/>
          </ac:spMkLst>
        </pc:spChg>
        <pc:spChg chg="del">
          <ac:chgData name="Li, Hanchen F" userId="3aee791e-6a2d-4da7-a77b-fbdf7bf15886" providerId="ADAL" clId="{4F8A2B2C-B7F5-4843-8D93-4AD530387DAE}" dt="2025-06-18T02:56:54.547" v="965" actId="478"/>
          <ac:spMkLst>
            <pc:docMk/>
            <pc:sldMk cId="1527112824" sldId="259"/>
            <ac:spMk id="14" creationId="{8576A643-6C3C-4BE7-4757-2D4983EEEFF2}"/>
          </ac:spMkLst>
        </pc:spChg>
        <pc:spChg chg="add del mod ord">
          <ac:chgData name="Li, Hanchen F" userId="3aee791e-6a2d-4da7-a77b-fbdf7bf15886" providerId="ADAL" clId="{4F8A2B2C-B7F5-4843-8D93-4AD530387DAE}" dt="2025-06-18T02:40:06.614" v="3" actId="700"/>
          <ac:spMkLst>
            <pc:docMk/>
            <pc:sldMk cId="1527112824" sldId="259"/>
            <ac:spMk id="18" creationId="{67B9B96B-2876-D784-4EB8-BE0A6F1058EA}"/>
          </ac:spMkLst>
        </pc:spChg>
        <pc:spChg chg="mod ord">
          <ac:chgData name="Li, Hanchen F" userId="3aee791e-6a2d-4da7-a77b-fbdf7bf15886" providerId="ADAL" clId="{4F8A2B2C-B7F5-4843-8D93-4AD530387DAE}" dt="2025-06-18T03:03:54.468" v="1172" actId="166"/>
          <ac:spMkLst>
            <pc:docMk/>
            <pc:sldMk cId="1527112824" sldId="259"/>
            <ac:spMk id="20" creationId="{E855FD19-4E19-9D9F-49A9-53CC9A2A29C4}"/>
          </ac:spMkLst>
        </pc:spChg>
        <pc:spChg chg="del">
          <ac:chgData name="Li, Hanchen F" userId="3aee791e-6a2d-4da7-a77b-fbdf7bf15886" providerId="ADAL" clId="{4F8A2B2C-B7F5-4843-8D93-4AD530387DAE}" dt="2025-06-18T02:56:29.350" v="944" actId="478"/>
          <ac:spMkLst>
            <pc:docMk/>
            <pc:sldMk cId="1527112824" sldId="259"/>
            <ac:spMk id="21" creationId="{CE0A5180-C995-AF15-47EA-B3E53CAAF6DE}"/>
          </ac:spMkLst>
        </pc:spChg>
        <pc:spChg chg="del">
          <ac:chgData name="Li, Hanchen F" userId="3aee791e-6a2d-4da7-a77b-fbdf7bf15886" providerId="ADAL" clId="{4F8A2B2C-B7F5-4843-8D93-4AD530387DAE}" dt="2025-06-18T02:56:46.983" v="962" actId="478"/>
          <ac:spMkLst>
            <pc:docMk/>
            <pc:sldMk cId="1527112824" sldId="259"/>
            <ac:spMk id="22" creationId="{25592A3A-941D-7E8A-02D7-8D098C87FF35}"/>
          </ac:spMkLst>
        </pc:spChg>
        <pc:spChg chg="mod ord">
          <ac:chgData name="Li, Hanchen F" userId="3aee791e-6a2d-4da7-a77b-fbdf7bf15886" providerId="ADAL" clId="{4F8A2B2C-B7F5-4843-8D93-4AD530387DAE}" dt="2025-06-18T03:20:44.303" v="1923" actId="14100"/>
          <ac:spMkLst>
            <pc:docMk/>
            <pc:sldMk cId="1527112824" sldId="259"/>
            <ac:spMk id="23" creationId="{8B9E0D2C-D7B8-C7B8-FB34-FB888AEA5816}"/>
          </ac:spMkLst>
        </pc:spChg>
        <pc:spChg chg="add del">
          <ac:chgData name="Li, Hanchen F" userId="3aee791e-6a2d-4da7-a77b-fbdf7bf15886" providerId="ADAL" clId="{4F8A2B2C-B7F5-4843-8D93-4AD530387DAE}" dt="2025-06-18T02:57:19.933" v="973" actId="478"/>
          <ac:spMkLst>
            <pc:docMk/>
            <pc:sldMk cId="1527112824" sldId="259"/>
            <ac:spMk id="35" creationId="{7DDF7033-3244-68AD-BE72-4CBBF07D00EF}"/>
          </ac:spMkLst>
        </pc:spChg>
        <pc:spChg chg="del">
          <ac:chgData name="Li, Hanchen F" userId="3aee791e-6a2d-4da7-a77b-fbdf7bf15886" providerId="ADAL" clId="{4F8A2B2C-B7F5-4843-8D93-4AD530387DAE}" dt="2025-06-18T02:57:23.871" v="977" actId="478"/>
          <ac:spMkLst>
            <pc:docMk/>
            <pc:sldMk cId="1527112824" sldId="259"/>
            <ac:spMk id="37" creationId="{2225F313-D158-DAA1-4715-43CA573FE8E9}"/>
          </ac:spMkLst>
        </pc:spChg>
        <pc:spChg chg="add del">
          <ac:chgData name="Li, Hanchen F" userId="3aee791e-6a2d-4da7-a77b-fbdf7bf15886" providerId="ADAL" clId="{4F8A2B2C-B7F5-4843-8D93-4AD530387DAE}" dt="2025-06-18T02:57:25.261" v="978" actId="478"/>
          <ac:spMkLst>
            <pc:docMk/>
            <pc:sldMk cId="1527112824" sldId="259"/>
            <ac:spMk id="38" creationId="{576E2B10-7ABA-EE23-9792-839726C3D176}"/>
          </ac:spMkLst>
        </pc:spChg>
        <pc:spChg chg="del">
          <ac:chgData name="Li, Hanchen F" userId="3aee791e-6a2d-4da7-a77b-fbdf7bf15886" providerId="ADAL" clId="{4F8A2B2C-B7F5-4843-8D93-4AD530387DAE}" dt="2025-06-18T03:44:10.778" v="2853" actId="478"/>
          <ac:spMkLst>
            <pc:docMk/>
            <pc:sldMk cId="1527112824" sldId="259"/>
            <ac:spMk id="39" creationId="{1788293D-522E-DD9B-0E01-6E54DAF8D17F}"/>
          </ac:spMkLst>
        </pc:spChg>
        <pc:spChg chg="del">
          <ac:chgData name="Li, Hanchen F" userId="3aee791e-6a2d-4da7-a77b-fbdf7bf15886" providerId="ADAL" clId="{4F8A2B2C-B7F5-4843-8D93-4AD530387DAE}" dt="2025-06-18T02:57:19.933" v="973" actId="478"/>
          <ac:spMkLst>
            <pc:docMk/>
            <pc:sldMk cId="1527112824" sldId="259"/>
            <ac:spMk id="41" creationId="{888EF734-1E8B-DDA5-05C0-95B45FD5F633}"/>
          </ac:spMkLst>
        </pc:spChg>
        <pc:spChg chg="del">
          <ac:chgData name="Li, Hanchen F" userId="3aee791e-6a2d-4da7-a77b-fbdf7bf15886" providerId="ADAL" clId="{4F8A2B2C-B7F5-4843-8D93-4AD530387DAE}" dt="2025-06-18T02:57:19.933" v="973" actId="478"/>
          <ac:spMkLst>
            <pc:docMk/>
            <pc:sldMk cId="1527112824" sldId="259"/>
            <ac:spMk id="42" creationId="{F7ECF298-98E2-6A27-3E1F-DF707E8A7A26}"/>
          </ac:spMkLst>
        </pc:spChg>
        <pc:spChg chg="del">
          <ac:chgData name="Li, Hanchen F" userId="3aee791e-6a2d-4da7-a77b-fbdf7bf15886" providerId="ADAL" clId="{4F8A2B2C-B7F5-4843-8D93-4AD530387DAE}" dt="2025-06-18T02:57:19.933" v="973" actId="478"/>
          <ac:spMkLst>
            <pc:docMk/>
            <pc:sldMk cId="1527112824" sldId="259"/>
            <ac:spMk id="44" creationId="{61097D96-BF85-0D02-D137-EEAD63139E3B}"/>
          </ac:spMkLst>
        </pc:spChg>
        <pc:spChg chg="del mod">
          <ac:chgData name="Li, Hanchen F" userId="3aee791e-6a2d-4da7-a77b-fbdf7bf15886" providerId="ADAL" clId="{4F8A2B2C-B7F5-4843-8D93-4AD530387DAE}" dt="2025-06-18T03:56:10.841" v="3119" actId="478"/>
          <ac:spMkLst>
            <pc:docMk/>
            <pc:sldMk cId="1527112824" sldId="259"/>
            <ac:spMk id="45" creationId="{1642806E-EA90-D343-ADBB-854C803B325D}"/>
          </ac:spMkLst>
        </pc:spChg>
        <pc:spChg chg="del">
          <ac:chgData name="Li, Hanchen F" userId="3aee791e-6a2d-4da7-a77b-fbdf7bf15886" providerId="ADAL" clId="{4F8A2B2C-B7F5-4843-8D93-4AD530387DAE}" dt="2025-06-18T03:44:09.078" v="2852" actId="478"/>
          <ac:spMkLst>
            <pc:docMk/>
            <pc:sldMk cId="1527112824" sldId="259"/>
            <ac:spMk id="47" creationId="{66A2E119-E405-4472-0997-88161842FEAD}"/>
          </ac:spMkLst>
        </pc:spChg>
        <pc:spChg chg="add del mod ord">
          <ac:chgData name="Li, Hanchen F" userId="3aee791e-6a2d-4da7-a77b-fbdf7bf15886" providerId="ADAL" clId="{4F8A2B2C-B7F5-4843-8D93-4AD530387DAE}" dt="2025-06-18T02:40:06.614" v="3" actId="700"/>
          <ac:spMkLst>
            <pc:docMk/>
            <pc:sldMk cId="1527112824" sldId="259"/>
            <ac:spMk id="48" creationId="{AD894EFC-8231-57DE-1434-4C0AB5F57273}"/>
          </ac:spMkLst>
        </pc:spChg>
        <pc:spChg chg="del mod">
          <ac:chgData name="Li, Hanchen F" userId="3aee791e-6a2d-4da7-a77b-fbdf7bf15886" providerId="ADAL" clId="{4F8A2B2C-B7F5-4843-8D93-4AD530387DAE}" dt="2025-06-18T02:54:11.771" v="335" actId="478"/>
          <ac:spMkLst>
            <pc:docMk/>
            <pc:sldMk cId="1527112824" sldId="259"/>
            <ac:spMk id="50" creationId="{255D2F0E-2782-3AE9-254B-9F4849FDE33D}"/>
          </ac:spMkLst>
        </pc:spChg>
        <pc:spChg chg="del">
          <ac:chgData name="Li, Hanchen F" userId="3aee791e-6a2d-4da7-a77b-fbdf7bf15886" providerId="ADAL" clId="{4F8A2B2C-B7F5-4843-8D93-4AD530387DAE}" dt="2025-06-18T02:54:12.489" v="336" actId="478"/>
          <ac:spMkLst>
            <pc:docMk/>
            <pc:sldMk cId="1527112824" sldId="259"/>
            <ac:spMk id="51" creationId="{4B1778A0-E206-1E64-500B-F5C9EFDBA305}"/>
          </ac:spMkLst>
        </pc:spChg>
        <pc:spChg chg="del mod">
          <ac:chgData name="Li, Hanchen F" userId="3aee791e-6a2d-4da7-a77b-fbdf7bf15886" providerId="ADAL" clId="{4F8A2B2C-B7F5-4843-8D93-4AD530387DAE}" dt="2025-06-18T03:56:08.625" v="3117" actId="478"/>
          <ac:spMkLst>
            <pc:docMk/>
            <pc:sldMk cId="1527112824" sldId="259"/>
            <ac:spMk id="52" creationId="{27D63E99-5948-7352-5018-C8037F3D5CE1}"/>
          </ac:spMkLst>
        </pc:spChg>
        <pc:spChg chg="del">
          <ac:chgData name="Li, Hanchen F" userId="3aee791e-6a2d-4da7-a77b-fbdf7bf15886" providerId="ADAL" clId="{4F8A2B2C-B7F5-4843-8D93-4AD530387DAE}" dt="2025-06-18T03:56:11.986" v="3120" actId="478"/>
          <ac:spMkLst>
            <pc:docMk/>
            <pc:sldMk cId="1527112824" sldId="259"/>
            <ac:spMk id="53" creationId="{8C83EEB5-0C35-57DA-79E1-CC92E180A744}"/>
          </ac:spMkLst>
        </pc:spChg>
        <pc:spChg chg="del">
          <ac:chgData name="Li, Hanchen F" userId="3aee791e-6a2d-4da7-a77b-fbdf7bf15886" providerId="ADAL" clId="{4F8A2B2C-B7F5-4843-8D93-4AD530387DAE}" dt="2025-06-18T02:56:44.533" v="960" actId="478"/>
          <ac:spMkLst>
            <pc:docMk/>
            <pc:sldMk cId="1527112824" sldId="259"/>
            <ac:spMk id="54" creationId="{40A7C50A-6B89-DD32-5041-6C5908B5D876}"/>
          </ac:spMkLst>
        </pc:spChg>
        <pc:spChg chg="add del mod ord">
          <ac:chgData name="Li, Hanchen F" userId="3aee791e-6a2d-4da7-a77b-fbdf7bf15886" providerId="ADAL" clId="{4F8A2B2C-B7F5-4843-8D93-4AD530387DAE}" dt="2025-06-18T02:40:06.614" v="3" actId="700"/>
          <ac:spMkLst>
            <pc:docMk/>
            <pc:sldMk cId="1527112824" sldId="259"/>
            <ac:spMk id="55" creationId="{FD613624-7EEC-8FF9-49D4-DA20F28BD64B}"/>
          </ac:spMkLst>
        </pc:spChg>
        <pc:spChg chg="del">
          <ac:chgData name="Li, Hanchen F" userId="3aee791e-6a2d-4da7-a77b-fbdf7bf15886" providerId="ADAL" clId="{4F8A2B2C-B7F5-4843-8D93-4AD530387DAE}" dt="2025-06-18T02:56:40.298" v="955" actId="478"/>
          <ac:spMkLst>
            <pc:docMk/>
            <pc:sldMk cId="1527112824" sldId="259"/>
            <ac:spMk id="59" creationId="{26A166C1-3EDB-8935-2FEE-8EF057402F69}"/>
          </ac:spMkLst>
        </pc:spChg>
        <pc:spChg chg="add del mod ord">
          <ac:chgData name="Li, Hanchen F" userId="3aee791e-6a2d-4da7-a77b-fbdf7bf15886" providerId="ADAL" clId="{4F8A2B2C-B7F5-4843-8D93-4AD530387DAE}" dt="2025-06-18T02:40:06.614" v="3" actId="700"/>
          <ac:spMkLst>
            <pc:docMk/>
            <pc:sldMk cId="1527112824" sldId="259"/>
            <ac:spMk id="60" creationId="{143AE31D-EB69-63D9-F885-90DCB04A6654}"/>
          </ac:spMkLst>
        </pc:spChg>
        <pc:spChg chg="del">
          <ac:chgData name="Li, Hanchen F" userId="3aee791e-6a2d-4da7-a77b-fbdf7bf15886" providerId="ADAL" clId="{4F8A2B2C-B7F5-4843-8D93-4AD530387DAE}" dt="2025-06-18T02:56:39.301" v="954" actId="478"/>
          <ac:spMkLst>
            <pc:docMk/>
            <pc:sldMk cId="1527112824" sldId="259"/>
            <ac:spMk id="62" creationId="{A7856CA2-DF1F-ADBC-3015-B1998EF9244C}"/>
          </ac:spMkLst>
        </pc:spChg>
        <pc:spChg chg="mod">
          <ac:chgData name="Li, Hanchen F" userId="3aee791e-6a2d-4da7-a77b-fbdf7bf15886" providerId="ADAL" clId="{4F8A2B2C-B7F5-4843-8D93-4AD530387DAE}" dt="2025-06-18T03:20:01.871" v="1886" actId="14100"/>
          <ac:spMkLst>
            <pc:docMk/>
            <pc:sldMk cId="1527112824" sldId="259"/>
            <ac:spMk id="63" creationId="{5B2443E5-CB72-4BB8-584B-FED206AD57EA}"/>
          </ac:spMkLst>
        </pc:spChg>
        <pc:spChg chg="mod">
          <ac:chgData name="Li, Hanchen F" userId="3aee791e-6a2d-4da7-a77b-fbdf7bf15886" providerId="ADAL" clId="{4F8A2B2C-B7F5-4843-8D93-4AD530387DAE}" dt="2025-06-18T03:19:59.130" v="1885" actId="1076"/>
          <ac:spMkLst>
            <pc:docMk/>
            <pc:sldMk cId="1527112824" sldId="259"/>
            <ac:spMk id="65" creationId="{0B21CC69-567D-5B68-2ECF-9392DAF4C6AF}"/>
          </ac:spMkLst>
        </pc:spChg>
        <pc:spChg chg="del mod">
          <ac:chgData name="Li, Hanchen F" userId="3aee791e-6a2d-4da7-a77b-fbdf7bf15886" providerId="ADAL" clId="{4F8A2B2C-B7F5-4843-8D93-4AD530387DAE}" dt="2025-06-18T02:56:45.950" v="961" actId="478"/>
          <ac:spMkLst>
            <pc:docMk/>
            <pc:sldMk cId="1527112824" sldId="259"/>
            <ac:spMk id="66" creationId="{0B2E2773-4A72-E071-CA14-633D23FEF89A}"/>
          </ac:spMkLst>
        </pc:spChg>
        <pc:spChg chg="mod">
          <ac:chgData name="Li, Hanchen F" userId="3aee791e-6a2d-4da7-a77b-fbdf7bf15886" providerId="ADAL" clId="{4F8A2B2C-B7F5-4843-8D93-4AD530387DAE}" dt="2025-06-18T04:39:44.182" v="5199" actId="207"/>
          <ac:spMkLst>
            <pc:docMk/>
            <pc:sldMk cId="1527112824" sldId="259"/>
            <ac:spMk id="67" creationId="{F5E2B19B-1FFF-85DC-2B51-15573F62E258}"/>
          </ac:spMkLst>
        </pc:spChg>
        <pc:spChg chg="del">
          <ac:chgData name="Li, Hanchen F" userId="3aee791e-6a2d-4da7-a77b-fbdf7bf15886" providerId="ADAL" clId="{4F8A2B2C-B7F5-4843-8D93-4AD530387DAE}" dt="2025-06-18T02:56:47.275" v="963" actId="478"/>
          <ac:spMkLst>
            <pc:docMk/>
            <pc:sldMk cId="1527112824" sldId="259"/>
            <ac:spMk id="69" creationId="{F1F2C1AC-3775-D3A3-4DE6-96A1DF15BCAE}"/>
          </ac:spMkLst>
        </pc:spChg>
        <pc:spChg chg="mod">
          <ac:chgData name="Li, Hanchen F" userId="3aee791e-6a2d-4da7-a77b-fbdf7bf15886" providerId="ADAL" clId="{4F8A2B2C-B7F5-4843-8D93-4AD530387DAE}" dt="2025-06-18T04:22:42.020" v="3816" actId="1076"/>
          <ac:spMkLst>
            <pc:docMk/>
            <pc:sldMk cId="1527112824" sldId="259"/>
            <ac:spMk id="70" creationId="{398F4968-0F1E-AD83-9904-65CA44A4BDA5}"/>
          </ac:spMkLst>
        </pc:spChg>
        <pc:spChg chg="add del mod ord">
          <ac:chgData name="Li, Hanchen F" userId="3aee791e-6a2d-4da7-a77b-fbdf7bf15886" providerId="ADAL" clId="{4F8A2B2C-B7F5-4843-8D93-4AD530387DAE}" dt="2025-06-18T02:40:06.614" v="3" actId="700"/>
          <ac:spMkLst>
            <pc:docMk/>
            <pc:sldMk cId="1527112824" sldId="259"/>
            <ac:spMk id="71" creationId="{F52A3556-54F4-782E-B528-2729A0355F0E}"/>
          </ac:spMkLst>
        </pc:spChg>
        <pc:spChg chg="add del mod ord">
          <ac:chgData name="Li, Hanchen F" userId="3aee791e-6a2d-4da7-a77b-fbdf7bf15886" providerId="ADAL" clId="{4F8A2B2C-B7F5-4843-8D93-4AD530387DAE}" dt="2025-06-18T02:40:06.614" v="3" actId="700"/>
          <ac:spMkLst>
            <pc:docMk/>
            <pc:sldMk cId="1527112824" sldId="259"/>
            <ac:spMk id="72" creationId="{4EE56BEC-3A98-1474-B568-DD47B059C229}"/>
          </ac:spMkLst>
        </pc:spChg>
        <pc:spChg chg="del">
          <ac:chgData name="Li, Hanchen F" userId="3aee791e-6a2d-4da7-a77b-fbdf7bf15886" providerId="ADAL" clId="{4F8A2B2C-B7F5-4843-8D93-4AD530387DAE}" dt="2025-06-18T03:19:29.680" v="1880" actId="478"/>
          <ac:spMkLst>
            <pc:docMk/>
            <pc:sldMk cId="1527112824" sldId="259"/>
            <ac:spMk id="74" creationId="{1E485E69-B411-0CE5-DDCA-D51D62CBD1CD}"/>
          </ac:spMkLst>
        </pc:spChg>
        <pc:spChg chg="del">
          <ac:chgData name="Li, Hanchen F" userId="3aee791e-6a2d-4da7-a77b-fbdf7bf15886" providerId="ADAL" clId="{4F8A2B2C-B7F5-4843-8D93-4AD530387DAE}" dt="2025-06-18T02:56:36.374" v="952" actId="478"/>
          <ac:spMkLst>
            <pc:docMk/>
            <pc:sldMk cId="1527112824" sldId="259"/>
            <ac:spMk id="75" creationId="{B5FD441D-574C-8224-DBDD-319B73BA670E}"/>
          </ac:spMkLst>
        </pc:spChg>
        <pc:spChg chg="del">
          <ac:chgData name="Li, Hanchen F" userId="3aee791e-6a2d-4da7-a77b-fbdf7bf15886" providerId="ADAL" clId="{4F8A2B2C-B7F5-4843-8D93-4AD530387DAE}" dt="2025-06-18T02:56:43.131" v="958" actId="478"/>
          <ac:spMkLst>
            <pc:docMk/>
            <pc:sldMk cId="1527112824" sldId="259"/>
            <ac:spMk id="77" creationId="{E48BAEC8-BA12-CF42-7852-972BBC0950B7}"/>
          </ac:spMkLst>
        </pc:spChg>
        <pc:spChg chg="del">
          <ac:chgData name="Li, Hanchen F" userId="3aee791e-6a2d-4da7-a77b-fbdf7bf15886" providerId="ADAL" clId="{4F8A2B2C-B7F5-4843-8D93-4AD530387DAE}" dt="2025-06-18T02:56:32.561" v="948" actId="478"/>
          <ac:spMkLst>
            <pc:docMk/>
            <pc:sldMk cId="1527112824" sldId="259"/>
            <ac:spMk id="78" creationId="{716865E9-F736-406D-7C78-BEA941E5DB18}"/>
          </ac:spMkLst>
        </pc:spChg>
        <pc:spChg chg="del">
          <ac:chgData name="Li, Hanchen F" userId="3aee791e-6a2d-4da7-a77b-fbdf7bf15886" providerId="ADAL" clId="{4F8A2B2C-B7F5-4843-8D93-4AD530387DAE}" dt="2025-06-18T03:43:58.361" v="2844" actId="478"/>
          <ac:spMkLst>
            <pc:docMk/>
            <pc:sldMk cId="1527112824" sldId="259"/>
            <ac:spMk id="79" creationId="{B927626E-4D6A-A3EA-AD30-D0F3CE14130D}"/>
          </ac:spMkLst>
        </pc:spChg>
        <pc:spChg chg="del">
          <ac:chgData name="Li, Hanchen F" userId="3aee791e-6a2d-4da7-a77b-fbdf7bf15886" providerId="ADAL" clId="{4F8A2B2C-B7F5-4843-8D93-4AD530387DAE}" dt="2025-06-18T03:43:59.724" v="2845" actId="478"/>
          <ac:spMkLst>
            <pc:docMk/>
            <pc:sldMk cId="1527112824" sldId="259"/>
            <ac:spMk id="80" creationId="{36A4A36E-FA13-72BA-3A22-CE61BCD53DDF}"/>
          </ac:spMkLst>
        </pc:spChg>
        <pc:spChg chg="add del mod ord">
          <ac:chgData name="Li, Hanchen F" userId="3aee791e-6a2d-4da7-a77b-fbdf7bf15886" providerId="ADAL" clId="{4F8A2B2C-B7F5-4843-8D93-4AD530387DAE}" dt="2025-06-18T02:40:05.612" v="2" actId="700"/>
          <ac:spMkLst>
            <pc:docMk/>
            <pc:sldMk cId="1527112824" sldId="259"/>
            <ac:spMk id="82" creationId="{21B0C4DD-7727-44DF-20AA-C022422FC87E}"/>
          </ac:spMkLst>
        </pc:spChg>
        <pc:spChg chg="del">
          <ac:chgData name="Li, Hanchen F" userId="3aee791e-6a2d-4da7-a77b-fbdf7bf15886" providerId="ADAL" clId="{4F8A2B2C-B7F5-4843-8D93-4AD530387DAE}" dt="2025-06-18T02:56:42.509" v="957" actId="478"/>
          <ac:spMkLst>
            <pc:docMk/>
            <pc:sldMk cId="1527112824" sldId="259"/>
            <ac:spMk id="84" creationId="{A6D256A4-21FB-7514-5A29-97CAB85AA46C}"/>
          </ac:spMkLst>
        </pc:spChg>
        <pc:spChg chg="add del mod ord">
          <ac:chgData name="Li, Hanchen F" userId="3aee791e-6a2d-4da7-a77b-fbdf7bf15886" providerId="ADAL" clId="{4F8A2B2C-B7F5-4843-8D93-4AD530387DAE}" dt="2025-06-18T02:40:05.612" v="2" actId="700"/>
          <ac:spMkLst>
            <pc:docMk/>
            <pc:sldMk cId="1527112824" sldId="259"/>
            <ac:spMk id="85" creationId="{7500D190-2934-4EEC-8809-939E95E5AE91}"/>
          </ac:spMkLst>
        </pc:spChg>
        <pc:spChg chg="del">
          <ac:chgData name="Li, Hanchen F" userId="3aee791e-6a2d-4da7-a77b-fbdf7bf15886" providerId="ADAL" clId="{4F8A2B2C-B7F5-4843-8D93-4AD530387DAE}" dt="2025-06-18T02:56:54.547" v="965" actId="478"/>
          <ac:spMkLst>
            <pc:docMk/>
            <pc:sldMk cId="1527112824" sldId="259"/>
            <ac:spMk id="87" creationId="{8621C69B-0CB1-D85C-9C33-FDEB762A4CC8}"/>
          </ac:spMkLst>
        </pc:spChg>
        <pc:spChg chg="add del mod ord">
          <ac:chgData name="Li, Hanchen F" userId="3aee791e-6a2d-4da7-a77b-fbdf7bf15886" providerId="ADAL" clId="{4F8A2B2C-B7F5-4843-8D93-4AD530387DAE}" dt="2025-06-18T02:40:05.612" v="2" actId="700"/>
          <ac:spMkLst>
            <pc:docMk/>
            <pc:sldMk cId="1527112824" sldId="259"/>
            <ac:spMk id="88" creationId="{893EA8A0-05FA-A0D0-1E06-32BF95FA8CFA}"/>
          </ac:spMkLst>
        </pc:spChg>
        <pc:spChg chg="del">
          <ac:chgData name="Li, Hanchen F" userId="3aee791e-6a2d-4da7-a77b-fbdf7bf15886" providerId="ADAL" clId="{4F8A2B2C-B7F5-4843-8D93-4AD530387DAE}" dt="2025-06-18T02:56:41.254" v="956" actId="478"/>
          <ac:spMkLst>
            <pc:docMk/>
            <pc:sldMk cId="1527112824" sldId="259"/>
            <ac:spMk id="90" creationId="{66F513F8-B79B-3EFF-8C57-9DC8EBE62D59}"/>
          </ac:spMkLst>
        </pc:spChg>
        <pc:spChg chg="add mod">
          <ac:chgData name="Li, Hanchen F" userId="3aee791e-6a2d-4da7-a77b-fbdf7bf15886" providerId="ADAL" clId="{4F8A2B2C-B7F5-4843-8D93-4AD530387DAE}" dt="2025-06-18T02:46:14.987" v="119" actId="571"/>
          <ac:spMkLst>
            <pc:docMk/>
            <pc:sldMk cId="1527112824" sldId="259"/>
            <ac:spMk id="91" creationId="{B0A011CE-484E-D75B-B9FC-A2E024B71C04}"/>
          </ac:spMkLst>
        </pc:spChg>
        <pc:spChg chg="add del">
          <ac:chgData name="Li, Hanchen F" userId="3aee791e-6a2d-4da7-a77b-fbdf7bf15886" providerId="ADAL" clId="{4F8A2B2C-B7F5-4843-8D93-4AD530387DAE}" dt="2025-06-18T02:57:19.933" v="973" actId="478"/>
          <ac:spMkLst>
            <pc:docMk/>
            <pc:sldMk cId="1527112824" sldId="259"/>
            <ac:spMk id="93" creationId="{922CD07B-29F9-BF27-E900-69E3D5FBFDE3}"/>
          </ac:spMkLst>
        </pc:spChg>
        <pc:spChg chg="del mod">
          <ac:chgData name="Li, Hanchen F" userId="3aee791e-6a2d-4da7-a77b-fbdf7bf15886" providerId="ADAL" clId="{4F8A2B2C-B7F5-4843-8D93-4AD530387DAE}" dt="2025-06-18T02:56:37.499" v="953" actId="478"/>
          <ac:spMkLst>
            <pc:docMk/>
            <pc:sldMk cId="1527112824" sldId="259"/>
            <ac:spMk id="98" creationId="{4C510B28-9C5C-3095-6904-90A9B6051507}"/>
          </ac:spMkLst>
        </pc:spChg>
        <pc:spChg chg="del">
          <ac:chgData name="Li, Hanchen F" userId="3aee791e-6a2d-4da7-a77b-fbdf7bf15886" providerId="ADAL" clId="{4F8A2B2C-B7F5-4843-8D93-4AD530387DAE}" dt="2025-06-18T02:56:31.183" v="947" actId="478"/>
          <ac:spMkLst>
            <pc:docMk/>
            <pc:sldMk cId="1527112824" sldId="259"/>
            <ac:spMk id="99" creationId="{977F9E2C-C785-266C-7717-CA6E4D214456}"/>
          </ac:spMkLst>
        </pc:spChg>
        <pc:spChg chg="del">
          <ac:chgData name="Li, Hanchen F" userId="3aee791e-6a2d-4da7-a77b-fbdf7bf15886" providerId="ADAL" clId="{4F8A2B2C-B7F5-4843-8D93-4AD530387DAE}" dt="2025-06-18T02:56:33.325" v="949" actId="478"/>
          <ac:spMkLst>
            <pc:docMk/>
            <pc:sldMk cId="1527112824" sldId="259"/>
            <ac:spMk id="100" creationId="{42DD369D-691B-23BA-6772-E09D15BC3B31}"/>
          </ac:spMkLst>
        </pc:spChg>
        <pc:spChg chg="del">
          <ac:chgData name="Li, Hanchen F" userId="3aee791e-6a2d-4da7-a77b-fbdf7bf15886" providerId="ADAL" clId="{4F8A2B2C-B7F5-4843-8D93-4AD530387DAE}" dt="2025-06-18T02:56:29.875" v="945" actId="478"/>
          <ac:spMkLst>
            <pc:docMk/>
            <pc:sldMk cId="1527112824" sldId="259"/>
            <ac:spMk id="101" creationId="{FF650ACC-04C0-0488-D27A-71C163F879E6}"/>
          </ac:spMkLst>
        </pc:spChg>
        <pc:spChg chg="mod">
          <ac:chgData name="Li, Hanchen F" userId="3aee791e-6a2d-4da7-a77b-fbdf7bf15886" providerId="ADAL" clId="{4F8A2B2C-B7F5-4843-8D93-4AD530387DAE}" dt="2025-06-18T02:53:34.746" v="302"/>
          <ac:spMkLst>
            <pc:docMk/>
            <pc:sldMk cId="1527112824" sldId="259"/>
            <ac:spMk id="103" creationId="{8C384B9E-73A8-7F08-50F9-1BBA7A6F1856}"/>
          </ac:spMkLst>
        </pc:spChg>
        <pc:spChg chg="add del mod">
          <ac:chgData name="Li, Hanchen F" userId="3aee791e-6a2d-4da7-a77b-fbdf7bf15886" providerId="ADAL" clId="{4F8A2B2C-B7F5-4843-8D93-4AD530387DAE}" dt="2025-06-18T03:00:57.746" v="1013" actId="478"/>
          <ac:spMkLst>
            <pc:docMk/>
            <pc:sldMk cId="1527112824" sldId="259"/>
            <ac:spMk id="106" creationId="{6F65BF5A-7110-00DD-1CD3-CFB2234C0AF4}"/>
          </ac:spMkLst>
        </pc:spChg>
        <pc:spChg chg="add del mod">
          <ac:chgData name="Li, Hanchen F" userId="3aee791e-6a2d-4da7-a77b-fbdf7bf15886" providerId="ADAL" clId="{4F8A2B2C-B7F5-4843-8D93-4AD530387DAE}" dt="2025-06-18T02:53:55.629" v="314" actId="478"/>
          <ac:spMkLst>
            <pc:docMk/>
            <pc:sldMk cId="1527112824" sldId="259"/>
            <ac:spMk id="109" creationId="{A637B610-BF8D-6439-8A8E-9A0A81B374B4}"/>
          </ac:spMkLst>
        </pc:spChg>
        <pc:spChg chg="add del">
          <ac:chgData name="Li, Hanchen F" userId="3aee791e-6a2d-4da7-a77b-fbdf7bf15886" providerId="ADAL" clId="{4F8A2B2C-B7F5-4843-8D93-4AD530387DAE}" dt="2025-06-18T02:57:19.933" v="973" actId="478"/>
          <ac:spMkLst>
            <pc:docMk/>
            <pc:sldMk cId="1527112824" sldId="259"/>
            <ac:spMk id="115" creationId="{90DF39ED-5569-D459-81E6-D33C038D45C9}"/>
          </ac:spMkLst>
        </pc:spChg>
        <pc:spChg chg="add del">
          <ac:chgData name="Li, Hanchen F" userId="3aee791e-6a2d-4da7-a77b-fbdf7bf15886" providerId="ADAL" clId="{4F8A2B2C-B7F5-4843-8D93-4AD530387DAE}" dt="2025-06-18T02:57:19.933" v="973" actId="478"/>
          <ac:spMkLst>
            <pc:docMk/>
            <pc:sldMk cId="1527112824" sldId="259"/>
            <ac:spMk id="123" creationId="{C13888C3-16AF-4079-B01F-2568B55F7473}"/>
          </ac:spMkLst>
        </pc:spChg>
        <pc:spChg chg="add del">
          <ac:chgData name="Li, Hanchen F" userId="3aee791e-6a2d-4da7-a77b-fbdf7bf15886" providerId="ADAL" clId="{4F8A2B2C-B7F5-4843-8D93-4AD530387DAE}" dt="2025-06-18T02:57:20.863" v="974" actId="478"/>
          <ac:spMkLst>
            <pc:docMk/>
            <pc:sldMk cId="1527112824" sldId="259"/>
            <ac:spMk id="131" creationId="{0BADE2E3-D56C-BD22-5496-32F63C19EDA6}"/>
          </ac:spMkLst>
        </pc:spChg>
        <pc:spChg chg="del">
          <ac:chgData name="Li, Hanchen F" userId="3aee791e-6a2d-4da7-a77b-fbdf7bf15886" providerId="ADAL" clId="{4F8A2B2C-B7F5-4843-8D93-4AD530387DAE}" dt="2025-06-18T02:57:22.620" v="976" actId="478"/>
          <ac:spMkLst>
            <pc:docMk/>
            <pc:sldMk cId="1527112824" sldId="259"/>
            <ac:spMk id="132" creationId="{C00EBB7D-2A6A-AF97-36D7-525D4DAAB66B}"/>
          </ac:spMkLst>
        </pc:spChg>
        <pc:spChg chg="add del">
          <ac:chgData name="Li, Hanchen F" userId="3aee791e-6a2d-4da7-a77b-fbdf7bf15886" providerId="ADAL" clId="{4F8A2B2C-B7F5-4843-8D93-4AD530387DAE}" dt="2025-06-18T02:57:19.933" v="973" actId="478"/>
          <ac:spMkLst>
            <pc:docMk/>
            <pc:sldMk cId="1527112824" sldId="259"/>
            <ac:spMk id="134" creationId="{35665B50-EF46-BCB9-5BFD-BF703FE60A6D}"/>
          </ac:spMkLst>
        </pc:spChg>
        <pc:spChg chg="add del">
          <ac:chgData name="Li, Hanchen F" userId="3aee791e-6a2d-4da7-a77b-fbdf7bf15886" providerId="ADAL" clId="{4F8A2B2C-B7F5-4843-8D93-4AD530387DAE}" dt="2025-06-18T02:57:02.819" v="969" actId="478"/>
          <ac:spMkLst>
            <pc:docMk/>
            <pc:sldMk cId="1527112824" sldId="259"/>
            <ac:spMk id="137" creationId="{B2E3BA29-C200-0D83-D46F-13F1B79EA982}"/>
          </ac:spMkLst>
        </pc:spChg>
        <pc:spChg chg="del">
          <ac:chgData name="Li, Hanchen F" userId="3aee791e-6a2d-4da7-a77b-fbdf7bf15886" providerId="ADAL" clId="{4F8A2B2C-B7F5-4843-8D93-4AD530387DAE}" dt="2025-06-18T02:57:28.954" v="981" actId="478"/>
          <ac:spMkLst>
            <pc:docMk/>
            <pc:sldMk cId="1527112824" sldId="259"/>
            <ac:spMk id="139" creationId="{627CD1D4-41E4-6A01-659C-3072F669BF0E}"/>
          </ac:spMkLst>
        </pc:spChg>
        <pc:spChg chg="del">
          <ac:chgData name="Li, Hanchen F" userId="3aee791e-6a2d-4da7-a77b-fbdf7bf15886" providerId="ADAL" clId="{4F8A2B2C-B7F5-4843-8D93-4AD530387DAE}" dt="2025-06-18T02:57:28.093" v="980" actId="478"/>
          <ac:spMkLst>
            <pc:docMk/>
            <pc:sldMk cId="1527112824" sldId="259"/>
            <ac:spMk id="140" creationId="{4ACFF2C6-97AE-5DD6-3427-C5BE6A3C3709}"/>
          </ac:spMkLst>
        </pc:spChg>
        <pc:spChg chg="del mod ord">
          <ac:chgData name="Li, Hanchen F" userId="3aee791e-6a2d-4da7-a77b-fbdf7bf15886" providerId="ADAL" clId="{4F8A2B2C-B7F5-4843-8D93-4AD530387DAE}" dt="2025-06-18T03:43:57.665" v="2843" actId="478"/>
          <ac:spMkLst>
            <pc:docMk/>
            <pc:sldMk cId="1527112824" sldId="259"/>
            <ac:spMk id="141" creationId="{DA839750-B597-E80C-B51B-82C3819A8AE8}"/>
          </ac:spMkLst>
        </pc:spChg>
        <pc:spChg chg="del">
          <ac:chgData name="Li, Hanchen F" userId="3aee791e-6a2d-4da7-a77b-fbdf7bf15886" providerId="ADAL" clId="{4F8A2B2C-B7F5-4843-8D93-4AD530387DAE}" dt="2025-06-18T02:57:30.362" v="982" actId="478"/>
          <ac:spMkLst>
            <pc:docMk/>
            <pc:sldMk cId="1527112824" sldId="259"/>
            <ac:spMk id="143" creationId="{692FD0B9-050E-656C-5640-20D6AAC9DC76}"/>
          </ac:spMkLst>
        </pc:spChg>
        <pc:spChg chg="del">
          <ac:chgData name="Li, Hanchen F" userId="3aee791e-6a2d-4da7-a77b-fbdf7bf15886" providerId="ADAL" clId="{4F8A2B2C-B7F5-4843-8D93-4AD530387DAE}" dt="2025-06-18T02:54:02.289" v="322" actId="478"/>
          <ac:spMkLst>
            <pc:docMk/>
            <pc:sldMk cId="1527112824" sldId="259"/>
            <ac:spMk id="144" creationId="{034CB7D3-8C18-6536-0E3B-2C1C2FD7676A}"/>
          </ac:spMkLst>
        </pc:spChg>
        <pc:spChg chg="add del">
          <ac:chgData name="Li, Hanchen F" userId="3aee791e-6a2d-4da7-a77b-fbdf7bf15886" providerId="ADAL" clId="{4F8A2B2C-B7F5-4843-8D93-4AD530387DAE}" dt="2025-06-18T03:02:08.652" v="1051" actId="22"/>
          <ac:spMkLst>
            <pc:docMk/>
            <pc:sldMk cId="1527112824" sldId="259"/>
            <ac:spMk id="145" creationId="{060487DF-406A-735C-F3BE-B2064EE003D5}"/>
          </ac:spMkLst>
        </pc:spChg>
        <pc:spChg chg="del">
          <ac:chgData name="Li, Hanchen F" userId="3aee791e-6a2d-4da7-a77b-fbdf7bf15886" providerId="ADAL" clId="{4F8A2B2C-B7F5-4843-8D93-4AD530387DAE}" dt="2025-06-18T02:57:26.932" v="979" actId="478"/>
          <ac:spMkLst>
            <pc:docMk/>
            <pc:sldMk cId="1527112824" sldId="259"/>
            <ac:spMk id="148" creationId="{ACA3FD97-5562-1445-2400-401A894635A9}"/>
          </ac:spMkLst>
        </pc:spChg>
        <pc:spChg chg="del">
          <ac:chgData name="Li, Hanchen F" userId="3aee791e-6a2d-4da7-a77b-fbdf7bf15886" providerId="ADAL" clId="{4F8A2B2C-B7F5-4843-8D93-4AD530387DAE}" dt="2025-06-18T02:57:17.838" v="971" actId="478"/>
          <ac:spMkLst>
            <pc:docMk/>
            <pc:sldMk cId="1527112824" sldId="259"/>
            <ac:spMk id="149" creationId="{4B45C018-F76D-9DE9-5496-9F65EDEE68B8}"/>
          </ac:spMkLst>
        </pc:spChg>
        <pc:spChg chg="add del">
          <ac:chgData name="Li, Hanchen F" userId="3aee791e-6a2d-4da7-a77b-fbdf7bf15886" providerId="ADAL" clId="{4F8A2B2C-B7F5-4843-8D93-4AD530387DAE}" dt="2025-06-18T02:57:21.835" v="975" actId="478"/>
          <ac:spMkLst>
            <pc:docMk/>
            <pc:sldMk cId="1527112824" sldId="259"/>
            <ac:spMk id="150" creationId="{B4C741D2-9B71-CDFB-906E-8E2D19326798}"/>
          </ac:spMkLst>
        </pc:spChg>
        <pc:spChg chg="add mod">
          <ac:chgData name="Li, Hanchen F" userId="3aee791e-6a2d-4da7-a77b-fbdf7bf15886" providerId="ADAL" clId="{4F8A2B2C-B7F5-4843-8D93-4AD530387DAE}" dt="2025-06-18T03:14:21.246" v="1785" actId="207"/>
          <ac:spMkLst>
            <pc:docMk/>
            <pc:sldMk cId="1527112824" sldId="259"/>
            <ac:spMk id="152" creationId="{469F4183-0612-D281-3AF0-CCDB0A2A46C4}"/>
          </ac:spMkLst>
        </pc:spChg>
        <pc:spChg chg="add mod">
          <ac:chgData name="Li, Hanchen F" userId="3aee791e-6a2d-4da7-a77b-fbdf7bf15886" providerId="ADAL" clId="{4F8A2B2C-B7F5-4843-8D93-4AD530387DAE}" dt="2025-06-18T03:14:33.531" v="1787" actId="207"/>
          <ac:spMkLst>
            <pc:docMk/>
            <pc:sldMk cId="1527112824" sldId="259"/>
            <ac:spMk id="154" creationId="{42C4F8C8-F3F6-9C5C-CBB2-1514D61A9574}"/>
          </ac:spMkLst>
        </pc:spChg>
        <pc:spChg chg="del">
          <ac:chgData name="Li, Hanchen F" userId="3aee791e-6a2d-4da7-a77b-fbdf7bf15886" providerId="ADAL" clId="{4F8A2B2C-B7F5-4843-8D93-4AD530387DAE}" dt="2025-06-18T02:54:01.637" v="321" actId="478"/>
          <ac:spMkLst>
            <pc:docMk/>
            <pc:sldMk cId="1527112824" sldId="259"/>
            <ac:spMk id="156" creationId="{1874F4EC-A73F-7BAE-F155-2F19DF2D9B55}"/>
          </ac:spMkLst>
        </pc:spChg>
        <pc:spChg chg="add mod">
          <ac:chgData name="Li, Hanchen F" userId="3aee791e-6a2d-4da7-a77b-fbdf7bf15886" providerId="ADAL" clId="{4F8A2B2C-B7F5-4843-8D93-4AD530387DAE}" dt="2025-06-18T03:25:55.803" v="2081" actId="14100"/>
          <ac:spMkLst>
            <pc:docMk/>
            <pc:sldMk cId="1527112824" sldId="259"/>
            <ac:spMk id="157" creationId="{71E7B15E-1E4C-1EEE-C4C6-E1FFA1695B5F}"/>
          </ac:spMkLst>
        </pc:spChg>
        <pc:spChg chg="add mod">
          <ac:chgData name="Li, Hanchen F" userId="3aee791e-6a2d-4da7-a77b-fbdf7bf15886" providerId="ADAL" clId="{4F8A2B2C-B7F5-4843-8D93-4AD530387DAE}" dt="2025-06-18T03:14:40.691" v="1790" actId="1076"/>
          <ac:spMkLst>
            <pc:docMk/>
            <pc:sldMk cId="1527112824" sldId="259"/>
            <ac:spMk id="158" creationId="{22FFAFCC-9D96-AEBA-2C76-F11E4055EB73}"/>
          </ac:spMkLst>
        </pc:spChg>
        <pc:spChg chg="del">
          <ac:chgData name="Li, Hanchen F" userId="3aee791e-6a2d-4da7-a77b-fbdf7bf15886" providerId="ADAL" clId="{4F8A2B2C-B7F5-4843-8D93-4AD530387DAE}" dt="2025-06-18T03:52:07.793" v="3023" actId="478"/>
          <ac:spMkLst>
            <pc:docMk/>
            <pc:sldMk cId="1527112824" sldId="259"/>
            <ac:spMk id="162" creationId="{99FBC6CD-1C73-14A6-19EA-55E5001B5761}"/>
          </ac:spMkLst>
        </pc:spChg>
        <pc:spChg chg="del">
          <ac:chgData name="Li, Hanchen F" userId="3aee791e-6a2d-4da7-a77b-fbdf7bf15886" providerId="ADAL" clId="{4F8A2B2C-B7F5-4843-8D93-4AD530387DAE}" dt="2025-06-18T02:53:58.981" v="318" actId="478"/>
          <ac:spMkLst>
            <pc:docMk/>
            <pc:sldMk cId="1527112824" sldId="259"/>
            <ac:spMk id="163" creationId="{23FC6392-9256-BD7A-0F9F-776C59CC0B7F}"/>
          </ac:spMkLst>
        </pc:spChg>
        <pc:spChg chg="del">
          <ac:chgData name="Li, Hanchen F" userId="3aee791e-6a2d-4da7-a77b-fbdf7bf15886" providerId="ADAL" clId="{4F8A2B2C-B7F5-4843-8D93-4AD530387DAE}" dt="2025-06-18T02:53:58.981" v="318" actId="478"/>
          <ac:spMkLst>
            <pc:docMk/>
            <pc:sldMk cId="1527112824" sldId="259"/>
            <ac:spMk id="164" creationId="{B2C25753-FA33-853C-7C61-3BEB12F89C01}"/>
          </ac:spMkLst>
        </pc:spChg>
        <pc:spChg chg="del">
          <ac:chgData name="Li, Hanchen F" userId="3aee791e-6a2d-4da7-a77b-fbdf7bf15886" providerId="ADAL" clId="{4F8A2B2C-B7F5-4843-8D93-4AD530387DAE}" dt="2025-06-18T03:52:05.326" v="3021" actId="478"/>
          <ac:spMkLst>
            <pc:docMk/>
            <pc:sldMk cId="1527112824" sldId="259"/>
            <ac:spMk id="165" creationId="{BB4AD16A-F77F-67E6-8808-33A291BDCE7E}"/>
          </ac:spMkLst>
        </pc:spChg>
        <pc:spChg chg="del">
          <ac:chgData name="Li, Hanchen F" userId="3aee791e-6a2d-4da7-a77b-fbdf7bf15886" providerId="ADAL" clId="{4F8A2B2C-B7F5-4843-8D93-4AD530387DAE}" dt="2025-06-18T02:54:00.460" v="320" actId="478"/>
          <ac:spMkLst>
            <pc:docMk/>
            <pc:sldMk cId="1527112824" sldId="259"/>
            <ac:spMk id="167" creationId="{6741F156-B868-7015-A4D4-93A71A4E3B1E}"/>
          </ac:spMkLst>
        </pc:spChg>
        <pc:spChg chg="del">
          <ac:chgData name="Li, Hanchen F" userId="3aee791e-6a2d-4da7-a77b-fbdf7bf15886" providerId="ADAL" clId="{4F8A2B2C-B7F5-4843-8D93-4AD530387DAE}" dt="2025-06-18T02:53:58.981" v="318" actId="478"/>
          <ac:spMkLst>
            <pc:docMk/>
            <pc:sldMk cId="1527112824" sldId="259"/>
            <ac:spMk id="171" creationId="{2E786E25-A93A-FDA5-1837-44D435E55FAB}"/>
          </ac:spMkLst>
        </pc:spChg>
        <pc:spChg chg="del">
          <ac:chgData name="Li, Hanchen F" userId="3aee791e-6a2d-4da7-a77b-fbdf7bf15886" providerId="ADAL" clId="{4F8A2B2C-B7F5-4843-8D93-4AD530387DAE}" dt="2025-06-18T02:53:58.981" v="318" actId="478"/>
          <ac:spMkLst>
            <pc:docMk/>
            <pc:sldMk cId="1527112824" sldId="259"/>
            <ac:spMk id="172" creationId="{6500FE29-90B9-407D-904B-8AE67DEE3C6A}"/>
          </ac:spMkLst>
        </pc:spChg>
        <pc:spChg chg="del">
          <ac:chgData name="Li, Hanchen F" userId="3aee791e-6a2d-4da7-a77b-fbdf7bf15886" providerId="ADAL" clId="{4F8A2B2C-B7F5-4843-8D93-4AD530387DAE}" dt="2025-06-18T02:53:58.981" v="318" actId="478"/>
          <ac:spMkLst>
            <pc:docMk/>
            <pc:sldMk cId="1527112824" sldId="259"/>
            <ac:spMk id="177" creationId="{356A460A-6076-1E24-5444-762B8623FF68}"/>
          </ac:spMkLst>
        </pc:spChg>
        <pc:spChg chg="del">
          <ac:chgData name="Li, Hanchen F" userId="3aee791e-6a2d-4da7-a77b-fbdf7bf15886" providerId="ADAL" clId="{4F8A2B2C-B7F5-4843-8D93-4AD530387DAE}" dt="2025-06-18T03:52:44.438" v="3053" actId="478"/>
          <ac:spMkLst>
            <pc:docMk/>
            <pc:sldMk cId="1527112824" sldId="259"/>
            <ac:spMk id="178" creationId="{034B25DA-134B-33D3-1088-B1343A69FEB4}"/>
          </ac:spMkLst>
        </pc:spChg>
        <pc:spChg chg="del">
          <ac:chgData name="Li, Hanchen F" userId="3aee791e-6a2d-4da7-a77b-fbdf7bf15886" providerId="ADAL" clId="{4F8A2B2C-B7F5-4843-8D93-4AD530387DAE}" dt="2025-06-18T03:52:43.025" v="3052" actId="478"/>
          <ac:spMkLst>
            <pc:docMk/>
            <pc:sldMk cId="1527112824" sldId="259"/>
            <ac:spMk id="179" creationId="{E239C996-3073-1A67-BF06-1BCAC695C97C}"/>
          </ac:spMkLst>
        </pc:spChg>
        <pc:spChg chg="del">
          <ac:chgData name="Li, Hanchen F" userId="3aee791e-6a2d-4da7-a77b-fbdf7bf15886" providerId="ADAL" clId="{4F8A2B2C-B7F5-4843-8D93-4AD530387DAE}" dt="2025-06-18T02:53:58.981" v="318" actId="478"/>
          <ac:spMkLst>
            <pc:docMk/>
            <pc:sldMk cId="1527112824" sldId="259"/>
            <ac:spMk id="180" creationId="{7B53C60A-A679-582E-CD15-DC5B6C61CC49}"/>
          </ac:spMkLst>
        </pc:spChg>
        <pc:spChg chg="del">
          <ac:chgData name="Li, Hanchen F" userId="3aee791e-6a2d-4da7-a77b-fbdf7bf15886" providerId="ADAL" clId="{4F8A2B2C-B7F5-4843-8D93-4AD530387DAE}" dt="2025-06-18T03:55:45.588" v="3105" actId="478"/>
          <ac:spMkLst>
            <pc:docMk/>
            <pc:sldMk cId="1527112824" sldId="259"/>
            <ac:spMk id="183" creationId="{ACC4A95E-AD5F-85D9-4CC2-73CEEB13219A}"/>
          </ac:spMkLst>
        </pc:spChg>
        <pc:spChg chg="del mod">
          <ac:chgData name="Li, Hanchen F" userId="3aee791e-6a2d-4da7-a77b-fbdf7bf15886" providerId="ADAL" clId="{4F8A2B2C-B7F5-4843-8D93-4AD530387DAE}" dt="2025-06-18T03:56:13.459" v="3121" actId="478"/>
          <ac:spMkLst>
            <pc:docMk/>
            <pc:sldMk cId="1527112824" sldId="259"/>
            <ac:spMk id="185" creationId="{FB0C84C9-9E94-E995-79F0-105C744CF2ED}"/>
          </ac:spMkLst>
        </pc:spChg>
        <pc:spChg chg="del">
          <ac:chgData name="Li, Hanchen F" userId="3aee791e-6a2d-4da7-a77b-fbdf7bf15886" providerId="ADAL" clId="{4F8A2B2C-B7F5-4843-8D93-4AD530387DAE}" dt="2025-06-18T03:56:16.067" v="3123" actId="478"/>
          <ac:spMkLst>
            <pc:docMk/>
            <pc:sldMk cId="1527112824" sldId="259"/>
            <ac:spMk id="186" creationId="{1149935C-CEE6-2A65-2E52-E794C303C0B1}"/>
          </ac:spMkLst>
        </pc:spChg>
        <pc:spChg chg="del">
          <ac:chgData name="Li, Hanchen F" userId="3aee791e-6a2d-4da7-a77b-fbdf7bf15886" providerId="ADAL" clId="{4F8A2B2C-B7F5-4843-8D93-4AD530387DAE}" dt="2025-06-18T03:44:00.854" v="2846" actId="478"/>
          <ac:spMkLst>
            <pc:docMk/>
            <pc:sldMk cId="1527112824" sldId="259"/>
            <ac:spMk id="187" creationId="{9735A6DF-2AF0-DE64-68F6-03C2F2F8768E}"/>
          </ac:spMkLst>
        </pc:spChg>
        <pc:spChg chg="del">
          <ac:chgData name="Li, Hanchen F" userId="3aee791e-6a2d-4da7-a77b-fbdf7bf15886" providerId="ADAL" clId="{4F8A2B2C-B7F5-4843-8D93-4AD530387DAE}" dt="2025-06-18T03:52:36.707" v="3046" actId="478"/>
          <ac:spMkLst>
            <pc:docMk/>
            <pc:sldMk cId="1527112824" sldId="259"/>
            <ac:spMk id="188" creationId="{93A820E2-F6CD-6DEE-FA95-C6CE5A76B3AC}"/>
          </ac:spMkLst>
        </pc:spChg>
        <pc:spChg chg="add mod">
          <ac:chgData name="Li, Hanchen F" userId="3aee791e-6a2d-4da7-a77b-fbdf7bf15886" providerId="ADAL" clId="{4F8A2B2C-B7F5-4843-8D93-4AD530387DAE}" dt="2025-06-18T03:20:59.421" v="1927" actId="1076"/>
          <ac:spMkLst>
            <pc:docMk/>
            <pc:sldMk cId="1527112824" sldId="259"/>
            <ac:spMk id="189" creationId="{BEBA728D-AC99-1114-957A-7026E527BBDE}"/>
          </ac:spMkLst>
        </pc:spChg>
        <pc:spChg chg="del">
          <ac:chgData name="Li, Hanchen F" userId="3aee791e-6a2d-4da7-a77b-fbdf7bf15886" providerId="ADAL" clId="{4F8A2B2C-B7F5-4843-8D93-4AD530387DAE}" dt="2025-06-18T02:53:56.797" v="316" actId="478"/>
          <ac:spMkLst>
            <pc:docMk/>
            <pc:sldMk cId="1527112824" sldId="259"/>
            <ac:spMk id="190" creationId="{FFB1C70E-A42E-A60A-FFC8-3F34FFAB20C5}"/>
          </ac:spMkLst>
        </pc:spChg>
        <pc:spChg chg="del">
          <ac:chgData name="Li, Hanchen F" userId="3aee791e-6a2d-4da7-a77b-fbdf7bf15886" providerId="ADAL" clId="{4F8A2B2C-B7F5-4843-8D93-4AD530387DAE}" dt="2025-06-18T02:53:58.981" v="318" actId="478"/>
          <ac:spMkLst>
            <pc:docMk/>
            <pc:sldMk cId="1527112824" sldId="259"/>
            <ac:spMk id="192" creationId="{6BF775DE-8D6A-1542-E675-A3F347B0B525}"/>
          </ac:spMkLst>
        </pc:spChg>
        <pc:spChg chg="del">
          <ac:chgData name="Li, Hanchen F" userId="3aee791e-6a2d-4da7-a77b-fbdf7bf15886" providerId="ADAL" clId="{4F8A2B2C-B7F5-4843-8D93-4AD530387DAE}" dt="2025-06-18T02:53:58.981" v="318" actId="478"/>
          <ac:spMkLst>
            <pc:docMk/>
            <pc:sldMk cId="1527112824" sldId="259"/>
            <ac:spMk id="193" creationId="{0E9A74E8-A2DC-515A-F548-4C73F4404C50}"/>
          </ac:spMkLst>
        </pc:spChg>
        <pc:spChg chg="del">
          <ac:chgData name="Li, Hanchen F" userId="3aee791e-6a2d-4da7-a77b-fbdf7bf15886" providerId="ADAL" clId="{4F8A2B2C-B7F5-4843-8D93-4AD530387DAE}" dt="2025-06-18T02:54:08.223" v="329" actId="478"/>
          <ac:spMkLst>
            <pc:docMk/>
            <pc:sldMk cId="1527112824" sldId="259"/>
            <ac:spMk id="194" creationId="{8E9F4C09-23E7-F3A5-5949-52132E563968}"/>
          </ac:spMkLst>
        </pc:spChg>
        <pc:spChg chg="del mod">
          <ac:chgData name="Li, Hanchen F" userId="3aee791e-6a2d-4da7-a77b-fbdf7bf15886" providerId="ADAL" clId="{4F8A2B2C-B7F5-4843-8D93-4AD530387DAE}" dt="2025-06-18T02:54:05.774" v="327" actId="478"/>
          <ac:spMkLst>
            <pc:docMk/>
            <pc:sldMk cId="1527112824" sldId="259"/>
            <ac:spMk id="195" creationId="{17E5F15C-F6F0-8B03-58D9-65C6BC889E0A}"/>
          </ac:spMkLst>
        </pc:spChg>
        <pc:spChg chg="del">
          <ac:chgData name="Li, Hanchen F" userId="3aee791e-6a2d-4da7-a77b-fbdf7bf15886" providerId="ADAL" clId="{4F8A2B2C-B7F5-4843-8D93-4AD530387DAE}" dt="2025-06-18T02:54:08.758" v="330" actId="478"/>
          <ac:spMkLst>
            <pc:docMk/>
            <pc:sldMk cId="1527112824" sldId="259"/>
            <ac:spMk id="196" creationId="{452A307D-EB43-373D-8264-BDE40FCC2FB6}"/>
          </ac:spMkLst>
        </pc:spChg>
        <pc:spChg chg="del">
          <ac:chgData name="Li, Hanchen F" userId="3aee791e-6a2d-4da7-a77b-fbdf7bf15886" providerId="ADAL" clId="{4F8A2B2C-B7F5-4843-8D93-4AD530387DAE}" dt="2025-06-18T02:53:58.981" v="318" actId="478"/>
          <ac:spMkLst>
            <pc:docMk/>
            <pc:sldMk cId="1527112824" sldId="259"/>
            <ac:spMk id="198" creationId="{4489BBEF-3271-19D8-2A57-59C70C59180B}"/>
          </ac:spMkLst>
        </pc:spChg>
        <pc:spChg chg="del">
          <ac:chgData name="Li, Hanchen F" userId="3aee791e-6a2d-4da7-a77b-fbdf7bf15886" providerId="ADAL" clId="{4F8A2B2C-B7F5-4843-8D93-4AD530387DAE}" dt="2025-06-18T02:54:06.888" v="328" actId="478"/>
          <ac:spMkLst>
            <pc:docMk/>
            <pc:sldMk cId="1527112824" sldId="259"/>
            <ac:spMk id="200" creationId="{63959F67-38C1-361A-C923-71ED1C36B7D7}"/>
          </ac:spMkLst>
        </pc:spChg>
        <pc:spChg chg="del mod">
          <ac:chgData name="Li, Hanchen F" userId="3aee791e-6a2d-4da7-a77b-fbdf7bf15886" providerId="ADAL" clId="{4F8A2B2C-B7F5-4843-8D93-4AD530387DAE}" dt="2025-06-18T04:06:12.207" v="3344" actId="478"/>
          <ac:spMkLst>
            <pc:docMk/>
            <pc:sldMk cId="1527112824" sldId="259"/>
            <ac:spMk id="203" creationId="{1EA3F2D2-1D8A-0439-C819-C1F883055936}"/>
          </ac:spMkLst>
        </pc:spChg>
        <pc:spChg chg="del mod">
          <ac:chgData name="Li, Hanchen F" userId="3aee791e-6a2d-4da7-a77b-fbdf7bf15886" providerId="ADAL" clId="{4F8A2B2C-B7F5-4843-8D93-4AD530387DAE}" dt="2025-06-18T04:19:59.551" v="3747" actId="478"/>
          <ac:spMkLst>
            <pc:docMk/>
            <pc:sldMk cId="1527112824" sldId="259"/>
            <ac:spMk id="204" creationId="{2E2F664A-0E25-7CD0-3819-9CB6C6D34CA7}"/>
          </ac:spMkLst>
        </pc:spChg>
        <pc:spChg chg="del">
          <ac:chgData name="Li, Hanchen F" userId="3aee791e-6a2d-4da7-a77b-fbdf7bf15886" providerId="ADAL" clId="{4F8A2B2C-B7F5-4843-8D93-4AD530387DAE}" dt="2025-06-18T03:52:42.138" v="3051" actId="478"/>
          <ac:spMkLst>
            <pc:docMk/>
            <pc:sldMk cId="1527112824" sldId="259"/>
            <ac:spMk id="205" creationId="{E4EB4F2F-1AAE-D295-5859-85968884BE66}"/>
          </ac:spMkLst>
        </pc:spChg>
        <pc:spChg chg="del">
          <ac:chgData name="Li, Hanchen F" userId="3aee791e-6a2d-4da7-a77b-fbdf7bf15886" providerId="ADAL" clId="{4F8A2B2C-B7F5-4843-8D93-4AD530387DAE}" dt="2025-06-18T03:52:39.989" v="3049" actId="478"/>
          <ac:spMkLst>
            <pc:docMk/>
            <pc:sldMk cId="1527112824" sldId="259"/>
            <ac:spMk id="206" creationId="{5B294ECD-24B6-45BF-7096-3CD35FDE75B3}"/>
          </ac:spMkLst>
        </pc:spChg>
        <pc:spChg chg="del">
          <ac:chgData name="Li, Hanchen F" userId="3aee791e-6a2d-4da7-a77b-fbdf7bf15886" providerId="ADAL" clId="{4F8A2B2C-B7F5-4843-8D93-4AD530387DAE}" dt="2025-06-18T02:54:14.579" v="338" actId="478"/>
          <ac:spMkLst>
            <pc:docMk/>
            <pc:sldMk cId="1527112824" sldId="259"/>
            <ac:spMk id="207" creationId="{9A5F5DA1-E376-40F7-290E-C17BA3C194A0}"/>
          </ac:spMkLst>
        </pc:spChg>
        <pc:spChg chg="del">
          <ac:chgData name="Li, Hanchen F" userId="3aee791e-6a2d-4da7-a77b-fbdf7bf15886" providerId="ADAL" clId="{4F8A2B2C-B7F5-4843-8D93-4AD530387DAE}" dt="2025-06-18T02:56:22.910" v="942" actId="478"/>
          <ac:spMkLst>
            <pc:docMk/>
            <pc:sldMk cId="1527112824" sldId="259"/>
            <ac:spMk id="208" creationId="{82BCD259-9776-1124-E0E6-29745351BDBD}"/>
          </ac:spMkLst>
        </pc:spChg>
        <pc:spChg chg="del mod">
          <ac:chgData name="Li, Hanchen F" userId="3aee791e-6a2d-4da7-a77b-fbdf7bf15886" providerId="ADAL" clId="{4F8A2B2C-B7F5-4843-8D93-4AD530387DAE}" dt="2025-06-18T03:55:44.964" v="3104" actId="478"/>
          <ac:spMkLst>
            <pc:docMk/>
            <pc:sldMk cId="1527112824" sldId="259"/>
            <ac:spMk id="209" creationId="{6FF767F2-1BEA-123E-454C-48818855DA95}"/>
          </ac:spMkLst>
        </pc:spChg>
        <pc:spChg chg="del mod">
          <ac:chgData name="Li, Hanchen F" userId="3aee791e-6a2d-4da7-a77b-fbdf7bf15886" providerId="ADAL" clId="{4F8A2B2C-B7F5-4843-8D93-4AD530387DAE}" dt="2025-06-18T02:54:10.409" v="333" actId="478"/>
          <ac:spMkLst>
            <pc:docMk/>
            <pc:sldMk cId="1527112824" sldId="259"/>
            <ac:spMk id="210" creationId="{57E90C35-41D0-03AE-A99B-4C7811E311AB}"/>
          </ac:spMkLst>
        </pc:spChg>
        <pc:spChg chg="del">
          <ac:chgData name="Li, Hanchen F" userId="3aee791e-6a2d-4da7-a77b-fbdf7bf15886" providerId="ADAL" clId="{4F8A2B2C-B7F5-4843-8D93-4AD530387DAE}" dt="2025-06-18T03:32:36.021" v="2324" actId="478"/>
          <ac:spMkLst>
            <pc:docMk/>
            <pc:sldMk cId="1527112824" sldId="259"/>
            <ac:spMk id="211" creationId="{DE9B22F7-B59B-69F2-5CCD-01FD857B1E8F}"/>
          </ac:spMkLst>
        </pc:spChg>
        <pc:spChg chg="add del mod">
          <ac:chgData name="Li, Hanchen F" userId="3aee791e-6a2d-4da7-a77b-fbdf7bf15886" providerId="ADAL" clId="{4F8A2B2C-B7F5-4843-8D93-4AD530387DAE}" dt="2025-06-18T03:43:26.574" v="2834" actId="478"/>
          <ac:spMkLst>
            <pc:docMk/>
            <pc:sldMk cId="1527112824" sldId="259"/>
            <ac:spMk id="212" creationId="{E6241AD9-4748-4604-B9AD-EDFDBA851C78}"/>
          </ac:spMkLst>
        </pc:spChg>
        <pc:spChg chg="add del mod">
          <ac:chgData name="Li, Hanchen F" userId="3aee791e-6a2d-4da7-a77b-fbdf7bf15886" providerId="ADAL" clId="{4F8A2B2C-B7F5-4843-8D93-4AD530387DAE}" dt="2025-06-18T03:43:27.947" v="2835" actId="478"/>
          <ac:spMkLst>
            <pc:docMk/>
            <pc:sldMk cId="1527112824" sldId="259"/>
            <ac:spMk id="213" creationId="{72CC5E63-FDE0-1E60-87A8-E27134D68060}"/>
          </ac:spMkLst>
        </pc:spChg>
        <pc:spChg chg="add mod">
          <ac:chgData name="Li, Hanchen F" userId="3aee791e-6a2d-4da7-a77b-fbdf7bf15886" providerId="ADAL" clId="{4F8A2B2C-B7F5-4843-8D93-4AD530387DAE}" dt="2025-06-18T03:22:05.767" v="1946" actId="1076"/>
          <ac:spMkLst>
            <pc:docMk/>
            <pc:sldMk cId="1527112824" sldId="259"/>
            <ac:spMk id="215" creationId="{2242A934-0E64-1610-2422-9961B95532F1}"/>
          </ac:spMkLst>
        </pc:spChg>
        <pc:spChg chg="add mod">
          <ac:chgData name="Li, Hanchen F" userId="3aee791e-6a2d-4da7-a77b-fbdf7bf15886" providerId="ADAL" clId="{4F8A2B2C-B7F5-4843-8D93-4AD530387DAE}" dt="2025-06-18T05:23:34.026" v="5308" actId="14100"/>
          <ac:spMkLst>
            <pc:docMk/>
            <pc:sldMk cId="1527112824" sldId="259"/>
            <ac:spMk id="217" creationId="{05C34849-7E3B-2F8D-BF93-B4B15F6663F2}"/>
          </ac:spMkLst>
        </pc:spChg>
        <pc:spChg chg="del">
          <ac:chgData name="Li, Hanchen F" userId="3aee791e-6a2d-4da7-a77b-fbdf7bf15886" providerId="ADAL" clId="{4F8A2B2C-B7F5-4843-8D93-4AD530387DAE}" dt="2025-06-18T03:55:48.116" v="3108" actId="478"/>
          <ac:spMkLst>
            <pc:docMk/>
            <pc:sldMk cId="1527112824" sldId="259"/>
            <ac:spMk id="218" creationId="{101DB376-9462-64A3-18E5-37A93D330938}"/>
          </ac:spMkLst>
        </pc:spChg>
        <pc:spChg chg="add mod">
          <ac:chgData name="Li, Hanchen F" userId="3aee791e-6a2d-4da7-a77b-fbdf7bf15886" providerId="ADAL" clId="{4F8A2B2C-B7F5-4843-8D93-4AD530387DAE}" dt="2025-06-18T03:22:43.699" v="1966" actId="14100"/>
          <ac:spMkLst>
            <pc:docMk/>
            <pc:sldMk cId="1527112824" sldId="259"/>
            <ac:spMk id="219" creationId="{08165409-1749-07DC-70DE-123CD5CDA41F}"/>
          </ac:spMkLst>
        </pc:spChg>
        <pc:spChg chg="add mod">
          <ac:chgData name="Li, Hanchen F" userId="3aee791e-6a2d-4da7-a77b-fbdf7bf15886" providerId="ADAL" clId="{4F8A2B2C-B7F5-4843-8D93-4AD530387DAE}" dt="2025-06-18T03:23:02.692" v="1968"/>
          <ac:spMkLst>
            <pc:docMk/>
            <pc:sldMk cId="1527112824" sldId="259"/>
            <ac:spMk id="220" creationId="{8641126A-FBAD-DC1A-D211-1BD953429920}"/>
          </ac:spMkLst>
        </pc:spChg>
        <pc:spChg chg="del">
          <ac:chgData name="Li, Hanchen F" userId="3aee791e-6a2d-4da7-a77b-fbdf7bf15886" providerId="ADAL" clId="{4F8A2B2C-B7F5-4843-8D93-4AD530387DAE}" dt="2025-06-18T02:53:57.516" v="317" actId="478"/>
          <ac:spMkLst>
            <pc:docMk/>
            <pc:sldMk cId="1527112824" sldId="259"/>
            <ac:spMk id="221" creationId="{CDF54196-ECDC-C625-522C-37F1C6524E16}"/>
          </ac:spMkLst>
        </pc:spChg>
        <pc:spChg chg="del">
          <ac:chgData name="Li, Hanchen F" userId="3aee791e-6a2d-4da7-a77b-fbdf7bf15886" providerId="ADAL" clId="{4F8A2B2C-B7F5-4843-8D93-4AD530387DAE}" dt="2025-06-18T02:53:56.281" v="315" actId="478"/>
          <ac:spMkLst>
            <pc:docMk/>
            <pc:sldMk cId="1527112824" sldId="259"/>
            <ac:spMk id="222" creationId="{622220B8-5CA2-354D-5AEE-F5766DF833BF}"/>
          </ac:spMkLst>
        </pc:spChg>
        <pc:spChg chg="del mod">
          <ac:chgData name="Li, Hanchen F" userId="3aee791e-6a2d-4da7-a77b-fbdf7bf15886" providerId="ADAL" clId="{4F8A2B2C-B7F5-4843-8D93-4AD530387DAE}" dt="2025-06-18T03:55:47.257" v="3107" actId="478"/>
          <ac:spMkLst>
            <pc:docMk/>
            <pc:sldMk cId="1527112824" sldId="259"/>
            <ac:spMk id="224" creationId="{69D90D16-F660-8491-E789-1C1D553A87EA}"/>
          </ac:spMkLst>
        </pc:spChg>
        <pc:spChg chg="add mod">
          <ac:chgData name="Li, Hanchen F" userId="3aee791e-6a2d-4da7-a77b-fbdf7bf15886" providerId="ADAL" clId="{4F8A2B2C-B7F5-4843-8D93-4AD530387DAE}" dt="2025-06-18T03:42:16.853" v="2812" actId="14100"/>
          <ac:spMkLst>
            <pc:docMk/>
            <pc:sldMk cId="1527112824" sldId="259"/>
            <ac:spMk id="225" creationId="{F33CC35C-C4D5-6016-00F2-7E39212A7B6B}"/>
          </ac:spMkLst>
        </pc:spChg>
        <pc:spChg chg="add mod">
          <ac:chgData name="Li, Hanchen F" userId="3aee791e-6a2d-4da7-a77b-fbdf7bf15886" providerId="ADAL" clId="{4F8A2B2C-B7F5-4843-8D93-4AD530387DAE}" dt="2025-06-18T03:37:32.031" v="2582" actId="1035"/>
          <ac:spMkLst>
            <pc:docMk/>
            <pc:sldMk cId="1527112824" sldId="259"/>
            <ac:spMk id="226" creationId="{66EB638D-E9FC-C487-88B1-37BB706D3C0B}"/>
          </ac:spMkLst>
        </pc:spChg>
        <pc:spChg chg="add del mod">
          <ac:chgData name="Li, Hanchen F" userId="3aee791e-6a2d-4da7-a77b-fbdf7bf15886" providerId="ADAL" clId="{4F8A2B2C-B7F5-4843-8D93-4AD530387DAE}" dt="2025-06-18T03:44:01.505" v="2847" actId="478"/>
          <ac:spMkLst>
            <pc:docMk/>
            <pc:sldMk cId="1527112824" sldId="259"/>
            <ac:spMk id="229" creationId="{F1B3DDB8-A614-0EB7-CD81-A9E4A9512350}"/>
          </ac:spMkLst>
        </pc:spChg>
        <pc:spChg chg="del">
          <ac:chgData name="Li, Hanchen F" userId="3aee791e-6a2d-4da7-a77b-fbdf7bf15886" providerId="ADAL" clId="{4F8A2B2C-B7F5-4843-8D93-4AD530387DAE}" dt="2025-06-18T03:43:54.910" v="2841" actId="478"/>
          <ac:spMkLst>
            <pc:docMk/>
            <pc:sldMk cId="1527112824" sldId="259"/>
            <ac:spMk id="233" creationId="{B30F01AD-9F08-CABC-4689-0D281B0FB9A6}"/>
          </ac:spMkLst>
        </pc:spChg>
        <pc:spChg chg="del">
          <ac:chgData name="Li, Hanchen F" userId="3aee791e-6a2d-4da7-a77b-fbdf7bf15886" providerId="ADAL" clId="{4F8A2B2C-B7F5-4843-8D93-4AD530387DAE}" dt="2025-06-18T03:43:55.781" v="2842" actId="478"/>
          <ac:spMkLst>
            <pc:docMk/>
            <pc:sldMk cId="1527112824" sldId="259"/>
            <ac:spMk id="234" creationId="{9FA1644A-7F02-D720-B79D-96138E73A98A}"/>
          </ac:spMkLst>
        </pc:spChg>
        <pc:spChg chg="del">
          <ac:chgData name="Li, Hanchen F" userId="3aee791e-6a2d-4da7-a77b-fbdf7bf15886" providerId="ADAL" clId="{4F8A2B2C-B7F5-4843-8D93-4AD530387DAE}" dt="2025-06-18T03:44:07.428" v="2851" actId="478"/>
          <ac:spMkLst>
            <pc:docMk/>
            <pc:sldMk cId="1527112824" sldId="259"/>
            <ac:spMk id="235" creationId="{1B2DDADC-F012-7687-598F-9F87B7D35049}"/>
          </ac:spMkLst>
        </pc:spChg>
        <pc:spChg chg="del">
          <ac:chgData name="Li, Hanchen F" userId="3aee791e-6a2d-4da7-a77b-fbdf7bf15886" providerId="ADAL" clId="{4F8A2B2C-B7F5-4843-8D93-4AD530387DAE}" dt="2025-06-18T03:44:06.077" v="2850" actId="478"/>
          <ac:spMkLst>
            <pc:docMk/>
            <pc:sldMk cId="1527112824" sldId="259"/>
            <ac:spMk id="236" creationId="{4BAFE63B-A2AD-A8DA-AFD3-627EB221005C}"/>
          </ac:spMkLst>
        </pc:spChg>
        <pc:spChg chg="del">
          <ac:chgData name="Li, Hanchen F" userId="3aee791e-6a2d-4da7-a77b-fbdf7bf15886" providerId="ADAL" clId="{4F8A2B2C-B7F5-4843-8D93-4AD530387DAE}" dt="2025-06-18T03:56:03.257" v="3113" actId="478"/>
          <ac:spMkLst>
            <pc:docMk/>
            <pc:sldMk cId="1527112824" sldId="259"/>
            <ac:spMk id="239" creationId="{6A5C7666-D0EF-0A77-63DE-F2DDA5563A56}"/>
          </ac:spMkLst>
        </pc:spChg>
        <pc:spChg chg="add del mod">
          <ac:chgData name="Li, Hanchen F" userId="3aee791e-6a2d-4da7-a77b-fbdf7bf15886" providerId="ADAL" clId="{4F8A2B2C-B7F5-4843-8D93-4AD530387DAE}" dt="2025-06-18T04:17:06.791" v="3677" actId="478"/>
          <ac:spMkLst>
            <pc:docMk/>
            <pc:sldMk cId="1527112824" sldId="259"/>
            <ac:spMk id="242" creationId="{108524D1-1034-4EBF-7708-E181F7198CAC}"/>
          </ac:spMkLst>
        </pc:spChg>
        <pc:spChg chg="add mod">
          <ac:chgData name="Li, Hanchen F" userId="3aee791e-6a2d-4da7-a77b-fbdf7bf15886" providerId="ADAL" clId="{4F8A2B2C-B7F5-4843-8D93-4AD530387DAE}" dt="2025-06-18T03:55:52.022" v="3109" actId="207"/>
          <ac:spMkLst>
            <pc:docMk/>
            <pc:sldMk cId="1527112824" sldId="259"/>
            <ac:spMk id="243" creationId="{0F3C7130-F903-65F7-F6C7-9B1698AC3A1B}"/>
          </ac:spMkLst>
        </pc:spChg>
        <pc:spChg chg="mod ord">
          <ac:chgData name="Li, Hanchen F" userId="3aee791e-6a2d-4da7-a77b-fbdf7bf15886" providerId="ADAL" clId="{4F8A2B2C-B7F5-4843-8D93-4AD530387DAE}" dt="2025-06-18T04:41:04.859" v="5221" actId="167"/>
          <ac:spMkLst>
            <pc:docMk/>
            <pc:sldMk cId="1527112824" sldId="259"/>
            <ac:spMk id="246" creationId="{028B6D2E-15F2-D1EF-3C2C-EE3B9705842A}"/>
          </ac:spMkLst>
        </pc:spChg>
        <pc:spChg chg="add mod">
          <ac:chgData name="Li, Hanchen F" userId="3aee791e-6a2d-4da7-a77b-fbdf7bf15886" providerId="ADAL" clId="{4F8A2B2C-B7F5-4843-8D93-4AD530387DAE}" dt="2025-06-18T04:16:58.384" v="3674" actId="113"/>
          <ac:spMkLst>
            <pc:docMk/>
            <pc:sldMk cId="1527112824" sldId="259"/>
            <ac:spMk id="247" creationId="{5B492B6F-34F7-BC97-2D0F-2DA75A4C659F}"/>
          </ac:spMkLst>
        </pc:spChg>
        <pc:spChg chg="add mod">
          <ac:chgData name="Li, Hanchen F" userId="3aee791e-6a2d-4da7-a77b-fbdf7bf15886" providerId="ADAL" clId="{4F8A2B2C-B7F5-4843-8D93-4AD530387DAE}" dt="2025-06-18T04:05:22.997" v="3315"/>
          <ac:spMkLst>
            <pc:docMk/>
            <pc:sldMk cId="1527112824" sldId="259"/>
            <ac:spMk id="248" creationId="{1AB82AD0-AC24-B5B9-25A0-F95A355970AB}"/>
          </ac:spMkLst>
        </pc:spChg>
        <pc:spChg chg="add mod ord">
          <ac:chgData name="Li, Hanchen F" userId="3aee791e-6a2d-4da7-a77b-fbdf7bf15886" providerId="ADAL" clId="{4F8A2B2C-B7F5-4843-8D93-4AD530387DAE}" dt="2025-06-18T04:48:03.571" v="5253" actId="14100"/>
          <ac:spMkLst>
            <pc:docMk/>
            <pc:sldMk cId="1527112824" sldId="259"/>
            <ac:spMk id="249" creationId="{5B5F717B-0A0B-A3EA-5F0A-698BFB02C325}"/>
          </ac:spMkLst>
        </pc:spChg>
        <pc:spChg chg="add mod">
          <ac:chgData name="Li, Hanchen F" userId="3aee791e-6a2d-4da7-a77b-fbdf7bf15886" providerId="ADAL" clId="{4F8A2B2C-B7F5-4843-8D93-4AD530387DAE}" dt="2025-06-18T04:22:42.020" v="3816" actId="1076"/>
          <ac:spMkLst>
            <pc:docMk/>
            <pc:sldMk cId="1527112824" sldId="259"/>
            <ac:spMk id="250" creationId="{28B373B3-727F-2BDF-92F9-BF3F4A9843C6}"/>
          </ac:spMkLst>
        </pc:spChg>
        <pc:spChg chg="add mod ord">
          <ac:chgData name="Li, Hanchen F" userId="3aee791e-6a2d-4da7-a77b-fbdf7bf15886" providerId="ADAL" clId="{4F8A2B2C-B7F5-4843-8D93-4AD530387DAE}" dt="2025-06-18T04:48:28.626" v="5263" actId="171"/>
          <ac:spMkLst>
            <pc:docMk/>
            <pc:sldMk cId="1527112824" sldId="259"/>
            <ac:spMk id="252" creationId="{500F8674-CCD1-D5CA-6765-7C0A761CB051}"/>
          </ac:spMkLst>
        </pc:spChg>
        <pc:spChg chg="add mod">
          <ac:chgData name="Li, Hanchen F" userId="3aee791e-6a2d-4da7-a77b-fbdf7bf15886" providerId="ADAL" clId="{4F8A2B2C-B7F5-4843-8D93-4AD530387DAE}" dt="2025-06-18T05:08:01.851" v="5299" actId="1038"/>
          <ac:spMkLst>
            <pc:docMk/>
            <pc:sldMk cId="1527112824" sldId="259"/>
            <ac:spMk id="254" creationId="{313790A3-A8AC-BE4F-4E43-F7CF36E2F9E8}"/>
          </ac:spMkLst>
        </pc:spChg>
        <pc:spChg chg="add mod">
          <ac:chgData name="Li, Hanchen F" userId="3aee791e-6a2d-4da7-a77b-fbdf7bf15886" providerId="ADAL" clId="{4F8A2B2C-B7F5-4843-8D93-4AD530387DAE}" dt="2025-06-18T04:22:42.020" v="3816" actId="1076"/>
          <ac:spMkLst>
            <pc:docMk/>
            <pc:sldMk cId="1527112824" sldId="259"/>
            <ac:spMk id="255" creationId="{6369C9C4-48DD-7C2C-AB52-205EB3E5A3EE}"/>
          </ac:spMkLst>
        </pc:spChg>
        <pc:spChg chg="add mod">
          <ac:chgData name="Li, Hanchen F" userId="3aee791e-6a2d-4da7-a77b-fbdf7bf15886" providerId="ADAL" clId="{4F8A2B2C-B7F5-4843-8D93-4AD530387DAE}" dt="2025-06-18T04:22:28.861" v="3809" actId="368"/>
          <ac:spMkLst>
            <pc:docMk/>
            <pc:sldMk cId="1527112824" sldId="259"/>
            <ac:spMk id="256" creationId="{78E5F8D4-5101-65F4-669D-2875D3CEA12D}"/>
          </ac:spMkLst>
        </pc:spChg>
        <pc:spChg chg="add mod">
          <ac:chgData name="Li, Hanchen F" userId="3aee791e-6a2d-4da7-a77b-fbdf7bf15886" providerId="ADAL" clId="{4F8A2B2C-B7F5-4843-8D93-4AD530387DAE}" dt="2025-06-18T04:22:28.861" v="3809" actId="368"/>
          <ac:spMkLst>
            <pc:docMk/>
            <pc:sldMk cId="1527112824" sldId="259"/>
            <ac:spMk id="257" creationId="{1E9C0825-D07A-482B-A364-19A242D93D6C}"/>
          </ac:spMkLst>
        </pc:spChg>
        <pc:spChg chg="add mod">
          <ac:chgData name="Li, Hanchen F" userId="3aee791e-6a2d-4da7-a77b-fbdf7bf15886" providerId="ADAL" clId="{4F8A2B2C-B7F5-4843-8D93-4AD530387DAE}" dt="2025-06-18T04:22:42.020" v="3816" actId="1076"/>
          <ac:spMkLst>
            <pc:docMk/>
            <pc:sldMk cId="1527112824" sldId="259"/>
            <ac:spMk id="258" creationId="{2ABBDB64-7B66-91E0-6B2D-89554B0AE58E}"/>
          </ac:spMkLst>
        </pc:spChg>
        <pc:spChg chg="add mod">
          <ac:chgData name="Li, Hanchen F" userId="3aee791e-6a2d-4da7-a77b-fbdf7bf15886" providerId="ADAL" clId="{4F8A2B2C-B7F5-4843-8D93-4AD530387DAE}" dt="2025-06-18T04:22:42.020" v="3816" actId="1076"/>
          <ac:spMkLst>
            <pc:docMk/>
            <pc:sldMk cId="1527112824" sldId="259"/>
            <ac:spMk id="259" creationId="{C1005B12-02D1-6B34-DEF9-DB28B5D0BB89}"/>
          </ac:spMkLst>
        </pc:spChg>
        <pc:spChg chg="add mod">
          <ac:chgData name="Li, Hanchen F" userId="3aee791e-6a2d-4da7-a77b-fbdf7bf15886" providerId="ADAL" clId="{4F8A2B2C-B7F5-4843-8D93-4AD530387DAE}" dt="2025-06-18T04:22:42.020" v="3816" actId="1076"/>
          <ac:spMkLst>
            <pc:docMk/>
            <pc:sldMk cId="1527112824" sldId="259"/>
            <ac:spMk id="260" creationId="{F19D96ED-E705-D818-F899-0E230F127F04}"/>
          </ac:spMkLst>
        </pc:spChg>
        <pc:spChg chg="add mod">
          <ac:chgData name="Li, Hanchen F" userId="3aee791e-6a2d-4da7-a77b-fbdf7bf15886" providerId="ADAL" clId="{4F8A2B2C-B7F5-4843-8D93-4AD530387DAE}" dt="2025-06-18T04:22:42.020" v="3816" actId="1076"/>
          <ac:spMkLst>
            <pc:docMk/>
            <pc:sldMk cId="1527112824" sldId="259"/>
            <ac:spMk id="261" creationId="{F62A6E05-3A63-592B-4C00-6A88C3F203B3}"/>
          </ac:spMkLst>
        </pc:spChg>
        <pc:spChg chg="add mod">
          <ac:chgData name="Li, Hanchen F" userId="3aee791e-6a2d-4da7-a77b-fbdf7bf15886" providerId="ADAL" clId="{4F8A2B2C-B7F5-4843-8D93-4AD530387DAE}" dt="2025-06-18T05:07:45.476" v="5289" actId="14100"/>
          <ac:spMkLst>
            <pc:docMk/>
            <pc:sldMk cId="1527112824" sldId="259"/>
            <ac:spMk id="262" creationId="{3069AA26-CE14-7A04-B691-90D8FCE4DEF6}"/>
          </ac:spMkLst>
        </pc:spChg>
        <pc:spChg chg="add mod">
          <ac:chgData name="Li, Hanchen F" userId="3aee791e-6a2d-4da7-a77b-fbdf7bf15886" providerId="ADAL" clId="{4F8A2B2C-B7F5-4843-8D93-4AD530387DAE}" dt="2025-06-18T05:27:29.397" v="5363" actId="14100"/>
          <ac:spMkLst>
            <pc:docMk/>
            <pc:sldMk cId="1527112824" sldId="259"/>
            <ac:spMk id="263" creationId="{25711872-916E-D822-18AA-3266BEF5D169}"/>
          </ac:spMkLst>
        </pc:spChg>
        <pc:spChg chg="add mod">
          <ac:chgData name="Li, Hanchen F" userId="3aee791e-6a2d-4da7-a77b-fbdf7bf15886" providerId="ADAL" clId="{4F8A2B2C-B7F5-4843-8D93-4AD530387DAE}" dt="2025-06-18T05:07:26.933" v="5286" actId="1036"/>
          <ac:spMkLst>
            <pc:docMk/>
            <pc:sldMk cId="1527112824" sldId="259"/>
            <ac:spMk id="264" creationId="{9A3E5AC8-6A59-AC74-9FF7-406046A792D0}"/>
          </ac:spMkLst>
        </pc:spChg>
        <pc:spChg chg="add del">
          <ac:chgData name="Li, Hanchen F" userId="3aee791e-6a2d-4da7-a77b-fbdf7bf15886" providerId="ADAL" clId="{4F8A2B2C-B7F5-4843-8D93-4AD530387DAE}" dt="2025-06-18T04:41:21.970" v="5222" actId="478"/>
          <ac:spMkLst>
            <pc:docMk/>
            <pc:sldMk cId="1527112824" sldId="259"/>
            <ac:spMk id="265" creationId="{1FC26CA7-D0E6-133F-9513-E98D1F8C4113}"/>
          </ac:spMkLst>
        </pc:spChg>
        <pc:grpChg chg="add mod">
          <ac:chgData name="Li, Hanchen F" userId="3aee791e-6a2d-4da7-a77b-fbdf7bf15886" providerId="ADAL" clId="{4F8A2B2C-B7F5-4843-8D93-4AD530387DAE}" dt="2025-06-18T02:53:38.556" v="305" actId="14100"/>
          <ac:grpSpMkLst>
            <pc:docMk/>
            <pc:sldMk cId="1527112824" sldId="259"/>
            <ac:grpSpMk id="97" creationId="{6DBCB96B-ADDB-EFB2-E6C8-BD2D1318AD52}"/>
          </ac:grpSpMkLst>
        </pc:grpChg>
        <pc:grpChg chg="add mod">
          <ac:chgData name="Li, Hanchen F" userId="3aee791e-6a2d-4da7-a77b-fbdf7bf15886" providerId="ADAL" clId="{4F8A2B2C-B7F5-4843-8D93-4AD530387DAE}" dt="2025-06-18T04:08:21.683" v="3411" actId="1035"/>
          <ac:grpSpMkLst>
            <pc:docMk/>
            <pc:sldMk cId="1527112824" sldId="259"/>
            <ac:grpSpMk id="244" creationId="{A375257D-E0BA-6D1D-029D-0EC674DD6233}"/>
          </ac:grpSpMkLst>
        </pc:grpChg>
        <pc:graphicFrameChg chg="del modGraphic">
          <ac:chgData name="Li, Hanchen F" userId="3aee791e-6a2d-4da7-a77b-fbdf7bf15886" providerId="ADAL" clId="{4F8A2B2C-B7F5-4843-8D93-4AD530387DAE}" dt="2025-06-18T03:56:04.340" v="3114" actId="478"/>
          <ac:graphicFrameMkLst>
            <pc:docMk/>
            <pc:sldMk cId="1527112824" sldId="259"/>
            <ac:graphicFrameMk id="24" creationId="{1A139551-0F6B-954D-D0D5-22DCBF70BB50}"/>
          </ac:graphicFrameMkLst>
        </pc:graphicFrameChg>
        <pc:graphicFrameChg chg="del">
          <ac:chgData name="Li, Hanchen F" userId="3aee791e-6a2d-4da7-a77b-fbdf7bf15886" providerId="ADAL" clId="{4F8A2B2C-B7F5-4843-8D93-4AD530387DAE}" dt="2025-06-18T02:56:28.342" v="943" actId="478"/>
          <ac:graphicFrameMkLst>
            <pc:docMk/>
            <pc:sldMk cId="1527112824" sldId="259"/>
            <ac:graphicFrameMk id="73" creationId="{2F878BBF-44BC-13DA-BF13-986D3483E265}"/>
          </ac:graphicFrameMkLst>
        </pc:graphicFrameChg>
        <pc:graphicFrameChg chg="mod">
          <ac:chgData name="Li, Hanchen F" userId="3aee791e-6a2d-4da7-a77b-fbdf7bf15886" providerId="ADAL" clId="{4F8A2B2C-B7F5-4843-8D93-4AD530387DAE}" dt="2025-06-18T02:53:35.986" v="303"/>
          <ac:graphicFrameMkLst>
            <pc:docMk/>
            <pc:sldMk cId="1527112824" sldId="259"/>
            <ac:graphicFrameMk id="102" creationId="{F51FE301-2817-B18D-8487-2305FB4E6C7F}"/>
          </ac:graphicFrameMkLst>
        </pc:graphicFrameChg>
        <pc:graphicFrameChg chg="del">
          <ac:chgData name="Li, Hanchen F" userId="3aee791e-6a2d-4da7-a77b-fbdf7bf15886" providerId="ADAL" clId="{4F8A2B2C-B7F5-4843-8D93-4AD530387DAE}" dt="2025-06-18T03:52:36.176" v="3045" actId="478"/>
          <ac:graphicFrameMkLst>
            <pc:docMk/>
            <pc:sldMk cId="1527112824" sldId="259"/>
            <ac:graphicFrameMk id="120" creationId="{84873135-0C3B-44A8-FA60-0068FABD9C3A}"/>
          </ac:graphicFrameMkLst>
        </pc:graphicFrameChg>
        <pc:graphicFrameChg chg="del">
          <ac:chgData name="Li, Hanchen F" userId="3aee791e-6a2d-4da7-a77b-fbdf7bf15886" providerId="ADAL" clId="{4F8A2B2C-B7F5-4843-8D93-4AD530387DAE}" dt="2025-06-18T03:19:28.901" v="1879" actId="478"/>
          <ac:graphicFrameMkLst>
            <pc:docMk/>
            <pc:sldMk cId="1527112824" sldId="259"/>
            <ac:graphicFrameMk id="146" creationId="{FFD5346E-1152-B5F2-9679-282F2AE083EA}"/>
          </ac:graphicFrameMkLst>
        </pc:graphicFrameChg>
        <pc:graphicFrameChg chg="add mod ord modGraphic">
          <ac:chgData name="Li, Hanchen F" userId="3aee791e-6a2d-4da7-a77b-fbdf7bf15886" providerId="ADAL" clId="{4F8A2B2C-B7F5-4843-8D93-4AD530387DAE}" dt="2025-06-18T03:20:09.033" v="1895" actId="1035"/>
          <ac:graphicFrameMkLst>
            <pc:docMk/>
            <pc:sldMk cId="1527112824" sldId="259"/>
            <ac:graphicFrameMk id="159" creationId="{7654CA59-7B2D-A95C-B9AE-7C0D0984A646}"/>
          </ac:graphicFrameMkLst>
        </pc:graphicFrameChg>
        <pc:graphicFrameChg chg="del">
          <ac:chgData name="Li, Hanchen F" userId="3aee791e-6a2d-4da7-a77b-fbdf7bf15886" providerId="ADAL" clId="{4F8A2B2C-B7F5-4843-8D93-4AD530387DAE}" dt="2025-06-18T03:52:06.400" v="3022" actId="478"/>
          <ac:graphicFrameMkLst>
            <pc:docMk/>
            <pc:sldMk cId="1527112824" sldId="259"/>
            <ac:graphicFrameMk id="160" creationId="{2DE9CCC3-6806-05A8-F579-22D0B61FD9FE}"/>
          </ac:graphicFrameMkLst>
        </pc:graphicFrameChg>
        <pc:graphicFrameChg chg="add mod ord modGraphic">
          <ac:chgData name="Li, Hanchen F" userId="3aee791e-6a2d-4da7-a77b-fbdf7bf15886" providerId="ADAL" clId="{4F8A2B2C-B7F5-4843-8D93-4AD530387DAE}" dt="2025-06-18T05:23:23.754" v="5306" actId="14100"/>
          <ac:graphicFrameMkLst>
            <pc:docMk/>
            <pc:sldMk cId="1527112824" sldId="259"/>
            <ac:graphicFrameMk id="174" creationId="{86158633-32ED-E6DA-3C88-005A90D77F66}"/>
          </ac:graphicFrameMkLst>
        </pc:graphicFrameChg>
        <pc:graphicFrameChg chg="add mod">
          <ac:chgData name="Li, Hanchen F" userId="3aee791e-6a2d-4da7-a77b-fbdf7bf15886" providerId="ADAL" clId="{4F8A2B2C-B7F5-4843-8D93-4AD530387DAE}" dt="2025-06-18T03:15:04.513" v="1795"/>
          <ac:graphicFrameMkLst>
            <pc:docMk/>
            <pc:sldMk cId="1527112824" sldId="259"/>
            <ac:graphicFrameMk id="175" creationId="{A72ACAE8-D783-D048-4D83-42225041A516}"/>
          </ac:graphicFrameMkLst>
        </pc:graphicFrameChg>
        <pc:graphicFrameChg chg="add del mod modGraphic">
          <ac:chgData name="Li, Hanchen F" userId="3aee791e-6a2d-4da7-a77b-fbdf7bf15886" providerId="ADAL" clId="{4F8A2B2C-B7F5-4843-8D93-4AD530387DAE}" dt="2025-06-18T03:19:21.034" v="1878" actId="478"/>
          <ac:graphicFrameMkLst>
            <pc:docMk/>
            <pc:sldMk cId="1527112824" sldId="259"/>
            <ac:graphicFrameMk id="181" creationId="{0D250D27-B5C6-96A9-3F9E-072799C17871}"/>
          </ac:graphicFrameMkLst>
        </pc:graphicFrameChg>
        <pc:graphicFrameChg chg="add mod">
          <ac:chgData name="Li, Hanchen F" userId="3aee791e-6a2d-4da7-a77b-fbdf7bf15886" providerId="ADAL" clId="{4F8A2B2C-B7F5-4843-8D93-4AD530387DAE}" dt="2025-06-18T03:20:51.348" v="1924"/>
          <ac:graphicFrameMkLst>
            <pc:docMk/>
            <pc:sldMk cId="1527112824" sldId="259"/>
            <ac:graphicFrameMk id="182" creationId="{C360A2FB-60EE-1F68-4445-0EC5A62BB503}"/>
          </ac:graphicFrameMkLst>
        </pc:graphicFrameChg>
        <pc:graphicFrameChg chg="add mod">
          <ac:chgData name="Li, Hanchen F" userId="3aee791e-6a2d-4da7-a77b-fbdf7bf15886" providerId="ADAL" clId="{4F8A2B2C-B7F5-4843-8D93-4AD530387DAE}" dt="2025-06-18T03:20:59.421" v="1927" actId="1076"/>
          <ac:graphicFrameMkLst>
            <pc:docMk/>
            <pc:sldMk cId="1527112824" sldId="259"/>
            <ac:graphicFrameMk id="184" creationId="{C47E5D98-083E-5D7F-298E-B607CC23647D}"/>
          </ac:graphicFrameMkLst>
        </pc:graphicFrameChg>
        <pc:graphicFrameChg chg="add del mod modGraphic">
          <ac:chgData name="Li, Hanchen F" userId="3aee791e-6a2d-4da7-a77b-fbdf7bf15886" providerId="ADAL" clId="{4F8A2B2C-B7F5-4843-8D93-4AD530387DAE}" dt="2025-06-18T03:43:25.552" v="2833" actId="478"/>
          <ac:graphicFrameMkLst>
            <pc:docMk/>
            <pc:sldMk cId="1527112824" sldId="259"/>
            <ac:graphicFrameMk id="202" creationId="{71B1D060-3579-5934-B082-D877152B4751}"/>
          </ac:graphicFrameMkLst>
        </pc:graphicFrameChg>
        <pc:graphicFrameChg chg="add mod">
          <ac:chgData name="Li, Hanchen F" userId="3aee791e-6a2d-4da7-a77b-fbdf7bf15886" providerId="ADAL" clId="{4F8A2B2C-B7F5-4843-8D93-4AD530387DAE}" dt="2025-06-18T03:22:05.767" v="1946" actId="1076"/>
          <ac:graphicFrameMkLst>
            <pc:docMk/>
            <pc:sldMk cId="1527112824" sldId="259"/>
            <ac:graphicFrameMk id="214" creationId="{FD23846E-6C1A-0630-9AEA-A4B37E56C9E7}"/>
          </ac:graphicFrameMkLst>
        </pc:graphicFrameChg>
        <pc:graphicFrameChg chg="add mod ord modGraphic">
          <ac:chgData name="Li, Hanchen F" userId="3aee791e-6a2d-4da7-a77b-fbdf7bf15886" providerId="ADAL" clId="{4F8A2B2C-B7F5-4843-8D93-4AD530387DAE}" dt="2025-06-18T05:24:18.737" v="5332" actId="20577"/>
          <ac:graphicFrameMkLst>
            <pc:docMk/>
            <pc:sldMk cId="1527112824" sldId="259"/>
            <ac:graphicFrameMk id="216" creationId="{228F86BD-FE12-C601-6EA8-456F3BEBF6C5}"/>
          </ac:graphicFrameMkLst>
        </pc:graphicFrameChg>
        <pc:graphicFrameChg chg="add mod ord modGraphic">
          <ac:chgData name="Li, Hanchen F" userId="3aee791e-6a2d-4da7-a77b-fbdf7bf15886" providerId="ADAL" clId="{4F8A2B2C-B7F5-4843-8D93-4AD530387DAE}" dt="2025-06-18T05:25:14.184" v="5355" actId="166"/>
          <ac:graphicFrameMkLst>
            <pc:docMk/>
            <pc:sldMk cId="1527112824" sldId="259"/>
            <ac:graphicFrameMk id="223" creationId="{AC671B7E-8880-AB67-BFE5-88DA67EADD94}"/>
          </ac:graphicFrameMkLst>
        </pc:graphicFrameChg>
        <pc:graphicFrameChg chg="add mod">
          <ac:chgData name="Li, Hanchen F" userId="3aee791e-6a2d-4da7-a77b-fbdf7bf15886" providerId="ADAL" clId="{4F8A2B2C-B7F5-4843-8D93-4AD530387DAE}" dt="2025-06-18T03:43:49.722" v="2838" actId="1076"/>
          <ac:graphicFrameMkLst>
            <pc:docMk/>
            <pc:sldMk cId="1527112824" sldId="259"/>
            <ac:graphicFrameMk id="227" creationId="{E01CF4DC-5EFD-883F-E0A8-C9A9CCCF6D7A}"/>
          </ac:graphicFrameMkLst>
        </pc:graphicFrameChg>
        <pc:graphicFrameChg chg="add mod">
          <ac:chgData name="Li, Hanchen F" userId="3aee791e-6a2d-4da7-a77b-fbdf7bf15886" providerId="ADAL" clId="{4F8A2B2C-B7F5-4843-8D93-4AD530387DAE}" dt="2025-06-18T03:43:49.722" v="2838" actId="1076"/>
          <ac:graphicFrameMkLst>
            <pc:docMk/>
            <pc:sldMk cId="1527112824" sldId="259"/>
            <ac:graphicFrameMk id="228" creationId="{EF1D7E70-5A4A-ED62-6C8F-3A0B84A49072}"/>
          </ac:graphicFrameMkLst>
        </pc:graphicFrameChg>
        <pc:graphicFrameChg chg="add mod modGraphic">
          <ac:chgData name="Li, Hanchen F" userId="3aee791e-6a2d-4da7-a77b-fbdf7bf15886" providerId="ADAL" clId="{4F8A2B2C-B7F5-4843-8D93-4AD530387DAE}" dt="2025-06-18T05:23:03.315" v="5302" actId="14100"/>
          <ac:graphicFrameMkLst>
            <pc:docMk/>
            <pc:sldMk cId="1527112824" sldId="259"/>
            <ac:graphicFrameMk id="230" creationId="{1B99A63B-5F65-0952-EE95-336913855F0E}"/>
          </ac:graphicFrameMkLst>
        </pc:graphicFrameChg>
        <pc:graphicFrameChg chg="add mod modGraphic">
          <ac:chgData name="Li, Hanchen F" userId="3aee791e-6a2d-4da7-a77b-fbdf7bf15886" providerId="ADAL" clId="{4F8A2B2C-B7F5-4843-8D93-4AD530387DAE}" dt="2025-06-18T04:22:21.303" v="3806" actId="14100"/>
          <ac:graphicFrameMkLst>
            <pc:docMk/>
            <pc:sldMk cId="1527112824" sldId="259"/>
            <ac:graphicFrameMk id="231" creationId="{755F01CB-BC89-9B2E-0189-6C951CC583C1}"/>
          </ac:graphicFrameMkLst>
        </pc:graphicFrameChg>
        <pc:graphicFrameChg chg="add del mod">
          <ac:chgData name="Li, Hanchen F" userId="3aee791e-6a2d-4da7-a77b-fbdf7bf15886" providerId="ADAL" clId="{4F8A2B2C-B7F5-4843-8D93-4AD530387DAE}" dt="2025-06-18T03:50:47.834" v="2987" actId="478"/>
          <ac:graphicFrameMkLst>
            <pc:docMk/>
            <pc:sldMk cId="1527112824" sldId="259"/>
            <ac:graphicFrameMk id="237" creationId="{1C027F2E-5067-4D94-A37B-C647BC6EE88A}"/>
          </ac:graphicFrameMkLst>
        </pc:graphicFrameChg>
        <pc:graphicFrameChg chg="mod">
          <ac:chgData name="Li, Hanchen F" userId="3aee791e-6a2d-4da7-a77b-fbdf7bf15886" providerId="ADAL" clId="{4F8A2B2C-B7F5-4843-8D93-4AD530387DAE}" dt="2025-06-18T04:42:40.721" v="5224" actId="2084"/>
          <ac:graphicFrameMkLst>
            <pc:docMk/>
            <pc:sldMk cId="1527112824" sldId="259"/>
            <ac:graphicFrameMk id="245" creationId="{ACD9CED4-621F-33B0-30D6-44F9A31DD2E6}"/>
          </ac:graphicFrameMkLst>
        </pc:graphicFrameChg>
        <pc:picChg chg="add mod">
          <ac:chgData name="Li, Hanchen F" userId="3aee791e-6a2d-4da7-a77b-fbdf7bf15886" providerId="ADAL" clId="{4F8A2B2C-B7F5-4843-8D93-4AD530387DAE}" dt="2025-06-18T05:07:07.840" v="5273" actId="571"/>
          <ac:picMkLst>
            <pc:docMk/>
            <pc:sldMk cId="1527112824" sldId="259"/>
            <ac:picMk id="2" creationId="{D556B51C-0EC6-4AFE-8402-33F8F378D834}"/>
          </ac:picMkLst>
        </pc:picChg>
        <pc:picChg chg="del">
          <ac:chgData name="Li, Hanchen F" userId="3aee791e-6a2d-4da7-a77b-fbdf7bf15886" providerId="ADAL" clId="{4F8A2B2C-B7F5-4843-8D93-4AD530387DAE}" dt="2025-06-18T02:56:54.547" v="965" actId="478"/>
          <ac:picMkLst>
            <pc:docMk/>
            <pc:sldMk cId="1527112824" sldId="259"/>
            <ac:picMk id="7" creationId="{45F83F0C-2ABA-C12E-91C8-8FE7F7924D2D}"/>
          </ac:picMkLst>
        </pc:picChg>
        <pc:picChg chg="del">
          <ac:chgData name="Li, Hanchen F" userId="3aee791e-6a2d-4da7-a77b-fbdf7bf15886" providerId="ADAL" clId="{4F8A2B2C-B7F5-4843-8D93-4AD530387DAE}" dt="2025-06-18T02:53:50.676" v="309" actId="478"/>
          <ac:picMkLst>
            <pc:docMk/>
            <pc:sldMk cId="1527112824" sldId="259"/>
            <ac:picMk id="13" creationId="{298ABDD8-69AC-83ED-3F1E-BBA343019B96}"/>
          </ac:picMkLst>
        </pc:picChg>
        <pc:picChg chg="del">
          <ac:chgData name="Li, Hanchen F" userId="3aee791e-6a2d-4da7-a77b-fbdf7bf15886" providerId="ADAL" clId="{4F8A2B2C-B7F5-4843-8D93-4AD530387DAE}" dt="2025-06-18T02:53:50.162" v="308" actId="478"/>
          <ac:picMkLst>
            <pc:docMk/>
            <pc:sldMk cId="1527112824" sldId="259"/>
            <ac:picMk id="15" creationId="{DE812DBE-E483-BF95-E88D-692C2269C14D}"/>
          </ac:picMkLst>
        </pc:picChg>
        <pc:picChg chg="del">
          <ac:chgData name="Li, Hanchen F" userId="3aee791e-6a2d-4da7-a77b-fbdf7bf15886" providerId="ADAL" clId="{4F8A2B2C-B7F5-4843-8D93-4AD530387DAE}" dt="2025-06-18T03:56:05.521" v="3115" actId="478"/>
          <ac:picMkLst>
            <pc:docMk/>
            <pc:sldMk cId="1527112824" sldId="259"/>
            <ac:picMk id="17" creationId="{8498375B-A550-85FB-E28B-ACF121A31EA1}"/>
          </ac:picMkLst>
        </pc:picChg>
        <pc:picChg chg="del">
          <ac:chgData name="Li, Hanchen F" userId="3aee791e-6a2d-4da7-a77b-fbdf7bf15886" providerId="ADAL" clId="{4F8A2B2C-B7F5-4843-8D93-4AD530387DAE}" dt="2025-06-18T02:53:52.085" v="310" actId="478"/>
          <ac:picMkLst>
            <pc:docMk/>
            <pc:sldMk cId="1527112824" sldId="259"/>
            <ac:picMk id="19" creationId="{A9B4C8AF-1759-444D-6C78-6E7E2A8B5816}"/>
          </ac:picMkLst>
        </pc:picChg>
        <pc:picChg chg="del">
          <ac:chgData name="Li, Hanchen F" userId="3aee791e-6a2d-4da7-a77b-fbdf7bf15886" providerId="ADAL" clId="{4F8A2B2C-B7F5-4843-8D93-4AD530387DAE}" dt="2025-06-18T03:55:44.061" v="3102" actId="478"/>
          <ac:picMkLst>
            <pc:docMk/>
            <pc:sldMk cId="1527112824" sldId="259"/>
            <ac:picMk id="34" creationId="{DF846A39-20D4-470C-8EDB-325D0F5D092F}"/>
          </ac:picMkLst>
        </pc:picChg>
        <pc:picChg chg="del">
          <ac:chgData name="Li, Hanchen F" userId="3aee791e-6a2d-4da7-a77b-fbdf7bf15886" providerId="ADAL" clId="{4F8A2B2C-B7F5-4843-8D93-4AD530387DAE}" dt="2025-06-18T02:56:55.592" v="966" actId="478"/>
          <ac:picMkLst>
            <pc:docMk/>
            <pc:sldMk cId="1527112824" sldId="259"/>
            <ac:picMk id="58" creationId="{6AB14864-DD5D-1AC3-9CE1-989D3E0490C1}"/>
          </ac:picMkLst>
        </pc:picChg>
        <pc:picChg chg="del">
          <ac:chgData name="Li, Hanchen F" userId="3aee791e-6a2d-4da7-a77b-fbdf7bf15886" providerId="ADAL" clId="{4F8A2B2C-B7F5-4843-8D93-4AD530387DAE}" dt="2025-06-18T02:56:54.547" v="965" actId="478"/>
          <ac:picMkLst>
            <pc:docMk/>
            <pc:sldMk cId="1527112824" sldId="259"/>
            <ac:picMk id="61" creationId="{F65959D9-4A46-8009-A73F-4CD26B02434A}"/>
          </ac:picMkLst>
        </pc:picChg>
        <pc:picChg chg="del">
          <ac:chgData name="Li, Hanchen F" userId="3aee791e-6a2d-4da7-a77b-fbdf7bf15886" providerId="ADAL" clId="{4F8A2B2C-B7F5-4843-8D93-4AD530387DAE}" dt="2025-06-18T02:56:48.707" v="964" actId="478"/>
          <ac:picMkLst>
            <pc:docMk/>
            <pc:sldMk cId="1527112824" sldId="259"/>
            <ac:picMk id="64" creationId="{83A8ADB5-7865-318E-7A17-0CF1936775FE}"/>
          </ac:picMkLst>
        </pc:picChg>
        <pc:picChg chg="del">
          <ac:chgData name="Li, Hanchen F" userId="3aee791e-6a2d-4da7-a77b-fbdf7bf15886" providerId="ADAL" clId="{4F8A2B2C-B7F5-4843-8D93-4AD530387DAE}" dt="2025-06-18T02:56:54.547" v="965" actId="478"/>
          <ac:picMkLst>
            <pc:docMk/>
            <pc:sldMk cId="1527112824" sldId="259"/>
            <ac:picMk id="68" creationId="{A660CC0D-3CCB-8E61-0A4C-4BFEDE7293C0}"/>
          </ac:picMkLst>
        </pc:picChg>
        <pc:picChg chg="del">
          <ac:chgData name="Li, Hanchen F" userId="3aee791e-6a2d-4da7-a77b-fbdf7bf15886" providerId="ADAL" clId="{4F8A2B2C-B7F5-4843-8D93-4AD530387DAE}" dt="2025-06-18T02:56:54.547" v="965" actId="478"/>
          <ac:picMkLst>
            <pc:docMk/>
            <pc:sldMk cId="1527112824" sldId="259"/>
            <ac:picMk id="76" creationId="{0260C114-05E7-5494-405C-EFA77DBA621D}"/>
          </ac:picMkLst>
        </pc:picChg>
        <pc:picChg chg="del">
          <ac:chgData name="Li, Hanchen F" userId="3aee791e-6a2d-4da7-a77b-fbdf7bf15886" providerId="ADAL" clId="{4F8A2B2C-B7F5-4843-8D93-4AD530387DAE}" dt="2025-06-18T02:56:54.547" v="965" actId="478"/>
          <ac:picMkLst>
            <pc:docMk/>
            <pc:sldMk cId="1527112824" sldId="259"/>
            <ac:picMk id="81" creationId="{C04EA86F-3AB7-E62A-9954-10D9B7AB3FC5}"/>
          </ac:picMkLst>
        </pc:picChg>
        <pc:picChg chg="del">
          <ac:chgData name="Li, Hanchen F" userId="3aee791e-6a2d-4da7-a77b-fbdf7bf15886" providerId="ADAL" clId="{4F8A2B2C-B7F5-4843-8D93-4AD530387DAE}" dt="2025-06-18T02:56:54.547" v="965" actId="478"/>
          <ac:picMkLst>
            <pc:docMk/>
            <pc:sldMk cId="1527112824" sldId="259"/>
            <ac:picMk id="83" creationId="{6F488609-510B-0B6F-1128-BB9EEE50CE6A}"/>
          </ac:picMkLst>
        </pc:picChg>
        <pc:picChg chg="del">
          <ac:chgData name="Li, Hanchen F" userId="3aee791e-6a2d-4da7-a77b-fbdf7bf15886" providerId="ADAL" clId="{4F8A2B2C-B7F5-4843-8D93-4AD530387DAE}" dt="2025-06-18T02:56:54.547" v="965" actId="478"/>
          <ac:picMkLst>
            <pc:docMk/>
            <pc:sldMk cId="1527112824" sldId="259"/>
            <ac:picMk id="86" creationId="{892707A4-1597-EA8C-69F9-61946351F501}"/>
          </ac:picMkLst>
        </pc:picChg>
        <pc:picChg chg="del">
          <ac:chgData name="Li, Hanchen F" userId="3aee791e-6a2d-4da7-a77b-fbdf7bf15886" providerId="ADAL" clId="{4F8A2B2C-B7F5-4843-8D93-4AD530387DAE}" dt="2025-06-18T02:56:56.802" v="967" actId="478"/>
          <ac:picMkLst>
            <pc:docMk/>
            <pc:sldMk cId="1527112824" sldId="259"/>
            <ac:picMk id="92" creationId="{48CBEBD3-6640-817C-6BD2-7A4713405E69}"/>
          </ac:picMkLst>
        </pc:picChg>
        <pc:picChg chg="add del mod ord">
          <ac:chgData name="Li, Hanchen F" userId="3aee791e-6a2d-4da7-a77b-fbdf7bf15886" providerId="ADAL" clId="{4F8A2B2C-B7F5-4843-8D93-4AD530387DAE}" dt="2025-06-18T05:32:05.356" v="5364" actId="166"/>
          <ac:picMkLst>
            <pc:docMk/>
            <pc:sldMk cId="1527112824" sldId="259"/>
            <ac:picMk id="104" creationId="{D8C09006-DDA4-43C3-B9A8-94B96FDBBDA0}"/>
          </ac:picMkLst>
        </pc:picChg>
        <pc:picChg chg="add mod">
          <ac:chgData name="Li, Hanchen F" userId="3aee791e-6a2d-4da7-a77b-fbdf7bf15886" providerId="ADAL" clId="{4F8A2B2C-B7F5-4843-8D93-4AD530387DAE}" dt="2025-06-18T03:20:40.099" v="1922" actId="14100"/>
          <ac:picMkLst>
            <pc:docMk/>
            <pc:sldMk cId="1527112824" sldId="259"/>
            <ac:picMk id="111" creationId="{21CDD8A1-6A5A-0F1B-876A-E6A1A3D04AEE}"/>
          </ac:picMkLst>
        </pc:picChg>
        <pc:picChg chg="del">
          <ac:chgData name="Li, Hanchen F" userId="3aee791e-6a2d-4da7-a77b-fbdf7bf15886" providerId="ADAL" clId="{4F8A2B2C-B7F5-4843-8D93-4AD530387DAE}" dt="2025-06-18T03:52:41.003" v="3050" actId="478"/>
          <ac:picMkLst>
            <pc:docMk/>
            <pc:sldMk cId="1527112824" sldId="259"/>
            <ac:picMk id="199" creationId="{85A48764-0426-763E-67F0-37CE4BB5A0DE}"/>
          </ac:picMkLst>
        </pc:picChg>
        <pc:picChg chg="del">
          <ac:chgData name="Li, Hanchen F" userId="3aee791e-6a2d-4da7-a77b-fbdf7bf15886" providerId="ADAL" clId="{4F8A2B2C-B7F5-4843-8D93-4AD530387DAE}" dt="2025-06-18T03:52:38.216" v="3048" actId="478"/>
          <ac:picMkLst>
            <pc:docMk/>
            <pc:sldMk cId="1527112824" sldId="259"/>
            <ac:picMk id="201" creationId="{0B925074-2413-31D8-021C-E2532B212B21}"/>
          </ac:picMkLst>
        </pc:picChg>
        <pc:picChg chg="del mod">
          <ac:chgData name="Li, Hanchen F" userId="3aee791e-6a2d-4da7-a77b-fbdf7bf15886" providerId="ADAL" clId="{4F8A2B2C-B7F5-4843-8D93-4AD530387DAE}" dt="2025-06-18T03:44:04.498" v="2849" actId="478"/>
          <ac:picMkLst>
            <pc:docMk/>
            <pc:sldMk cId="1527112824" sldId="259"/>
            <ac:picMk id="232" creationId="{9404EAFA-181D-9E7D-C75B-835988CBEBB4}"/>
          </ac:picMkLst>
        </pc:picChg>
        <pc:picChg chg="add del mod">
          <ac:chgData name="Li, Hanchen F" userId="3aee791e-6a2d-4da7-a77b-fbdf7bf15886" providerId="ADAL" clId="{4F8A2B2C-B7F5-4843-8D93-4AD530387DAE}" dt="2025-06-18T04:17:05.155" v="3676" actId="478"/>
          <ac:picMkLst>
            <pc:docMk/>
            <pc:sldMk cId="1527112824" sldId="259"/>
            <ac:picMk id="241" creationId="{C3F103CD-593C-31B4-C45C-74E7735CDA7A}"/>
          </ac:picMkLst>
        </pc:picChg>
        <pc:picChg chg="add mod ord">
          <ac:chgData name="Li, Hanchen F" userId="3aee791e-6a2d-4da7-a77b-fbdf7bf15886" providerId="ADAL" clId="{4F8A2B2C-B7F5-4843-8D93-4AD530387DAE}" dt="2025-06-18T04:48:47.823" v="5271" actId="171"/>
          <ac:picMkLst>
            <pc:docMk/>
            <pc:sldMk cId="1527112824" sldId="259"/>
            <ac:picMk id="253" creationId="{50956ED2-16A4-F1FE-E373-9A6D132C4AD0}"/>
          </ac:picMkLst>
        </pc:picChg>
        <pc:picChg chg="add mod ord">
          <ac:chgData name="Li, Hanchen F" userId="3aee791e-6a2d-4da7-a77b-fbdf7bf15886" providerId="ADAL" clId="{4F8A2B2C-B7F5-4843-8D93-4AD530387DAE}" dt="2025-06-18T04:43:13.593" v="5228" actId="14100"/>
          <ac:picMkLst>
            <pc:docMk/>
            <pc:sldMk cId="1527112824" sldId="259"/>
            <ac:picMk id="266" creationId="{58AA6FE6-56F8-A603-CAEC-F51175004C4C}"/>
          </ac:picMkLst>
        </pc:picChg>
        <pc:cxnChg chg="del">
          <ac:chgData name="Li, Hanchen F" userId="3aee791e-6a2d-4da7-a77b-fbdf7bf15886" providerId="ADAL" clId="{4F8A2B2C-B7F5-4843-8D93-4AD530387DAE}" dt="2025-06-18T03:44:11.572" v="2854" actId="478"/>
          <ac:cxnSpMkLst>
            <pc:docMk/>
            <pc:sldMk cId="1527112824" sldId="259"/>
            <ac:cxnSpMk id="2" creationId="{BC050965-D4B7-111F-9615-24F339A868D2}"/>
          </ac:cxnSpMkLst>
        </pc:cxnChg>
        <pc:cxnChg chg="del">
          <ac:chgData name="Li, Hanchen F" userId="3aee791e-6a2d-4da7-a77b-fbdf7bf15886" providerId="ADAL" clId="{4F8A2B2C-B7F5-4843-8D93-4AD530387DAE}" dt="2025-06-18T02:57:18.442" v="972" actId="478"/>
          <ac:cxnSpMkLst>
            <pc:docMk/>
            <pc:sldMk cId="1527112824" sldId="259"/>
            <ac:cxnSpMk id="16" creationId="{3EF12CD8-B763-B32C-D089-7C4FD1795C84}"/>
          </ac:cxnSpMkLst>
        </pc:cxnChg>
        <pc:cxnChg chg="del">
          <ac:chgData name="Li, Hanchen F" userId="3aee791e-6a2d-4da7-a77b-fbdf7bf15886" providerId="ADAL" clId="{4F8A2B2C-B7F5-4843-8D93-4AD530387DAE}" dt="2025-06-18T02:54:13" v="337" actId="478"/>
          <ac:cxnSpMkLst>
            <pc:docMk/>
            <pc:sldMk cId="1527112824" sldId="259"/>
            <ac:cxnSpMk id="46" creationId="{482317A0-8985-D927-C2AC-D69615DEE58E}"/>
          </ac:cxnSpMkLst>
        </pc:cxnChg>
        <pc:cxnChg chg="del">
          <ac:chgData name="Li, Hanchen F" userId="3aee791e-6a2d-4da7-a77b-fbdf7bf15886" providerId="ADAL" clId="{4F8A2B2C-B7F5-4843-8D93-4AD530387DAE}" dt="2025-06-18T03:56:13.459" v="3121" actId="478"/>
          <ac:cxnSpMkLst>
            <pc:docMk/>
            <pc:sldMk cId="1527112824" sldId="259"/>
            <ac:cxnSpMk id="49" creationId="{98F09E6C-A018-BD91-0D2A-0E4778AAD0DD}"/>
          </ac:cxnSpMkLst>
        </pc:cxnChg>
        <pc:cxnChg chg="del">
          <ac:chgData name="Li, Hanchen F" userId="3aee791e-6a2d-4da7-a77b-fbdf7bf15886" providerId="ADAL" clId="{4F8A2B2C-B7F5-4843-8D93-4AD530387DAE}" dt="2025-06-18T02:56:34.325" v="950" actId="478"/>
          <ac:cxnSpMkLst>
            <pc:docMk/>
            <pc:sldMk cId="1527112824" sldId="259"/>
            <ac:cxnSpMk id="108" creationId="{678B4B02-E2B6-700F-CE99-20618A72EF50}"/>
          </ac:cxnSpMkLst>
        </pc:cxnChg>
        <pc:cxnChg chg="del">
          <ac:chgData name="Li, Hanchen F" userId="3aee791e-6a2d-4da7-a77b-fbdf7bf15886" providerId="ADAL" clId="{4F8A2B2C-B7F5-4843-8D93-4AD530387DAE}" dt="2025-06-18T02:56:30.408" v="946" actId="478"/>
          <ac:cxnSpMkLst>
            <pc:docMk/>
            <pc:sldMk cId="1527112824" sldId="259"/>
            <ac:cxnSpMk id="110" creationId="{84A1A14C-DE2A-FF8A-E189-C1FD7CC45CA1}"/>
          </ac:cxnSpMkLst>
        </pc:cxnChg>
        <pc:cxnChg chg="add mod">
          <ac:chgData name="Li, Hanchen F" userId="3aee791e-6a2d-4da7-a77b-fbdf7bf15886" providerId="ADAL" clId="{4F8A2B2C-B7F5-4843-8D93-4AD530387DAE}" dt="2025-06-18T03:10:40.961" v="1455" actId="14100"/>
          <ac:cxnSpMkLst>
            <pc:docMk/>
            <pc:sldMk cId="1527112824" sldId="259"/>
            <ac:cxnSpMk id="116" creationId="{27EE458E-8D87-15F2-3D50-15D05EE18AE2}"/>
          </ac:cxnSpMkLst>
        </pc:cxnChg>
        <pc:cxnChg chg="del">
          <ac:chgData name="Li, Hanchen F" userId="3aee791e-6a2d-4da7-a77b-fbdf7bf15886" providerId="ADAL" clId="{4F8A2B2C-B7F5-4843-8D93-4AD530387DAE}" dt="2025-06-18T03:52:35.474" v="3044" actId="478"/>
          <ac:cxnSpMkLst>
            <pc:docMk/>
            <pc:sldMk cId="1527112824" sldId="259"/>
            <ac:cxnSpMk id="117" creationId="{555B794D-C974-7B02-3146-846D8741BB93}"/>
          </ac:cxnSpMkLst>
        </pc:cxnChg>
        <pc:cxnChg chg="del">
          <ac:chgData name="Li, Hanchen F" userId="3aee791e-6a2d-4da7-a77b-fbdf7bf15886" providerId="ADAL" clId="{4F8A2B2C-B7F5-4843-8D93-4AD530387DAE}" dt="2025-06-18T02:54:02.753" v="323" actId="478"/>
          <ac:cxnSpMkLst>
            <pc:docMk/>
            <pc:sldMk cId="1527112824" sldId="259"/>
            <ac:cxnSpMk id="142" creationId="{F93FED28-6B4F-FD04-F55C-6CF0440F929B}"/>
          </ac:cxnSpMkLst>
        </pc:cxnChg>
        <pc:cxnChg chg="del">
          <ac:chgData name="Li, Hanchen F" userId="3aee791e-6a2d-4da7-a77b-fbdf7bf15886" providerId="ADAL" clId="{4F8A2B2C-B7F5-4843-8D93-4AD530387DAE}" dt="2025-06-18T02:53:58.981" v="318" actId="478"/>
          <ac:cxnSpMkLst>
            <pc:docMk/>
            <pc:sldMk cId="1527112824" sldId="259"/>
            <ac:cxnSpMk id="161" creationId="{BD023D0D-EA49-8394-DCEE-9AF840D8E3FD}"/>
          </ac:cxnSpMkLst>
        </pc:cxnChg>
        <pc:cxnChg chg="del">
          <ac:chgData name="Li, Hanchen F" userId="3aee791e-6a2d-4da7-a77b-fbdf7bf15886" providerId="ADAL" clId="{4F8A2B2C-B7F5-4843-8D93-4AD530387DAE}" dt="2025-06-18T03:52:37.338" v="3047" actId="478"/>
          <ac:cxnSpMkLst>
            <pc:docMk/>
            <pc:sldMk cId="1527112824" sldId="259"/>
            <ac:cxnSpMk id="166" creationId="{6446E29D-0707-626E-659F-991ACE8723D8}"/>
          </ac:cxnSpMkLst>
        </pc:cxnChg>
        <pc:cxnChg chg="del">
          <ac:chgData name="Li, Hanchen F" userId="3aee791e-6a2d-4da7-a77b-fbdf7bf15886" providerId="ADAL" clId="{4F8A2B2C-B7F5-4843-8D93-4AD530387DAE}" dt="2025-06-18T03:55:43.613" v="3101" actId="478"/>
          <ac:cxnSpMkLst>
            <pc:docMk/>
            <pc:sldMk cId="1527112824" sldId="259"/>
            <ac:cxnSpMk id="170" creationId="{9478D186-A866-88A1-3244-CF0DBB20FC1A}"/>
          </ac:cxnSpMkLst>
        </pc:cxnChg>
        <pc:cxnChg chg="del">
          <ac:chgData name="Li, Hanchen F" userId="3aee791e-6a2d-4da7-a77b-fbdf7bf15886" providerId="ADAL" clId="{4F8A2B2C-B7F5-4843-8D93-4AD530387DAE}" dt="2025-06-18T02:53:59.848" v="319" actId="478"/>
          <ac:cxnSpMkLst>
            <pc:docMk/>
            <pc:sldMk cId="1527112824" sldId="259"/>
            <ac:cxnSpMk id="176" creationId="{A9243F86-437C-766C-9882-94322D7C322E}"/>
          </ac:cxnSpMkLst>
        </pc:cxnChg>
        <pc:cxnChg chg="del">
          <ac:chgData name="Li, Hanchen F" userId="3aee791e-6a2d-4da7-a77b-fbdf7bf15886" providerId="ADAL" clId="{4F8A2B2C-B7F5-4843-8D93-4AD530387DAE}" dt="2025-06-18T02:54:04.209" v="325" actId="478"/>
          <ac:cxnSpMkLst>
            <pc:docMk/>
            <pc:sldMk cId="1527112824" sldId="259"/>
            <ac:cxnSpMk id="197" creationId="{9E797EC3-ADB3-CE59-267E-9569B64F9EAA}"/>
          </ac:cxnSpMkLst>
        </pc:cxnChg>
        <pc:cxnChg chg="del">
          <ac:chgData name="Li, Hanchen F" userId="3aee791e-6a2d-4da7-a77b-fbdf7bf15886" providerId="ADAL" clId="{4F8A2B2C-B7F5-4843-8D93-4AD530387DAE}" dt="2025-06-18T03:56:00.491" v="3111" actId="478"/>
          <ac:cxnSpMkLst>
            <pc:docMk/>
            <pc:sldMk cId="1527112824" sldId="259"/>
            <ac:cxnSpMk id="238" creationId="{FA9FE96F-D4C5-3C9D-14F1-0BCD4F5CDF97}"/>
          </ac:cxnSpMkLst>
        </pc:cxnChg>
        <pc:cxnChg chg="del">
          <ac:chgData name="Li, Hanchen F" userId="3aee791e-6a2d-4da7-a77b-fbdf7bf15886" providerId="ADAL" clId="{4F8A2B2C-B7F5-4843-8D93-4AD530387DAE}" dt="2025-06-18T03:44:16.247" v="2858" actId="478"/>
          <ac:cxnSpMkLst>
            <pc:docMk/>
            <pc:sldMk cId="1527112824" sldId="259"/>
            <ac:cxnSpMk id="240" creationId="{E94778D4-2239-39E1-E52F-D9E4FB52FD7C}"/>
          </ac:cxnSpMkLst>
        </pc:cxnChg>
      </pc:sldChg>
      <pc:sldMasterChg chg="addSp delSp modSp mod">
        <pc:chgData name="Li, Hanchen F" userId="3aee791e-6a2d-4da7-a77b-fbdf7bf15886" providerId="ADAL" clId="{4F8A2B2C-B7F5-4843-8D93-4AD530387DAE}" dt="2025-06-18T02:50:24.041" v="226" actId="14100"/>
        <pc:sldMasterMkLst>
          <pc:docMk/>
          <pc:sldMasterMk cId="1145082161" sldId="2147483648"/>
        </pc:sldMasterMkLst>
        <pc:spChg chg="add mod">
          <ac:chgData name="Li, Hanchen F" userId="3aee791e-6a2d-4da7-a77b-fbdf7bf15886" providerId="ADAL" clId="{4F8A2B2C-B7F5-4843-8D93-4AD530387DAE}" dt="2025-06-18T02:40:54.767" v="6" actId="767"/>
          <ac:spMkLst>
            <pc:docMk/>
            <pc:sldMasterMk cId="1145082161" sldId="2147483648"/>
            <ac:spMk id="5" creationId="{034B72FC-14B7-B7A5-AC58-4945C354FCD4}"/>
          </ac:spMkLst>
        </pc:spChg>
        <pc:spChg chg="mod">
          <ac:chgData name="Li, Hanchen F" userId="3aee791e-6a2d-4da7-a77b-fbdf7bf15886" providerId="ADAL" clId="{4F8A2B2C-B7F5-4843-8D93-4AD530387DAE}" dt="2025-06-18T02:50:14.898" v="222" actId="14100"/>
          <ac:spMkLst>
            <pc:docMk/>
            <pc:sldMasterMk cId="1145082161" sldId="2147483648"/>
            <ac:spMk id="10" creationId="{1E319516-F407-5546-09A5-82C73487C782}"/>
          </ac:spMkLst>
        </pc:spChg>
        <pc:spChg chg="add del mod">
          <ac:chgData name="Li, Hanchen F" userId="3aee791e-6a2d-4da7-a77b-fbdf7bf15886" providerId="ADAL" clId="{4F8A2B2C-B7F5-4843-8D93-4AD530387DAE}" dt="2025-06-18T02:50:24.041" v="226" actId="14100"/>
          <ac:spMkLst>
            <pc:docMk/>
            <pc:sldMasterMk cId="1145082161" sldId="2147483648"/>
            <ac:spMk id="41" creationId="{2B05AE80-E706-7438-9402-61844F8D52B7}"/>
          </ac:spMkLst>
        </pc:spChg>
        <pc:grpChg chg="del">
          <ac:chgData name="Li, Hanchen F" userId="3aee791e-6a2d-4da7-a77b-fbdf7bf15886" providerId="ADAL" clId="{4F8A2B2C-B7F5-4843-8D93-4AD530387DAE}" dt="2025-06-18T02:40:41.753" v="4" actId="478"/>
          <ac:grpSpMkLst>
            <pc:docMk/>
            <pc:sldMasterMk cId="1145082161" sldId="2147483648"/>
            <ac:grpSpMk id="8" creationId="{F91C624B-E48A-0D81-B251-46EF51EC83B3}"/>
          </ac:grpSpMkLst>
        </pc:grpChg>
        <pc:picChg chg="add mod">
          <ac:chgData name="Li, Hanchen F" userId="3aee791e-6a2d-4da7-a77b-fbdf7bf15886" providerId="ADAL" clId="{4F8A2B2C-B7F5-4843-8D93-4AD530387DAE}" dt="2025-06-18T02:49:47.838" v="206" actId="1076"/>
          <ac:picMkLst>
            <pc:docMk/>
            <pc:sldMasterMk cId="1145082161" sldId="2147483648"/>
            <ac:picMk id="4" creationId="{3D3E6678-13C3-4026-B544-2F00BEF807BF}"/>
          </ac:picMkLst>
        </pc:picChg>
        <pc:picChg chg="add del mod">
          <ac:chgData name="Li, Hanchen F" userId="3aee791e-6a2d-4da7-a77b-fbdf7bf15886" providerId="ADAL" clId="{4F8A2B2C-B7F5-4843-8D93-4AD530387DAE}" dt="2025-06-18T02:43:13.061" v="62" actId="478"/>
          <ac:picMkLst>
            <pc:docMk/>
            <pc:sldMasterMk cId="1145082161" sldId="2147483648"/>
            <ac:picMk id="12" creationId="{99B7A900-CDE1-97CB-41B0-B722A5A9C23B}"/>
          </ac:picMkLst>
        </pc:picChg>
        <pc:picChg chg="add mod modCrop">
          <ac:chgData name="Li, Hanchen F" userId="3aee791e-6a2d-4da7-a77b-fbdf7bf15886" providerId="ADAL" clId="{4F8A2B2C-B7F5-4843-8D93-4AD530387DAE}" dt="2025-06-18T02:50:19.153" v="224" actId="1076"/>
          <ac:picMkLst>
            <pc:docMk/>
            <pc:sldMasterMk cId="1145082161" sldId="2147483648"/>
            <ac:picMk id="14" creationId="{B0F1BC2E-2A70-A019-3F57-C46FD1C2FF02}"/>
          </ac:picMkLst>
        </pc:picChg>
        <pc:picChg chg="add mod">
          <ac:chgData name="Li, Hanchen F" userId="3aee791e-6a2d-4da7-a77b-fbdf7bf15886" providerId="ADAL" clId="{4F8A2B2C-B7F5-4843-8D93-4AD530387DAE}" dt="2025-06-18T02:49:33.809" v="203" actId="571"/>
          <ac:picMkLst>
            <pc:docMk/>
            <pc:sldMasterMk cId="1145082161" sldId="2147483648"/>
            <ac:picMk id="15" creationId="{9111EB3F-F310-E38A-E3B3-5D653E08DAE3}"/>
          </ac:picMkLst>
        </pc:picChg>
        <pc:picChg chg="del">
          <ac:chgData name="Li, Hanchen F" userId="3aee791e-6a2d-4da7-a77b-fbdf7bf15886" providerId="ADAL" clId="{4F8A2B2C-B7F5-4843-8D93-4AD530387DAE}" dt="2025-06-18T02:42:26.468" v="58" actId="478"/>
          <ac:picMkLst>
            <pc:docMk/>
            <pc:sldMasterMk cId="1145082161" sldId="2147483648"/>
            <ac:picMk id="42" creationId="{9199CAF8-F3D9-E609-0B63-6BDAE39271A5}"/>
          </ac:picMkLst>
        </pc:picChg>
        <pc:cxnChg chg="mod">
          <ac:chgData name="Li, Hanchen F" userId="3aee791e-6a2d-4da7-a77b-fbdf7bf15886" providerId="ADAL" clId="{4F8A2B2C-B7F5-4843-8D93-4AD530387DAE}" dt="2025-06-18T02:47:23.459" v="174" actId="1036"/>
          <ac:cxnSpMkLst>
            <pc:docMk/>
            <pc:sldMasterMk cId="1145082161" sldId="2147483648"/>
            <ac:cxnSpMk id="34" creationId="{F9BED56A-327D-0E50-1C12-B57EF4C57B5C}"/>
          </ac:cxnSpMkLst>
        </pc:cxnChg>
        <pc:cxnChg chg="del">
          <ac:chgData name="Li, Hanchen F" userId="3aee791e-6a2d-4da7-a77b-fbdf7bf15886" providerId="ADAL" clId="{4F8A2B2C-B7F5-4843-8D93-4AD530387DAE}" dt="2025-06-18T02:45:36.307" v="105" actId="478"/>
          <ac:cxnSpMkLst>
            <pc:docMk/>
            <pc:sldMasterMk cId="1145082161" sldId="2147483648"/>
            <ac:cxnSpMk id="35" creationId="{9DB02149-49C9-9356-7CC9-CBC661B6B418}"/>
          </ac:cxnSpMkLst>
        </pc:cxnChg>
      </pc:sldMasterChg>
    </pc:docChg>
  </pc:docChgLst>
  <pc:docChgLst>
    <pc:chgData name="Hannan, Sayeed B" userId="62a05460-041f-41cc-99ee-66e489990d4d" providerId="ADAL" clId="{DCE7DE0B-850D-41A0-BF48-FB60A0383D1D}"/>
    <pc:docChg chg="undo custSel modSld">
      <pc:chgData name="Hannan, Sayeed B" userId="62a05460-041f-41cc-99ee-66e489990d4d" providerId="ADAL" clId="{DCE7DE0B-850D-41A0-BF48-FB60A0383D1D}" dt="2025-06-18T16:44:43.168" v="3" actId="1038"/>
      <pc:docMkLst>
        <pc:docMk/>
      </pc:docMkLst>
      <pc:sldChg chg="modSp mod">
        <pc:chgData name="Hannan, Sayeed B" userId="62a05460-041f-41cc-99ee-66e489990d4d" providerId="ADAL" clId="{DCE7DE0B-850D-41A0-BF48-FB60A0383D1D}" dt="2025-06-18T16:44:43.168" v="3" actId="1038"/>
        <pc:sldMkLst>
          <pc:docMk/>
          <pc:sldMk cId="1527112824" sldId="259"/>
        </pc:sldMkLst>
        <pc:spChg chg="mod">
          <ac:chgData name="Hannan, Sayeed B" userId="62a05460-041f-41cc-99ee-66e489990d4d" providerId="ADAL" clId="{DCE7DE0B-850D-41A0-BF48-FB60A0383D1D}" dt="2025-06-18T16:44:43.168" v="3" actId="1038"/>
          <ac:spMkLst>
            <pc:docMk/>
            <pc:sldMk cId="1527112824" sldId="259"/>
            <ac:spMk id="252" creationId="{500F8674-CCD1-D5CA-6765-7C0A761CB051}"/>
          </ac:spMkLst>
        </pc:spChg>
      </pc:sldChg>
    </pc:docChg>
  </pc:docChgLst>
  <pc:docChgLst>
    <pc:chgData name="Robson, Ash" userId="dce7a02d-bc6e-4a6e-ae8e-04e318d73f64" providerId="ADAL" clId="{151FC3B8-29C0-4FBA-8F40-4566615AFF67}"/>
    <pc:docChg chg="undo custSel modSld">
      <pc:chgData name="Robson, Ash" userId="dce7a02d-bc6e-4a6e-ae8e-04e318d73f64" providerId="ADAL" clId="{151FC3B8-29C0-4FBA-8F40-4566615AFF67}" dt="2025-06-18T08:53:04.286" v="117" actId="20577"/>
      <pc:docMkLst>
        <pc:docMk/>
      </pc:docMkLst>
      <pc:sldChg chg="modSp mod">
        <pc:chgData name="Robson, Ash" userId="dce7a02d-bc6e-4a6e-ae8e-04e318d73f64" providerId="ADAL" clId="{151FC3B8-29C0-4FBA-8F40-4566615AFF67}" dt="2025-06-18T08:53:04.286" v="117" actId="20577"/>
        <pc:sldMkLst>
          <pc:docMk/>
          <pc:sldMk cId="1527112824" sldId="259"/>
        </pc:sldMkLst>
        <pc:spChg chg="mod">
          <ac:chgData name="Robson, Ash" userId="dce7a02d-bc6e-4a6e-ae8e-04e318d73f64" providerId="ADAL" clId="{151FC3B8-29C0-4FBA-8F40-4566615AFF67}" dt="2025-06-18T08:50:20.941" v="88" actId="14100"/>
          <ac:spMkLst>
            <pc:docMk/>
            <pc:sldMk cId="1527112824" sldId="259"/>
            <ac:spMk id="250" creationId="{28B373B3-727F-2BDF-92F9-BF3F4A9843C6}"/>
          </ac:spMkLst>
        </pc:spChg>
        <pc:spChg chg="mod">
          <ac:chgData name="Robson, Ash" userId="dce7a02d-bc6e-4a6e-ae8e-04e318d73f64" providerId="ADAL" clId="{151FC3B8-29C0-4FBA-8F40-4566615AFF67}" dt="2025-06-18T08:53:04.286" v="117" actId="20577"/>
          <ac:spMkLst>
            <pc:docMk/>
            <pc:sldMk cId="1527112824" sldId="259"/>
            <ac:spMk id="252" creationId="{500F8674-CCD1-D5CA-6765-7C0A761CB051}"/>
          </ac:spMkLst>
        </pc:spChg>
      </pc:sldChg>
    </pc:docChg>
  </pc:docChgLst>
  <pc:docChgLst>
    <pc:chgData name="Li, Sean" userId="f16ec6ca-d59c-400a-9237-f95c57e438ac" providerId="ADAL" clId="{413E301A-4DCB-4F24-AE4B-80903F127230}"/>
    <pc:docChg chg="undo custSel modSld">
      <pc:chgData name="Li, Sean" userId="f16ec6ca-d59c-400a-9237-f95c57e438ac" providerId="ADAL" clId="{413E301A-4DCB-4F24-AE4B-80903F127230}" dt="2025-06-18T09:01:14.362" v="2" actId="1076"/>
      <pc:docMkLst>
        <pc:docMk/>
      </pc:docMkLst>
      <pc:sldChg chg="modSp mod">
        <pc:chgData name="Li, Sean" userId="f16ec6ca-d59c-400a-9237-f95c57e438ac" providerId="ADAL" clId="{413E301A-4DCB-4F24-AE4B-80903F127230}" dt="2025-06-18T09:01:14.362" v="2" actId="1076"/>
        <pc:sldMkLst>
          <pc:docMk/>
          <pc:sldMk cId="1527112824" sldId="259"/>
        </pc:sldMkLst>
        <pc:spChg chg="mod">
          <ac:chgData name="Li, Sean" userId="f16ec6ca-d59c-400a-9237-f95c57e438ac" providerId="ADAL" clId="{413E301A-4DCB-4F24-AE4B-80903F127230}" dt="2025-06-18T09:01:14.362" v="2" actId="1076"/>
          <ac:spMkLst>
            <pc:docMk/>
            <pc:sldMk cId="1527112824" sldId="259"/>
            <ac:spMk id="157" creationId="{71E7B15E-1E4C-1EEE-C4C6-E1FFA1695B5F}"/>
          </ac:spMkLst>
        </pc:spChg>
        <pc:picChg chg="ord">
          <ac:chgData name="Li, Sean" userId="f16ec6ca-d59c-400a-9237-f95c57e438ac" providerId="ADAL" clId="{413E301A-4DCB-4F24-AE4B-80903F127230}" dt="2025-06-18T09:00:38.136" v="0" actId="167"/>
          <ac:picMkLst>
            <pc:docMk/>
            <pc:sldMk cId="1527112824" sldId="259"/>
            <ac:picMk id="104" creationId="{D8C09006-DDA4-43C3-B9A8-94B96FDBBDA0}"/>
          </ac:picMkLst>
        </pc:picChg>
      </pc:sldChg>
    </pc:docChg>
  </pc:docChgLst>
  <pc:docChgLst>
    <pc:chgData name="Yeo, Chiaw Soong" userId="783c513d-251c-447e-87e7-9a25fa2b1bcd" providerId="ADAL" clId="{306B4D16-D0F1-402B-85BC-8F60805E0432}"/>
    <pc:docChg chg="modSld">
      <pc:chgData name="Yeo, Chiaw Soong" userId="783c513d-251c-447e-87e7-9a25fa2b1bcd" providerId="ADAL" clId="{306B4D16-D0F1-402B-85BC-8F60805E0432}" dt="2025-06-18T08:53:53.714" v="9" actId="20577"/>
      <pc:docMkLst>
        <pc:docMk/>
      </pc:docMkLst>
      <pc:sldChg chg="modSp mod">
        <pc:chgData name="Yeo, Chiaw Soong" userId="783c513d-251c-447e-87e7-9a25fa2b1bcd" providerId="ADAL" clId="{306B4D16-D0F1-402B-85BC-8F60805E0432}" dt="2025-06-18T08:53:53.714" v="9" actId="20577"/>
        <pc:sldMkLst>
          <pc:docMk/>
          <pc:sldMk cId="1527112824" sldId="259"/>
        </pc:sldMkLst>
        <pc:graphicFrameChg chg="modGraphic">
          <ac:chgData name="Yeo, Chiaw Soong" userId="783c513d-251c-447e-87e7-9a25fa2b1bcd" providerId="ADAL" clId="{306B4D16-D0F1-402B-85BC-8F60805E0432}" dt="2025-06-18T08:53:53.714" v="9" actId="20577"/>
          <ac:graphicFrameMkLst>
            <pc:docMk/>
            <pc:sldMk cId="1527112824" sldId="259"/>
            <ac:graphicFrameMk id="216" creationId="{228F86BD-FE12-C601-6EA8-456F3BEBF6C5}"/>
          </ac:graphicFrameMkLst>
        </pc:graphicFrameChg>
        <pc:graphicFrameChg chg="modGraphic">
          <ac:chgData name="Yeo, Chiaw Soong" userId="783c513d-251c-447e-87e7-9a25fa2b1bcd" providerId="ADAL" clId="{306B4D16-D0F1-402B-85BC-8F60805E0432}" dt="2025-06-18T08:53:36.845" v="3" actId="20577"/>
          <ac:graphicFrameMkLst>
            <pc:docMk/>
            <pc:sldMk cId="1527112824" sldId="259"/>
            <ac:graphicFrameMk id="223" creationId="{AC671B7E-8880-AB67-BFE5-88DA67EADD94}"/>
          </ac:graphicFrameMkLst>
        </pc:graphicFrameChg>
        <pc:picChg chg="ord">
          <ac:chgData name="Yeo, Chiaw Soong" userId="783c513d-251c-447e-87e7-9a25fa2b1bcd" providerId="ADAL" clId="{306B4D16-D0F1-402B-85BC-8F60805E0432}" dt="2025-06-18T08:53:32.344" v="0" actId="167"/>
          <ac:picMkLst>
            <pc:docMk/>
            <pc:sldMk cId="1527112824" sldId="259"/>
            <ac:picMk id="104" creationId="{D8C09006-DDA4-43C3-B9A8-94B96FDBBDA0}"/>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03_5B05E478.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Mass</c:v>
                </c:pt>
              </c:strCache>
            </c:strRef>
          </c:tx>
          <c:dPt>
            <c:idx val="0"/>
            <c:bubble3D val="0"/>
            <c:spPr>
              <a:solidFill>
                <a:srgbClr val="DC143C"/>
              </a:solidFill>
              <a:ln w="19050">
                <a:solidFill>
                  <a:schemeClr val="lt1"/>
                </a:solidFill>
              </a:ln>
              <a:effectLst/>
            </c:spPr>
            <c:extLst>
              <c:ext xmlns:c16="http://schemas.microsoft.com/office/drawing/2014/chart" uri="{C3380CC4-5D6E-409C-BE32-E72D297353CC}">
                <c16:uniqueId val="{00000001-E260-4F65-AD5E-493BCCEE6E30}"/>
              </c:ext>
            </c:extLst>
          </c:dPt>
          <c:dPt>
            <c:idx val="1"/>
            <c:bubble3D val="0"/>
            <c:spPr>
              <a:solidFill>
                <a:srgbClr val="008080"/>
              </a:solidFill>
              <a:ln w="19050">
                <a:solidFill>
                  <a:schemeClr val="lt1"/>
                </a:solidFill>
              </a:ln>
              <a:effectLst/>
            </c:spPr>
            <c:extLst>
              <c:ext xmlns:c16="http://schemas.microsoft.com/office/drawing/2014/chart" uri="{C3380CC4-5D6E-409C-BE32-E72D297353CC}">
                <c16:uniqueId val="{00000003-E260-4F65-AD5E-493BCCEE6E30}"/>
              </c:ext>
            </c:extLst>
          </c:dPt>
          <c:dPt>
            <c:idx val="2"/>
            <c:bubble3D val="0"/>
            <c:spPr>
              <a:solidFill>
                <a:srgbClr val="0000CD"/>
              </a:solidFill>
              <a:ln w="19050">
                <a:solidFill>
                  <a:schemeClr val="lt1"/>
                </a:solidFill>
              </a:ln>
              <a:effectLst/>
            </c:spPr>
            <c:extLst>
              <c:ext xmlns:c16="http://schemas.microsoft.com/office/drawing/2014/chart" uri="{C3380CC4-5D6E-409C-BE32-E72D297353CC}">
                <c16:uniqueId val="{00000005-E260-4F65-AD5E-493BCCEE6E30}"/>
              </c:ext>
            </c:extLst>
          </c:dPt>
          <c:dPt>
            <c:idx val="3"/>
            <c:bubble3D val="0"/>
            <c:spPr>
              <a:solidFill>
                <a:srgbClr val="232333"/>
              </a:solidFill>
              <a:ln w="19050">
                <a:solidFill>
                  <a:schemeClr val="lt1"/>
                </a:solidFill>
              </a:ln>
              <a:effectLst/>
            </c:spPr>
            <c:extLst>
              <c:ext xmlns:c16="http://schemas.microsoft.com/office/drawing/2014/chart" uri="{C3380CC4-5D6E-409C-BE32-E72D297353CC}">
                <c16:uniqueId val="{00000007-E260-4F65-AD5E-493BCCEE6E30}"/>
              </c:ext>
            </c:extLst>
          </c:dPt>
          <c:dPt>
            <c:idx val="4"/>
            <c:bubble3D val="0"/>
            <c:spPr>
              <a:solidFill>
                <a:srgbClr val="006400"/>
              </a:solidFill>
              <a:ln w="19050">
                <a:solidFill>
                  <a:schemeClr val="lt1"/>
                </a:solidFill>
              </a:ln>
              <a:effectLst/>
            </c:spPr>
            <c:extLst>
              <c:ext xmlns:c16="http://schemas.microsoft.com/office/drawing/2014/chart" uri="{C3380CC4-5D6E-409C-BE32-E72D297353CC}">
                <c16:uniqueId val="{00000009-E260-4F65-AD5E-493BCCEE6E30}"/>
              </c:ext>
            </c:extLst>
          </c:dPt>
          <c:dPt>
            <c:idx val="5"/>
            <c:bubble3D val="0"/>
            <c:spPr>
              <a:solidFill>
                <a:srgbClr val="8B4513"/>
              </a:solidFill>
              <a:ln w="19050">
                <a:solidFill>
                  <a:schemeClr val="lt1"/>
                </a:solidFill>
              </a:ln>
              <a:effectLst/>
            </c:spPr>
            <c:extLst>
              <c:ext xmlns:c16="http://schemas.microsoft.com/office/drawing/2014/chart" uri="{C3380CC4-5D6E-409C-BE32-E72D297353CC}">
                <c16:uniqueId val="{0000000B-E260-4F65-AD5E-493BCCEE6E30}"/>
              </c:ext>
            </c:extLst>
          </c:dPt>
          <c:dPt>
            <c:idx val="6"/>
            <c:bubble3D val="0"/>
            <c:spPr>
              <a:solidFill>
                <a:srgbClr val="FF4500"/>
              </a:solidFill>
              <a:ln w="19050">
                <a:solidFill>
                  <a:schemeClr val="lt1"/>
                </a:solidFill>
              </a:ln>
              <a:effectLst/>
            </c:spPr>
            <c:extLst>
              <c:ext xmlns:c16="http://schemas.microsoft.com/office/drawing/2014/chart" uri="{C3380CC4-5D6E-409C-BE32-E72D297353CC}">
                <c16:uniqueId val="{0000000D-E260-4F65-AD5E-493BCCEE6E30}"/>
              </c:ext>
            </c:extLst>
          </c:dPt>
          <c:dLbls>
            <c:dLbl>
              <c:idx val="0"/>
              <c:layout>
                <c:manualLayout>
                  <c:x val="0.27511433103516281"/>
                  <c:y val="-0.13103115392862644"/>
                </c:manualLayout>
              </c:layout>
              <c:tx>
                <c:rich>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fld id="{D3C0E9AF-0706-417E-B6BE-514608274F5C}" type="CATEGORYNAME">
                      <a:rPr lang="en-US" altLang="zh-CN" sz="2000" b="1">
                        <a:solidFill>
                          <a:srgbClr val="DC143C"/>
                        </a:solidFill>
                      </a:rPr>
                      <a:pPr>
                        <a:defRPr sz="2000"/>
                      </a:pPr>
                      <a:t>[CATEGORY NAME]</a:t>
                    </a:fld>
                    <a:r>
                      <a:rPr lang="en-US" altLang="zh-CN" sz="2000" b="1" baseline="0"/>
                      <a:t>
</a:t>
                    </a:r>
                    <a:fld id="{2344C228-DFE4-4E77-AABD-6B0E186D712E}" type="PERCENTAGE">
                      <a:rPr lang="en-US" altLang="zh-CN" sz="2000" b="1" baseline="0"/>
                      <a:pPr>
                        <a:defRPr sz="2000"/>
                      </a:pPr>
                      <a:t>[PERCENTAGE]</a:t>
                    </a:fld>
                    <a:endParaRPr lang="en-US" altLang="zh-CN" sz="2000" b="1" baseline="0"/>
                  </a:p>
                </c:rich>
              </c:tx>
              <c:spPr>
                <a:solidFill>
                  <a:prstClr val="white"/>
                </a:solidFill>
                <a:ln w="19050"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ltLang="zh-CN"/>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293098"/>
                        <a:gd name="adj2" fmla="val 104275"/>
                      </a:avLst>
                    </a:prstGeom>
                    <a:noFill/>
                    <a:ln>
                      <a:noFill/>
                    </a:ln>
                  </c15:spPr>
                  <c15:dlblFieldTable/>
                  <c15:showDataLabelsRange val="0"/>
                </c:ext>
                <c:ext xmlns:c16="http://schemas.microsoft.com/office/drawing/2014/chart" uri="{C3380CC4-5D6E-409C-BE32-E72D297353CC}">
                  <c16:uniqueId val="{00000001-E260-4F65-AD5E-493BCCEE6E30}"/>
                </c:ext>
              </c:extLst>
            </c:dLbl>
            <c:dLbl>
              <c:idx val="1"/>
              <c:layout>
                <c:manualLayout>
                  <c:x val="0.18279458699631923"/>
                  <c:y val="-1.0828393680165178E-2"/>
                </c:manualLayout>
              </c:layout>
              <c:tx>
                <c:rich>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fld id="{71CFD390-0808-40E8-992A-A1453E3D53DE}" type="CATEGORYNAME">
                      <a:rPr lang="en-US" altLang="zh-CN" sz="2000" b="1">
                        <a:solidFill>
                          <a:srgbClr val="008080"/>
                        </a:solidFill>
                      </a:rPr>
                      <a:pPr>
                        <a:defRPr sz="2000"/>
                      </a:pPr>
                      <a:t>[CATEGORY NAME]</a:t>
                    </a:fld>
                    <a:r>
                      <a:rPr lang="en-US" altLang="zh-CN" sz="2000" b="1" baseline="0"/>
                      <a:t>
</a:t>
                    </a:r>
                    <a:fld id="{D76E1642-E000-41D5-8A61-CE01028F1FAF}" type="PERCENTAGE">
                      <a:rPr lang="en-US" altLang="zh-CN" sz="2000" b="1" baseline="0"/>
                      <a:pPr>
                        <a:defRPr sz="2000"/>
                      </a:pPr>
                      <a:t>[PERCENTAGE]</a:t>
                    </a:fld>
                    <a:endParaRPr lang="en-US" altLang="zh-CN" sz="2000" b="1" baseline="0"/>
                  </a:p>
                </c:rich>
              </c:tx>
              <c:spPr>
                <a:solidFill>
                  <a:prstClr val="white"/>
                </a:solidFill>
                <a:ln w="19050"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ltLang="zh-CN"/>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154577"/>
                        <a:gd name="adj2" fmla="val 32590"/>
                      </a:avLst>
                    </a:prstGeom>
                    <a:noFill/>
                    <a:ln>
                      <a:noFill/>
                    </a:ln>
                  </c15:spPr>
                  <c15:dlblFieldTable/>
                  <c15:showDataLabelsRange val="0"/>
                </c:ext>
                <c:ext xmlns:c16="http://schemas.microsoft.com/office/drawing/2014/chart" uri="{C3380CC4-5D6E-409C-BE32-E72D297353CC}">
                  <c16:uniqueId val="{00000003-E260-4F65-AD5E-493BCCEE6E30}"/>
                </c:ext>
              </c:extLst>
            </c:dLbl>
            <c:dLbl>
              <c:idx val="2"/>
              <c:layout>
                <c:manualLayout>
                  <c:x val="0.16581820363171651"/>
                  <c:y val="0.12002835358905961"/>
                </c:manualLayout>
              </c:layout>
              <c:tx>
                <c:rich>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fld id="{B304F3CE-33F1-48AE-A327-1CC05B2E2936}" type="CATEGORYNAME">
                      <a:rPr lang="en-US" altLang="zh-CN" sz="2000" b="1">
                        <a:solidFill>
                          <a:srgbClr val="1616D1"/>
                        </a:solidFill>
                      </a:rPr>
                      <a:pPr>
                        <a:defRPr sz="2000"/>
                      </a:pPr>
                      <a:t>[CATEGORY NAME]</a:t>
                    </a:fld>
                    <a:r>
                      <a:rPr lang="en-US" altLang="zh-CN" sz="2000" b="1" baseline="0"/>
                      <a:t>
</a:t>
                    </a:r>
                    <a:fld id="{39C782BD-84B5-45F2-95EE-2D4DCE222CC8}" type="PERCENTAGE">
                      <a:rPr lang="en-US" altLang="zh-CN" sz="2000" b="1" baseline="0"/>
                      <a:pPr>
                        <a:defRPr sz="2000"/>
                      </a:pPr>
                      <a:t>[PERCENTAGE]</a:t>
                    </a:fld>
                    <a:endParaRPr lang="en-US" altLang="zh-CN" sz="2000" b="1" baseline="0"/>
                  </a:p>
                </c:rich>
              </c:tx>
              <c:spPr>
                <a:solidFill>
                  <a:prstClr val="white"/>
                </a:solidFill>
                <a:ln w="19050"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ltLang="zh-CN"/>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151067"/>
                        <a:gd name="adj2" fmla="val -107507"/>
                      </a:avLst>
                    </a:prstGeom>
                    <a:noFill/>
                    <a:ln>
                      <a:noFill/>
                    </a:ln>
                  </c15:spPr>
                  <c15:dlblFieldTable/>
                  <c15:showDataLabelsRange val="0"/>
                </c:ext>
                <c:ext xmlns:c16="http://schemas.microsoft.com/office/drawing/2014/chart" uri="{C3380CC4-5D6E-409C-BE32-E72D297353CC}">
                  <c16:uniqueId val="{00000005-E260-4F65-AD5E-493BCCEE6E30}"/>
                </c:ext>
              </c:extLst>
            </c:dLbl>
            <c:dLbl>
              <c:idx val="3"/>
              <c:layout>
                <c:manualLayout>
                  <c:x val="-3.2439167616546007E-2"/>
                  <c:y val="0.29284585953242798"/>
                </c:manualLayout>
              </c:layout>
              <c:tx>
                <c:rich>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fld id="{06FB3212-7654-4B19-968A-E62BE785A130}" type="CATEGORYNAME">
                      <a:rPr lang="en-US" altLang="zh-CN" sz="2000" b="1">
                        <a:solidFill>
                          <a:srgbClr val="232333"/>
                        </a:solidFill>
                      </a:rPr>
                      <a:pPr>
                        <a:defRPr sz="2000"/>
                      </a:pPr>
                      <a:t>[CATEGORY NAME]</a:t>
                    </a:fld>
                    <a:r>
                      <a:rPr lang="en-US" altLang="zh-CN" sz="2000" b="1" baseline="0"/>
                      <a:t>
</a:t>
                    </a:r>
                    <a:fld id="{5213B444-6AAB-4648-BA96-2C5482AFB3B9}" type="PERCENTAGE">
                      <a:rPr lang="en-US" altLang="zh-CN" sz="2000" b="1" baseline="0"/>
                      <a:pPr>
                        <a:defRPr sz="2000"/>
                      </a:pPr>
                      <a:t>[PERCENTAGE]</a:t>
                    </a:fld>
                    <a:endParaRPr lang="en-US" altLang="zh-CN" sz="2000" b="1" baseline="0"/>
                  </a:p>
                </c:rich>
              </c:tx>
              <c:spPr>
                <a:solidFill>
                  <a:prstClr val="white"/>
                </a:solidFill>
                <a:ln w="19050"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ltLang="zh-CN"/>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1562"/>
                        <a:gd name="adj2" fmla="val -236415"/>
                      </a:avLst>
                    </a:prstGeom>
                    <a:noFill/>
                    <a:ln>
                      <a:noFill/>
                    </a:ln>
                  </c15:spPr>
                  <c15:dlblFieldTable/>
                  <c15:showDataLabelsRange val="0"/>
                </c:ext>
                <c:ext xmlns:c16="http://schemas.microsoft.com/office/drawing/2014/chart" uri="{C3380CC4-5D6E-409C-BE32-E72D297353CC}">
                  <c16:uniqueId val="{00000007-E260-4F65-AD5E-493BCCEE6E30}"/>
                </c:ext>
              </c:extLst>
            </c:dLbl>
            <c:dLbl>
              <c:idx val="4"/>
              <c:layout>
                <c:manualLayout>
                  <c:x val="-0.25060229815746116"/>
                  <c:y val="0.14426811910094489"/>
                </c:manualLayout>
              </c:layout>
              <c:tx>
                <c:rich>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fld id="{D21C6633-1441-4E93-9742-0B8265ED0A59}" type="CATEGORYNAME">
                      <a:rPr lang="en-US" altLang="zh-CN" sz="2000" b="1">
                        <a:solidFill>
                          <a:srgbClr val="006400"/>
                        </a:solidFill>
                      </a:rPr>
                      <a:pPr>
                        <a:defRPr sz="2000"/>
                      </a:pPr>
                      <a:t>[CATEGORY NAME]</a:t>
                    </a:fld>
                    <a:r>
                      <a:rPr lang="en-US" altLang="zh-CN" sz="2000" b="1" baseline="0"/>
                      <a:t>
</a:t>
                    </a:r>
                    <a:fld id="{7DCA893E-50F3-4CAC-B147-1CA0272E8373}" type="PERCENTAGE">
                      <a:rPr lang="en-US" altLang="zh-CN" sz="2000" b="1" baseline="0"/>
                      <a:pPr>
                        <a:defRPr sz="2000"/>
                      </a:pPr>
                      <a:t>[PERCENTAGE]</a:t>
                    </a:fld>
                    <a:endParaRPr lang="en-US" altLang="zh-CN" sz="2000" b="1" baseline="0"/>
                  </a:p>
                </c:rich>
              </c:tx>
              <c:spPr>
                <a:solidFill>
                  <a:prstClr val="white"/>
                </a:solidFill>
                <a:ln w="19050"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ltLang="zh-CN"/>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224221"/>
                        <a:gd name="adj2" fmla="val -121012"/>
                      </a:avLst>
                    </a:prstGeom>
                    <a:noFill/>
                    <a:ln>
                      <a:noFill/>
                    </a:ln>
                  </c15:spPr>
                  <c15:dlblFieldTable/>
                  <c15:showDataLabelsRange val="0"/>
                </c:ext>
                <c:ext xmlns:c16="http://schemas.microsoft.com/office/drawing/2014/chart" uri="{C3380CC4-5D6E-409C-BE32-E72D297353CC}">
                  <c16:uniqueId val="{00000009-E260-4F65-AD5E-493BCCEE6E30}"/>
                </c:ext>
              </c:extLst>
            </c:dLbl>
            <c:dLbl>
              <c:idx val="5"/>
              <c:layout>
                <c:manualLayout>
                  <c:x val="-0.30687080095583558"/>
                  <c:y val="-2.4075536887008482E-2"/>
                </c:manualLayout>
              </c:layout>
              <c:tx>
                <c:rich>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fld id="{484504A1-95BF-46C2-B966-132F7C95825E}" type="CATEGORYNAME">
                      <a:rPr lang="en-US" altLang="zh-CN" sz="2000" b="1">
                        <a:solidFill>
                          <a:srgbClr val="8B4513"/>
                        </a:solidFill>
                      </a:rPr>
                      <a:pPr>
                        <a:defRPr sz="2000"/>
                      </a:pPr>
                      <a:t>[CATEGORY NAME]</a:t>
                    </a:fld>
                    <a:r>
                      <a:rPr lang="en-US" altLang="zh-CN" sz="2000" b="1" baseline="0"/>
                      <a:t>
</a:t>
                    </a:r>
                    <a:fld id="{750B5AE6-1CFC-4AB2-B71D-9D47E7456977}" type="PERCENTAGE">
                      <a:rPr lang="en-US" altLang="zh-CN" sz="2000" b="1" baseline="0"/>
                      <a:pPr>
                        <a:defRPr sz="2000"/>
                      </a:pPr>
                      <a:t>[PERCENTAGE]</a:t>
                    </a:fld>
                    <a:endParaRPr lang="en-US" altLang="zh-CN" sz="2000" b="1" baseline="0"/>
                  </a:p>
                </c:rich>
              </c:tx>
              <c:spPr>
                <a:noFill/>
                <a:ln w="19050"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ltLang="zh-CN"/>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407467"/>
                        <a:gd name="adj2" fmla="val 10498"/>
                      </a:avLst>
                    </a:prstGeom>
                    <a:noFill/>
                    <a:ln>
                      <a:noFill/>
                    </a:ln>
                  </c15:spPr>
                  <c15:dlblFieldTable/>
                  <c15:showDataLabelsRange val="0"/>
                </c:ext>
                <c:ext xmlns:c16="http://schemas.microsoft.com/office/drawing/2014/chart" uri="{C3380CC4-5D6E-409C-BE32-E72D297353CC}">
                  <c16:uniqueId val="{0000000B-E260-4F65-AD5E-493BCCEE6E30}"/>
                </c:ext>
              </c:extLst>
            </c:dLbl>
            <c:dLbl>
              <c:idx val="6"/>
              <c:layout>
                <c:manualLayout>
                  <c:x val="-0.19042600042167487"/>
                  <c:y val="-0.11332482403644634"/>
                </c:manualLayout>
              </c:layout>
              <c:tx>
                <c:rich>
                  <a:bodyPr/>
                  <a:lstStyle/>
                  <a:p>
                    <a:fld id="{E5A69470-4B64-474E-9A7B-E4DABE14AC6C}" type="CATEGORYNAME">
                      <a:rPr lang="en-US" altLang="zh-CN" sz="2000" b="1">
                        <a:solidFill>
                          <a:srgbClr val="FF4500"/>
                        </a:solidFill>
                      </a:rPr>
                      <a:pPr/>
                      <a:t>[CATEGORY NAME]</a:t>
                    </a:fld>
                    <a:r>
                      <a:rPr lang="en-US" altLang="zh-CN" sz="2000" b="1" baseline="0"/>
                      <a:t>
</a:t>
                    </a:r>
                    <a:fld id="{A903CA78-5DE1-4B5D-BB05-38DDACBEB35A}" type="PERCENTAGE">
                      <a:rPr lang="en-US" altLang="zh-CN" sz="2000" b="1" baseline="0"/>
                      <a:pPr/>
                      <a:t>[PERCENTAGE]</a:t>
                    </a:fld>
                    <a:endParaRPr lang="en-US" altLang="zh-CN" sz="2000" b="1"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E260-4F65-AD5E-493BCCEE6E30}"/>
                </c:ext>
              </c:extLst>
            </c:dLbl>
            <c:spPr>
              <a:solidFill>
                <a:prstClr val="white"/>
              </a:solidFill>
              <a:ln w="19050">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20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Engine</c:v>
                </c:pt>
                <c:pt idx="1">
                  <c:v>Systems</c:v>
                </c:pt>
                <c:pt idx="2">
                  <c:v>Payload</c:v>
                </c:pt>
                <c:pt idx="3">
                  <c:v>Fuel</c:v>
                </c:pt>
                <c:pt idx="4">
                  <c:v>Fuselage</c:v>
                </c:pt>
                <c:pt idx="5">
                  <c:v>Skids</c:v>
                </c:pt>
                <c:pt idx="6">
                  <c:v>Rotor</c:v>
                </c:pt>
              </c:strCache>
            </c:strRef>
          </c:cat>
          <c:val>
            <c:numRef>
              <c:f>Sheet1!$B$2:$B$8</c:f>
              <c:numCache>
                <c:formatCode>General</c:formatCode>
                <c:ptCount val="7"/>
                <c:pt idx="0">
                  <c:v>495</c:v>
                </c:pt>
                <c:pt idx="1">
                  <c:v>504</c:v>
                </c:pt>
                <c:pt idx="2">
                  <c:v>886</c:v>
                </c:pt>
                <c:pt idx="3">
                  <c:v>700</c:v>
                </c:pt>
                <c:pt idx="4">
                  <c:v>355</c:v>
                </c:pt>
                <c:pt idx="5">
                  <c:v>70</c:v>
                </c:pt>
                <c:pt idx="6">
                  <c:v>238</c:v>
                </c:pt>
              </c:numCache>
            </c:numRef>
          </c:val>
          <c:extLst>
            <c:ext xmlns:c16="http://schemas.microsoft.com/office/drawing/2014/chart" uri="{C3380CC4-5D6E-409C-BE32-E72D297353CC}">
              <c16:uniqueId val="{0000000E-E260-4F65-AD5E-493BCCEE6E30}"/>
            </c:ext>
          </c:extLst>
        </c:ser>
        <c:dLbls>
          <c:showLegendKey val="0"/>
          <c:showVal val="1"/>
          <c:showCatName val="1"/>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6/18/2025</a:t>
            </a:fld>
            <a:endParaRPr lang="en-US"/>
          </a:p>
        </p:txBody>
      </p:sp>
      <p:sp>
        <p:nvSpPr>
          <p:cNvPr id="4" name="Slide Image Placeholder 3"/>
          <p:cNvSpPr>
            <a:spLocks noGrp="1" noRot="1" noChangeAspect="1"/>
          </p:cNvSpPr>
          <p:nvPr>
            <p:ph type="sldImg" idx="2"/>
          </p:nvPr>
        </p:nvSpPr>
        <p:spPr>
          <a:xfrm>
            <a:off x="1244600" y="1143000"/>
            <a:ext cx="4368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2479451" rtl="0" eaLnBrk="1" latinLnBrk="0" hangingPunct="1">
      <a:defRPr sz="3254" kern="1200">
        <a:solidFill>
          <a:schemeClr val="tx1"/>
        </a:solidFill>
        <a:latin typeface="+mn-lt"/>
        <a:ea typeface="+mn-ea"/>
        <a:cs typeface="+mn-cs"/>
      </a:defRPr>
    </a:lvl1pPr>
    <a:lvl2pPr marL="1239727" algn="l" defTabSz="2479451" rtl="0" eaLnBrk="1" latinLnBrk="0" hangingPunct="1">
      <a:defRPr sz="3254" kern="1200">
        <a:solidFill>
          <a:schemeClr val="tx1"/>
        </a:solidFill>
        <a:latin typeface="+mn-lt"/>
        <a:ea typeface="+mn-ea"/>
        <a:cs typeface="+mn-cs"/>
      </a:defRPr>
    </a:lvl2pPr>
    <a:lvl3pPr marL="2479451" algn="l" defTabSz="2479451" rtl="0" eaLnBrk="1" latinLnBrk="0" hangingPunct="1">
      <a:defRPr sz="3254" kern="1200">
        <a:solidFill>
          <a:schemeClr val="tx1"/>
        </a:solidFill>
        <a:latin typeface="+mn-lt"/>
        <a:ea typeface="+mn-ea"/>
        <a:cs typeface="+mn-cs"/>
      </a:defRPr>
    </a:lvl3pPr>
    <a:lvl4pPr marL="3719178" algn="l" defTabSz="2479451" rtl="0" eaLnBrk="1" latinLnBrk="0" hangingPunct="1">
      <a:defRPr sz="3254" kern="1200">
        <a:solidFill>
          <a:schemeClr val="tx1"/>
        </a:solidFill>
        <a:latin typeface="+mn-lt"/>
        <a:ea typeface="+mn-ea"/>
        <a:cs typeface="+mn-cs"/>
      </a:defRPr>
    </a:lvl4pPr>
    <a:lvl5pPr marL="4958902" algn="l" defTabSz="2479451" rtl="0" eaLnBrk="1" latinLnBrk="0" hangingPunct="1">
      <a:defRPr sz="3254" kern="1200">
        <a:solidFill>
          <a:schemeClr val="tx1"/>
        </a:solidFill>
        <a:latin typeface="+mn-lt"/>
        <a:ea typeface="+mn-ea"/>
        <a:cs typeface="+mn-cs"/>
      </a:defRPr>
    </a:lvl5pPr>
    <a:lvl6pPr marL="6198629" algn="l" defTabSz="2479451" rtl="0" eaLnBrk="1" latinLnBrk="0" hangingPunct="1">
      <a:defRPr sz="3254" kern="1200">
        <a:solidFill>
          <a:schemeClr val="tx1"/>
        </a:solidFill>
        <a:latin typeface="+mn-lt"/>
        <a:ea typeface="+mn-ea"/>
        <a:cs typeface="+mn-cs"/>
      </a:defRPr>
    </a:lvl6pPr>
    <a:lvl7pPr marL="7438356" algn="l" defTabSz="2479451" rtl="0" eaLnBrk="1" latinLnBrk="0" hangingPunct="1">
      <a:defRPr sz="3254" kern="1200">
        <a:solidFill>
          <a:schemeClr val="tx1"/>
        </a:solidFill>
        <a:latin typeface="+mn-lt"/>
        <a:ea typeface="+mn-ea"/>
        <a:cs typeface="+mn-cs"/>
      </a:defRPr>
    </a:lvl7pPr>
    <a:lvl8pPr marL="8678080" algn="l" defTabSz="2479451" rtl="0" eaLnBrk="1" latinLnBrk="0" hangingPunct="1">
      <a:defRPr sz="3254" kern="1200">
        <a:solidFill>
          <a:schemeClr val="tx1"/>
        </a:solidFill>
        <a:latin typeface="+mn-lt"/>
        <a:ea typeface="+mn-ea"/>
        <a:cs typeface="+mn-cs"/>
      </a:defRPr>
    </a:lvl8pPr>
    <a:lvl9pPr marL="9917807" algn="l" defTabSz="2479451" rtl="0" eaLnBrk="1" latinLnBrk="0" hangingPunct="1">
      <a:defRPr sz="325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77663E2-27CE-4C79-91D3-7F5C4262D57F}" type="slidenum">
              <a:rPr lang="en-US" smtClean="0"/>
              <a:t>1</a:t>
            </a:fld>
            <a:endParaRPr lang="en-US"/>
          </a:p>
        </p:txBody>
      </p:sp>
    </p:spTree>
    <p:extLst>
      <p:ext uri="{BB962C8B-B14F-4D97-AF65-F5344CB8AC3E}">
        <p14:creationId xmlns:p14="http://schemas.microsoft.com/office/powerpoint/2010/main" val="1921391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ion On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4598F73-76A6-6E2C-AEC6-8D44F465D455}"/>
              </a:ext>
            </a:extLst>
          </p:cNvPr>
          <p:cNvSpPr>
            <a:spLocks noGrp="1"/>
          </p:cNvSpPr>
          <p:nvPr>
            <p:ph sz="quarter" idx="31" hasCustomPrompt="1"/>
          </p:nvPr>
        </p:nvSpPr>
        <p:spPr>
          <a:xfrm>
            <a:off x="8042280" y="9145074"/>
            <a:ext cx="6977225" cy="9666001"/>
          </a:xfrm>
          <a:prstGeom prst="rect">
            <a:avLst/>
          </a:prstGeom>
        </p:spPr>
        <p:txBody>
          <a:bodyPr/>
          <a:lstStyle>
            <a:lvl1pPr>
              <a:defRPr/>
            </a:lvl1pPr>
          </a:lstStyle>
          <a:p>
            <a:pPr lvl="0"/>
            <a:r>
              <a:rPr lang="en-US"/>
              <a:t>Click an icon to add content</a:t>
            </a:r>
          </a:p>
        </p:txBody>
      </p:sp>
      <p:sp>
        <p:nvSpPr>
          <p:cNvPr id="14" name="Content Placeholder 5">
            <a:extLst>
              <a:ext uri="{FF2B5EF4-FFF2-40B4-BE49-F238E27FC236}">
                <a16:creationId xmlns:a16="http://schemas.microsoft.com/office/drawing/2014/main" id="{1D559B33-1F24-DE0B-8922-C36BD2E88CB8}"/>
              </a:ext>
            </a:extLst>
          </p:cNvPr>
          <p:cNvSpPr>
            <a:spLocks noGrp="1"/>
          </p:cNvSpPr>
          <p:nvPr>
            <p:ph sz="quarter" idx="32" hasCustomPrompt="1"/>
          </p:nvPr>
        </p:nvSpPr>
        <p:spPr>
          <a:xfrm>
            <a:off x="15263814" y="4119563"/>
            <a:ext cx="6977225" cy="4006800"/>
          </a:xfrm>
          <a:prstGeom prst="rect">
            <a:avLst/>
          </a:prstGeom>
        </p:spPr>
        <p:txBody>
          <a:bodyPr/>
          <a:lstStyle>
            <a:lvl1pPr>
              <a:defRPr/>
            </a:lvl1pPr>
          </a:lstStyle>
          <a:p>
            <a:pPr lvl="0"/>
            <a:r>
              <a:rPr lang="en-US"/>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a:xfrm>
            <a:off x="792000" y="2206801"/>
            <a:ext cx="21448873" cy="1296054"/>
          </a:xfrm>
          <a:prstGeom prst="rect">
            <a:avLst/>
          </a:prstGeom>
        </p:spPr>
        <p:txBody>
          <a:bodyPr/>
          <a:lstStyle/>
          <a:p>
            <a:r>
              <a:rPr lang="zh-CN" altLang="en-US" noProof="0"/>
              <a:t>单击此处编辑母版标题样式</a:t>
            </a:r>
            <a:endParaRPr lang="en-GB" noProof="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23299200" y="2206800"/>
            <a:ext cx="6182263" cy="1296053"/>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851418" indent="0" algn="ctr">
              <a:buNone/>
              <a:defRPr sz="3725"/>
            </a:lvl2pPr>
            <a:lvl3pPr marL="1702836" indent="0" algn="ctr">
              <a:buNone/>
              <a:defRPr sz="3353"/>
            </a:lvl3pPr>
            <a:lvl4pPr marL="2554255" indent="0" algn="ctr">
              <a:buNone/>
              <a:defRPr sz="2980"/>
            </a:lvl4pPr>
            <a:lvl5pPr marL="3405674" indent="0" algn="ctr">
              <a:buNone/>
              <a:defRPr sz="2980"/>
            </a:lvl5pPr>
            <a:lvl6pPr marL="4257093" indent="0" algn="ctr">
              <a:buNone/>
              <a:defRPr sz="2980"/>
            </a:lvl6pPr>
            <a:lvl7pPr marL="5108512" indent="0" algn="ctr">
              <a:buNone/>
              <a:defRPr sz="2980"/>
            </a:lvl7pPr>
            <a:lvl8pPr marL="5959929" indent="0" algn="ctr">
              <a:buNone/>
              <a:defRPr sz="2980"/>
            </a:lvl8pPr>
            <a:lvl9pPr marL="6811350" indent="0" algn="ctr">
              <a:buNone/>
              <a:defRPr sz="2980"/>
            </a:lvl9pPr>
          </a:lstStyle>
          <a:p>
            <a:r>
              <a:rPr lang="zh-CN" altLang="en-US" noProof="0"/>
              <a:t>单击此处编辑母版副标题样式</a:t>
            </a:r>
            <a:endParaRPr lang="en-GB" noProof="0"/>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22513929" y="17137574"/>
            <a:ext cx="3405600" cy="2322000"/>
          </a:xfrm>
          <a:prstGeom prst="rect">
            <a:avLst/>
          </a:prstGeom>
          <a:noFill/>
          <a:ln>
            <a:noFill/>
          </a:ln>
        </p:spPr>
        <p:txBody>
          <a:bodyPr/>
          <a:lstStyle>
            <a:lvl1pPr>
              <a:defRPr sz="2265"/>
            </a:lvl1pPr>
          </a:lstStyle>
          <a:p>
            <a:r>
              <a:rPr lang="en-GB" noProof="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26075863" y="17137574"/>
            <a:ext cx="3405600" cy="2322000"/>
          </a:xfrm>
          <a:prstGeom prst="rect">
            <a:avLst/>
          </a:prstGeom>
          <a:noFill/>
          <a:ln>
            <a:noFill/>
          </a:ln>
        </p:spPr>
        <p:txBody>
          <a:bodyPr/>
          <a:lstStyle>
            <a:lvl1pPr>
              <a:defRPr sz="2265"/>
            </a:lvl1pPr>
          </a:lstStyle>
          <a:p>
            <a:r>
              <a:rPr lang="en-GB" noProof="0"/>
              <a:t>Click icon to add a supporter or partner logo</a:t>
            </a:r>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2000" y="4119563"/>
            <a:ext cx="6977225" cy="15340012"/>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2" name="Text Placeholder 2">
            <a:extLst>
              <a:ext uri="{FF2B5EF4-FFF2-40B4-BE49-F238E27FC236}">
                <a16:creationId xmlns:a16="http://schemas.microsoft.com/office/drawing/2014/main" id="{D066D9B2-61D9-46F5-7BE1-7E23DFB51F4D}"/>
              </a:ext>
            </a:extLst>
          </p:cNvPr>
          <p:cNvSpPr>
            <a:spLocks noGrp="1"/>
          </p:cNvSpPr>
          <p:nvPr>
            <p:ph type="body" sz="quarter" idx="27"/>
          </p:nvPr>
        </p:nvSpPr>
        <p:spPr>
          <a:xfrm>
            <a:off x="8032750" y="4119563"/>
            <a:ext cx="6977225" cy="4874312"/>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11" name="Text Placeholder 2">
            <a:extLst>
              <a:ext uri="{FF2B5EF4-FFF2-40B4-BE49-F238E27FC236}">
                <a16:creationId xmlns:a16="http://schemas.microsoft.com/office/drawing/2014/main" id="{63A9E9AB-800B-B4C3-4006-0BFDFC0B949F}"/>
              </a:ext>
            </a:extLst>
          </p:cNvPr>
          <p:cNvSpPr>
            <a:spLocks noGrp="1"/>
          </p:cNvSpPr>
          <p:nvPr>
            <p:ph type="body" sz="quarter" idx="28"/>
          </p:nvPr>
        </p:nvSpPr>
        <p:spPr>
          <a:xfrm>
            <a:off x="15263649" y="9147600"/>
            <a:ext cx="6977225" cy="10311974"/>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12" name="Text Placeholder 2">
            <a:extLst>
              <a:ext uri="{FF2B5EF4-FFF2-40B4-BE49-F238E27FC236}">
                <a16:creationId xmlns:a16="http://schemas.microsoft.com/office/drawing/2014/main" id="{033125D0-DD6D-7AFB-EB25-4FFAD170A35F}"/>
              </a:ext>
            </a:extLst>
          </p:cNvPr>
          <p:cNvSpPr>
            <a:spLocks noGrp="1"/>
          </p:cNvSpPr>
          <p:nvPr>
            <p:ph type="body" sz="quarter" idx="29"/>
          </p:nvPr>
        </p:nvSpPr>
        <p:spPr>
          <a:xfrm>
            <a:off x="22504238" y="4119563"/>
            <a:ext cx="6977225" cy="12858252"/>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13"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8032750" y="18964799"/>
            <a:ext cx="6977063" cy="494775"/>
          </a:xfrm>
          <a:prstGeom prst="rect">
            <a:avLst/>
          </a:prstGeom>
        </p:spPr>
        <p:txBody>
          <a:bodyPr/>
          <a:lstStyle>
            <a:lvl1pPr>
              <a:defRPr sz="1416"/>
            </a:lvl1pPr>
            <a:lvl2pPr>
              <a:defRPr sz="1416"/>
            </a:lvl2pPr>
            <a:lvl3pPr>
              <a:defRPr sz="1416"/>
            </a:lvl3pPr>
            <a:lvl4pPr>
              <a:defRPr sz="1416"/>
            </a:lvl4pPr>
            <a:lvl5pPr>
              <a:defRPr sz="1416"/>
            </a:lvl5pPr>
          </a:lstStyle>
          <a:p>
            <a:pPr lvl="0"/>
            <a:r>
              <a:rPr lang="zh-CN" altLang="en-US" noProof="0"/>
              <a:t>单击此处编辑母版文本样式</a:t>
            </a:r>
          </a:p>
        </p:txBody>
      </p:sp>
      <p:sp>
        <p:nvSpPr>
          <p:cNvPr id="19" name="Text Placeholder 26">
            <a:extLst>
              <a:ext uri="{FF2B5EF4-FFF2-40B4-BE49-F238E27FC236}">
                <a16:creationId xmlns:a16="http://schemas.microsoft.com/office/drawing/2014/main" id="{FA53729D-A1FE-4B84-9479-F23F8A008C62}"/>
              </a:ext>
            </a:extLst>
          </p:cNvPr>
          <p:cNvSpPr>
            <a:spLocks noGrp="1"/>
          </p:cNvSpPr>
          <p:nvPr>
            <p:ph type="body" sz="quarter" idx="30"/>
          </p:nvPr>
        </p:nvSpPr>
        <p:spPr>
          <a:xfrm>
            <a:off x="15263811" y="8280000"/>
            <a:ext cx="6977063" cy="494775"/>
          </a:xfrm>
          <a:prstGeom prst="rect">
            <a:avLst/>
          </a:prstGeom>
        </p:spPr>
        <p:txBody>
          <a:bodyPr/>
          <a:lstStyle>
            <a:lvl1pPr>
              <a:defRPr sz="1416"/>
            </a:lvl1pPr>
            <a:lvl2pPr>
              <a:defRPr sz="1416"/>
            </a:lvl2pPr>
            <a:lvl3pPr>
              <a:defRPr sz="1416"/>
            </a:lvl3pPr>
            <a:lvl4pPr>
              <a:defRPr sz="1416"/>
            </a:lvl4pPr>
            <a:lvl5pPr>
              <a:defRPr sz="1416"/>
            </a:lvl5pPr>
          </a:lstStyle>
          <a:p>
            <a:pPr lvl="0"/>
            <a:r>
              <a:rPr lang="zh-CN" altLang="en-US" noProof="0"/>
              <a:t>单击此处编辑母版文本样式</a:t>
            </a:r>
          </a:p>
        </p:txBody>
      </p:sp>
    </p:spTree>
    <p:extLst>
      <p:ext uri="{BB962C8B-B14F-4D97-AF65-F5344CB8AC3E}">
        <p14:creationId xmlns:p14="http://schemas.microsoft.com/office/powerpoint/2010/main" val="7184621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ion Two">
    <p:spTree>
      <p:nvGrpSpPr>
        <p:cNvPr id="1" name=""/>
        <p:cNvGrpSpPr/>
        <p:nvPr/>
      </p:nvGrpSpPr>
      <p:grpSpPr>
        <a:xfrm>
          <a:off x="0" y="0"/>
          <a:ext cx="0" cy="0"/>
          <a:chOff x="0" y="0"/>
          <a:chExt cx="0" cy="0"/>
        </a:xfrm>
      </p:grpSpPr>
      <p:sp>
        <p:nvSpPr>
          <p:cNvPr id="4" name="Content Placeholder 5">
            <a:extLst>
              <a:ext uri="{FF2B5EF4-FFF2-40B4-BE49-F238E27FC236}">
                <a16:creationId xmlns:a16="http://schemas.microsoft.com/office/drawing/2014/main" id="{17ACDFC2-410C-B359-4F5C-3560CF86EB5B}"/>
              </a:ext>
            </a:extLst>
          </p:cNvPr>
          <p:cNvSpPr>
            <a:spLocks noGrp="1"/>
          </p:cNvSpPr>
          <p:nvPr>
            <p:ph sz="quarter" idx="31" hasCustomPrompt="1"/>
          </p:nvPr>
        </p:nvSpPr>
        <p:spPr>
          <a:xfrm>
            <a:off x="8042280" y="9145074"/>
            <a:ext cx="14209200" cy="9666001"/>
          </a:xfrm>
          <a:prstGeom prst="rect">
            <a:avLst/>
          </a:prstGeom>
        </p:spPr>
        <p:txBody>
          <a:bodyPr/>
          <a:lstStyle>
            <a:lvl1pPr>
              <a:defRPr/>
            </a:lvl1pPr>
          </a:lstStyle>
          <a:p>
            <a:pPr lvl="0"/>
            <a:r>
              <a:rPr lang="en-US"/>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a:xfrm>
            <a:off x="792000" y="2206801"/>
            <a:ext cx="21448873" cy="1296054"/>
          </a:xfrm>
          <a:prstGeom prst="rect">
            <a:avLst/>
          </a:prstGeom>
        </p:spPr>
        <p:txBody>
          <a:bodyPr/>
          <a:lstStyle/>
          <a:p>
            <a:r>
              <a:rPr lang="zh-CN" altLang="en-US" noProof="0"/>
              <a:t>单击此处编辑母版标题样式</a:t>
            </a:r>
            <a:endParaRPr lang="en-GB" noProof="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a:xfrm>
            <a:off x="9118634" y="20163543"/>
            <a:ext cx="4601307" cy="428016"/>
          </a:xfrm>
          <a:prstGeom prst="rect">
            <a:avLst/>
          </a:prstGeom>
        </p:spPr>
        <p:txBody>
          <a:bodyPr/>
          <a:lstStyle/>
          <a:p>
            <a:fld id="{F18F015B-6C73-4A9C-BCFC-C5B1BB098CD2}" type="datetime1">
              <a:rPr lang="en-GB" noProof="0" smtClean="0"/>
              <a:t>18/06/2025</a:t>
            </a:fld>
            <a:endParaRPr lang="en-GB" noProof="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a:xfrm>
            <a:off x="25865667" y="20579183"/>
            <a:ext cx="3615796" cy="428022"/>
          </a:xfrm>
          <a:prstGeom prst="rect">
            <a:avLst/>
          </a:prstGeom>
        </p:spPr>
        <p:txBody>
          <a:bodyPr/>
          <a:lstStyle/>
          <a:p>
            <a:r>
              <a:rPr lang="en-GB" noProof="0"/>
              <a:t>imperial.ac.uk</a:t>
            </a:r>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a:xfrm>
            <a:off x="14676851" y="20163543"/>
            <a:ext cx="921521" cy="428022"/>
          </a:xfrm>
          <a:prstGeom prst="rect">
            <a:avLst/>
          </a:prstGeom>
        </p:spPr>
        <p:txBody>
          <a:bodyPr/>
          <a:lstStyle/>
          <a:p>
            <a:fld id="{CBA53E11-492D-48B3-9F9B-09541CA2A39A}" type="slidenum">
              <a:rPr lang="en-GB" noProof="0" smtClean="0"/>
              <a:pPr/>
              <a:t>‹#›</a:t>
            </a:fld>
            <a:endParaRPr lang="en-GB" noProof="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23299200" y="2206800"/>
            <a:ext cx="6182263" cy="1296053"/>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851418" indent="0" algn="ctr">
              <a:buNone/>
              <a:defRPr sz="3725"/>
            </a:lvl2pPr>
            <a:lvl3pPr marL="1702836" indent="0" algn="ctr">
              <a:buNone/>
              <a:defRPr sz="3353"/>
            </a:lvl3pPr>
            <a:lvl4pPr marL="2554255" indent="0" algn="ctr">
              <a:buNone/>
              <a:defRPr sz="2980"/>
            </a:lvl4pPr>
            <a:lvl5pPr marL="3405674" indent="0" algn="ctr">
              <a:buNone/>
              <a:defRPr sz="2980"/>
            </a:lvl5pPr>
            <a:lvl6pPr marL="4257093" indent="0" algn="ctr">
              <a:buNone/>
              <a:defRPr sz="2980"/>
            </a:lvl6pPr>
            <a:lvl7pPr marL="5108512" indent="0" algn="ctr">
              <a:buNone/>
              <a:defRPr sz="2980"/>
            </a:lvl7pPr>
            <a:lvl8pPr marL="5959929" indent="0" algn="ctr">
              <a:buNone/>
              <a:defRPr sz="2980"/>
            </a:lvl8pPr>
            <a:lvl9pPr marL="6811350" indent="0" algn="ctr">
              <a:buNone/>
              <a:defRPr sz="2980"/>
            </a:lvl9pPr>
          </a:lstStyle>
          <a:p>
            <a:r>
              <a:rPr lang="zh-CN" altLang="en-US" noProof="0"/>
              <a:t>单击此处编辑母版副标题样式</a:t>
            </a:r>
            <a:endParaRPr lang="en-GB" noProof="0"/>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2000" y="4119563"/>
            <a:ext cx="6977225" cy="15340012"/>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2" name="Text Placeholder 2">
            <a:extLst>
              <a:ext uri="{FF2B5EF4-FFF2-40B4-BE49-F238E27FC236}">
                <a16:creationId xmlns:a16="http://schemas.microsoft.com/office/drawing/2014/main" id="{D066D9B2-61D9-46F5-7BE1-7E23DFB51F4D}"/>
              </a:ext>
            </a:extLst>
          </p:cNvPr>
          <p:cNvSpPr>
            <a:spLocks noGrp="1"/>
          </p:cNvSpPr>
          <p:nvPr>
            <p:ph type="body" sz="quarter" idx="27"/>
          </p:nvPr>
        </p:nvSpPr>
        <p:spPr>
          <a:xfrm>
            <a:off x="8032750" y="4119563"/>
            <a:ext cx="6977225" cy="4874312"/>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12" name="Text Placeholder 2">
            <a:extLst>
              <a:ext uri="{FF2B5EF4-FFF2-40B4-BE49-F238E27FC236}">
                <a16:creationId xmlns:a16="http://schemas.microsoft.com/office/drawing/2014/main" id="{033125D0-DD6D-7AFB-EB25-4FFAD170A35F}"/>
              </a:ext>
            </a:extLst>
          </p:cNvPr>
          <p:cNvSpPr>
            <a:spLocks noGrp="1"/>
          </p:cNvSpPr>
          <p:nvPr>
            <p:ph type="body" sz="quarter" idx="29"/>
          </p:nvPr>
        </p:nvSpPr>
        <p:spPr>
          <a:xfrm>
            <a:off x="22504238" y="4119563"/>
            <a:ext cx="6977225" cy="15340012"/>
          </a:xfrm>
          <a:prstGeom prst="rect">
            <a:avLst/>
          </a:prstGeom>
        </p:spPr>
        <p:txBody>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13"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8032749" y="18964799"/>
            <a:ext cx="14209200" cy="494775"/>
          </a:xfrm>
          <a:prstGeom prst="rect">
            <a:avLst/>
          </a:prstGeom>
        </p:spPr>
        <p:txBody>
          <a:bodyPr/>
          <a:lstStyle>
            <a:lvl1pPr>
              <a:defRPr sz="1416"/>
            </a:lvl1pPr>
            <a:lvl2pPr>
              <a:defRPr sz="1416"/>
            </a:lvl2pPr>
            <a:lvl3pPr>
              <a:defRPr sz="1416"/>
            </a:lvl3pPr>
            <a:lvl4pPr>
              <a:defRPr sz="1416"/>
            </a:lvl4pPr>
            <a:lvl5pPr>
              <a:defRPr sz="1416"/>
            </a:lvl5pPr>
          </a:lstStyle>
          <a:p>
            <a:pPr lvl="0"/>
            <a:r>
              <a:rPr lang="zh-CN" altLang="en-US" noProof="0"/>
              <a:t>单击此处编辑母版文本样式</a:t>
            </a:r>
          </a:p>
        </p:txBody>
      </p:sp>
      <p:sp>
        <p:nvSpPr>
          <p:cNvPr id="19" name="Text Placeholder 26">
            <a:extLst>
              <a:ext uri="{FF2B5EF4-FFF2-40B4-BE49-F238E27FC236}">
                <a16:creationId xmlns:a16="http://schemas.microsoft.com/office/drawing/2014/main" id="{FA53729D-A1FE-4B84-9479-F23F8A008C62}"/>
              </a:ext>
            </a:extLst>
          </p:cNvPr>
          <p:cNvSpPr>
            <a:spLocks noGrp="1"/>
          </p:cNvSpPr>
          <p:nvPr>
            <p:ph type="body" sz="quarter" idx="30"/>
          </p:nvPr>
        </p:nvSpPr>
        <p:spPr>
          <a:xfrm>
            <a:off x="15263811" y="8280000"/>
            <a:ext cx="6977063" cy="494775"/>
          </a:xfrm>
          <a:prstGeom prst="rect">
            <a:avLst/>
          </a:prstGeom>
        </p:spPr>
        <p:txBody>
          <a:bodyPr/>
          <a:lstStyle>
            <a:lvl1pPr>
              <a:defRPr sz="1416"/>
            </a:lvl1pPr>
            <a:lvl2pPr>
              <a:defRPr sz="1416"/>
            </a:lvl2pPr>
            <a:lvl3pPr>
              <a:defRPr sz="1416"/>
            </a:lvl3pPr>
            <a:lvl4pPr>
              <a:defRPr sz="1416"/>
            </a:lvl4pPr>
            <a:lvl5pPr>
              <a:defRPr sz="1416"/>
            </a:lvl5pPr>
          </a:lstStyle>
          <a:p>
            <a:pPr lvl="0"/>
            <a:r>
              <a:rPr lang="zh-CN" altLang="en-US" noProof="0"/>
              <a:t>单击此处编辑母版文本样式</a:t>
            </a:r>
          </a:p>
        </p:txBody>
      </p:sp>
      <p:sp>
        <p:nvSpPr>
          <p:cNvPr id="6" name="Content Placeholder 5">
            <a:extLst>
              <a:ext uri="{FF2B5EF4-FFF2-40B4-BE49-F238E27FC236}">
                <a16:creationId xmlns:a16="http://schemas.microsoft.com/office/drawing/2014/main" id="{CA9C7086-4685-433E-FBD8-82C4BB4BE3E8}"/>
              </a:ext>
            </a:extLst>
          </p:cNvPr>
          <p:cNvSpPr>
            <a:spLocks noGrp="1"/>
          </p:cNvSpPr>
          <p:nvPr>
            <p:ph sz="quarter" idx="32" hasCustomPrompt="1"/>
          </p:nvPr>
        </p:nvSpPr>
        <p:spPr>
          <a:xfrm>
            <a:off x="15263814" y="4119563"/>
            <a:ext cx="6977225" cy="4006800"/>
          </a:xfrm>
          <a:prstGeom prst="rect">
            <a:avLst/>
          </a:prstGeom>
        </p:spPr>
        <p:txBody>
          <a:bodyPr/>
          <a:lstStyle>
            <a:lvl1pPr>
              <a:defRPr/>
            </a:lvl1pPr>
          </a:lstStyle>
          <a:p>
            <a:pPr lvl="0"/>
            <a:r>
              <a:rPr lang="en-US"/>
              <a:t>Click an icon to add content</a:t>
            </a:r>
          </a:p>
        </p:txBody>
      </p:sp>
    </p:spTree>
    <p:extLst>
      <p:ext uri="{BB962C8B-B14F-4D97-AF65-F5344CB8AC3E}">
        <p14:creationId xmlns:p14="http://schemas.microsoft.com/office/powerpoint/2010/main" val="227932021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3E3441A-5748-16A7-02AE-A87B8727C788}"/>
              </a:ext>
            </a:extLst>
          </p:cNvPr>
          <p:cNvSpPr/>
          <p:nvPr userDrawn="1"/>
        </p:nvSpPr>
        <p:spPr>
          <a:xfrm>
            <a:off x="-4" y="20579183"/>
            <a:ext cx="30275217" cy="505561"/>
          </a:xfrm>
          <a:prstGeom prst="rect">
            <a:avLst/>
          </a:prstGeom>
          <a:solidFill>
            <a:srgbClr val="000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0" name="矩形 9">
            <a:extLst>
              <a:ext uri="{FF2B5EF4-FFF2-40B4-BE49-F238E27FC236}">
                <a16:creationId xmlns:a16="http://schemas.microsoft.com/office/drawing/2014/main" id="{1E319516-F407-5546-09A5-82C73487C782}"/>
              </a:ext>
            </a:extLst>
          </p:cNvPr>
          <p:cNvSpPr/>
          <p:nvPr userDrawn="1"/>
        </p:nvSpPr>
        <p:spPr>
          <a:xfrm>
            <a:off x="-3" y="298878"/>
            <a:ext cx="5932906" cy="1186363"/>
          </a:xfrm>
          <a:prstGeom prst="rect">
            <a:avLst/>
          </a:prstGeom>
          <a:solidFill>
            <a:srgbClr val="000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793750" y="4119563"/>
            <a:ext cx="28687712" cy="15340012"/>
          </a:xfrm>
          <a:prstGeom prst="rect">
            <a:avLst/>
          </a:prstGeom>
        </p:spPr>
        <p:txBody>
          <a:bodyPr vert="horz" lIns="0" tIns="0" rIns="0" bIns="0" rtlCol="0">
            <a:noAutofit/>
          </a:body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GB" noProof="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793750" y="20579183"/>
            <a:ext cx="12267732" cy="428022"/>
          </a:xfrm>
          <a:prstGeom prst="rect">
            <a:avLst/>
          </a:prstGeom>
          <a:noFill/>
        </p:spPr>
        <p:txBody>
          <a:bodyPr wrap="square" lIns="0" tIns="0" rIns="0" bIns="0" rtlCol="0" anchor="b">
            <a:noAutofit/>
          </a:bodyPr>
          <a:lstStyle/>
          <a:p>
            <a:pPr algn="l"/>
            <a:r>
              <a:rPr lang="en-GB" sz="2400" b="0" noProof="0">
                <a:solidFill>
                  <a:schemeClr val="bg1"/>
                </a:solidFill>
                <a:latin typeface="+mn-lt"/>
              </a:rPr>
              <a:t>Imperial College London - Department of Aeronautics  </a:t>
            </a:r>
          </a:p>
        </p:txBody>
      </p:sp>
      <p:cxnSp>
        <p:nvCxnSpPr>
          <p:cNvPr id="33" name="Straight Connector 20">
            <a:extLst>
              <a:ext uri="{FF2B5EF4-FFF2-40B4-BE49-F238E27FC236}">
                <a16:creationId xmlns:a16="http://schemas.microsoft.com/office/drawing/2014/main" id="{B628209B-C6F3-7FF4-E9FE-341D8C263E05}"/>
              </a:ext>
            </a:extLst>
          </p:cNvPr>
          <p:cNvCxnSpPr>
            <a:cxnSpLocks/>
          </p:cNvCxnSpPr>
          <p:nvPr userDrawn="1"/>
        </p:nvCxnSpPr>
        <p:spPr>
          <a:xfrm>
            <a:off x="0" y="298878"/>
            <a:ext cx="302752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21">
            <a:extLst>
              <a:ext uri="{FF2B5EF4-FFF2-40B4-BE49-F238E27FC236}">
                <a16:creationId xmlns:a16="http://schemas.microsoft.com/office/drawing/2014/main" id="{F9BED56A-327D-0E50-1C12-B57EF4C57B5C}"/>
              </a:ext>
            </a:extLst>
          </p:cNvPr>
          <p:cNvCxnSpPr>
            <a:cxnSpLocks/>
          </p:cNvCxnSpPr>
          <p:nvPr userDrawn="1"/>
        </p:nvCxnSpPr>
        <p:spPr>
          <a:xfrm>
            <a:off x="-2" y="1485246"/>
            <a:ext cx="302752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2B05AE80-E706-7438-9402-61844F8D52B7}"/>
              </a:ext>
            </a:extLst>
          </p:cNvPr>
          <p:cNvSpPr/>
          <p:nvPr userDrawn="1"/>
        </p:nvSpPr>
        <p:spPr>
          <a:xfrm>
            <a:off x="27997174" y="298878"/>
            <a:ext cx="2278038" cy="1184261"/>
          </a:xfrm>
          <a:prstGeom prst="rect">
            <a:avLst/>
          </a:prstGeom>
          <a:solidFill>
            <a:srgbClr val="000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pic>
        <p:nvPicPr>
          <p:cNvPr id="4" name="Picture 15">
            <a:extLst>
              <a:ext uri="{FF2B5EF4-FFF2-40B4-BE49-F238E27FC236}">
                <a16:creationId xmlns:a16="http://schemas.microsoft.com/office/drawing/2014/main" id="{3D3E6678-13C3-4026-B544-2F00BEF807BF}"/>
              </a:ext>
            </a:extLst>
          </p:cNvPr>
          <p:cNvPicPr>
            <a:picLocks noChangeAspect="1"/>
          </p:cNvPicPr>
          <p:nvPr userDrawn="1"/>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saturation sat="4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93750" y="646916"/>
            <a:ext cx="4484831" cy="488186"/>
          </a:xfrm>
          <a:prstGeom prst="rect">
            <a:avLst/>
          </a:prstGeom>
        </p:spPr>
      </p:pic>
      <p:sp>
        <p:nvSpPr>
          <p:cNvPr id="5" name="文本框 4">
            <a:extLst>
              <a:ext uri="{FF2B5EF4-FFF2-40B4-BE49-F238E27FC236}">
                <a16:creationId xmlns:a16="http://schemas.microsoft.com/office/drawing/2014/main" id="{034B72FC-14B7-B7A5-AC58-4945C354FCD4}"/>
              </a:ext>
            </a:extLst>
          </p:cNvPr>
          <p:cNvSpPr txBox="1"/>
          <p:nvPr userDrawn="1"/>
        </p:nvSpPr>
        <p:spPr>
          <a:xfrm>
            <a:off x="7351629" y="540327"/>
            <a:ext cx="45719" cy="62346"/>
          </a:xfrm>
          <a:prstGeom prst="rect">
            <a:avLst/>
          </a:prstGeom>
          <a:noFill/>
        </p:spPr>
        <p:txBody>
          <a:bodyPr wrap="square" lIns="0" tIns="0" rIns="0" bIns="0" rtlCol="0">
            <a:noAutofit/>
          </a:bodyPr>
          <a:lstStyle/>
          <a:p>
            <a:pPr algn="l">
              <a:lnSpc>
                <a:spcPct val="105000"/>
              </a:lnSpc>
            </a:pPr>
            <a:endParaRPr lang="zh-CN" altLang="en-US" sz="1600">
              <a:solidFill>
                <a:schemeClr val="tx1"/>
              </a:solidFill>
            </a:endParaRPr>
          </a:p>
        </p:txBody>
      </p:sp>
      <p:pic>
        <p:nvPicPr>
          <p:cNvPr id="14" name="图片 13" descr="徽标&#10;&#10;AI 生成的内容可能不正确。">
            <a:extLst>
              <a:ext uri="{FF2B5EF4-FFF2-40B4-BE49-F238E27FC236}">
                <a16:creationId xmlns:a16="http://schemas.microsoft.com/office/drawing/2014/main" id="{B0F1BC2E-2A70-A019-3F57-C46FD1C2FF02}"/>
              </a:ext>
            </a:extLst>
          </p:cNvPr>
          <p:cNvPicPr>
            <a:picLocks noChangeAspect="1"/>
          </p:cNvPicPr>
          <p:nvPr userDrawn="1"/>
        </p:nvPicPr>
        <p:blipFill>
          <a:blip r:embed="rId6">
            <a:extLst>
              <a:ext uri="{28A0092B-C50C-407E-A947-70E740481C1C}">
                <a14:useLocalDpi xmlns:a14="http://schemas.microsoft.com/office/drawing/2010/main" val="0"/>
              </a:ext>
            </a:extLst>
          </a:blip>
          <a:srcRect t="10760" b="31570"/>
          <a:stretch>
            <a:fillRect/>
          </a:stretch>
        </p:blipFill>
        <p:spPr>
          <a:xfrm>
            <a:off x="28146814" y="382793"/>
            <a:ext cx="1801049" cy="1038670"/>
          </a:xfrm>
          <a:prstGeom prst="rect">
            <a:avLst/>
          </a:prstGeom>
        </p:spPr>
      </p:pic>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p:fade/>
  </p:transition>
  <p:hf sldNum="0" hdr="0" dt="0"/>
  <p:txStyles>
    <p:title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p:titleStyle>
    <p:body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702836" rtl="0" eaLnBrk="1" latinLnBrk="0" hangingPunct="1">
        <a:defRPr sz="2600" kern="1200">
          <a:solidFill>
            <a:schemeClr val="tx1"/>
          </a:solidFill>
          <a:latin typeface="+mn-lt"/>
          <a:ea typeface="+mn-ea"/>
          <a:cs typeface="+mn-cs"/>
        </a:defRPr>
      </a:lvl1pPr>
      <a:lvl2pPr marL="851418" algn="l" defTabSz="1702836" rtl="0" eaLnBrk="1" latinLnBrk="0" hangingPunct="1">
        <a:defRPr sz="2600" kern="1200">
          <a:solidFill>
            <a:schemeClr val="tx1"/>
          </a:solidFill>
          <a:latin typeface="+mn-lt"/>
          <a:ea typeface="+mn-ea"/>
          <a:cs typeface="+mn-cs"/>
        </a:defRPr>
      </a:lvl2pPr>
      <a:lvl3pPr marL="1702836" algn="l" defTabSz="1702836" rtl="0" eaLnBrk="1" latinLnBrk="0" hangingPunct="1">
        <a:defRPr sz="2600" kern="1200">
          <a:solidFill>
            <a:schemeClr val="tx1"/>
          </a:solidFill>
          <a:latin typeface="+mn-lt"/>
          <a:ea typeface="+mn-ea"/>
          <a:cs typeface="+mn-cs"/>
        </a:defRPr>
      </a:lvl3pPr>
      <a:lvl4pPr marL="2554255" algn="l" defTabSz="1702836" rtl="0" eaLnBrk="1" latinLnBrk="0" hangingPunct="1">
        <a:defRPr sz="2600" kern="1200">
          <a:solidFill>
            <a:schemeClr val="tx1"/>
          </a:solidFill>
          <a:latin typeface="+mn-lt"/>
          <a:ea typeface="+mn-ea"/>
          <a:cs typeface="+mn-cs"/>
        </a:defRPr>
      </a:lvl4pPr>
      <a:lvl5pPr marL="3405674" algn="l" defTabSz="1702836" rtl="0" eaLnBrk="1" latinLnBrk="0" hangingPunct="1">
        <a:defRPr sz="2600" kern="1200">
          <a:solidFill>
            <a:schemeClr val="tx1"/>
          </a:solidFill>
          <a:latin typeface="+mn-lt"/>
          <a:ea typeface="+mn-ea"/>
          <a:cs typeface="+mn-cs"/>
        </a:defRPr>
      </a:lvl5pPr>
      <a:lvl6pPr marL="4257093" algn="l" defTabSz="1702836" rtl="0" eaLnBrk="1" latinLnBrk="0" hangingPunct="1">
        <a:defRPr sz="2600" kern="1200">
          <a:solidFill>
            <a:schemeClr val="tx1"/>
          </a:solidFill>
          <a:latin typeface="+mn-lt"/>
          <a:ea typeface="+mn-ea"/>
          <a:cs typeface="+mn-cs"/>
        </a:defRPr>
      </a:lvl6pPr>
      <a:lvl7pPr marL="5108512" algn="l" defTabSz="1702836" rtl="0" eaLnBrk="1" latinLnBrk="0" hangingPunct="1">
        <a:defRPr sz="2600" kern="1200">
          <a:solidFill>
            <a:schemeClr val="tx1"/>
          </a:solidFill>
          <a:latin typeface="+mn-lt"/>
          <a:ea typeface="+mn-ea"/>
          <a:cs typeface="+mn-cs"/>
        </a:defRPr>
      </a:lvl7pPr>
      <a:lvl8pPr marL="5959929" algn="l" defTabSz="1702836" rtl="0" eaLnBrk="1" latinLnBrk="0" hangingPunct="1">
        <a:defRPr sz="2600" kern="1200">
          <a:solidFill>
            <a:schemeClr val="tx1"/>
          </a:solidFill>
          <a:latin typeface="+mn-lt"/>
          <a:ea typeface="+mn-ea"/>
          <a:cs typeface="+mn-cs"/>
        </a:defRPr>
      </a:lvl8pPr>
      <a:lvl9pPr marL="6811350" algn="l" defTabSz="1702836"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536" userDrawn="1">
          <p15:clr>
            <a:srgbClr val="F26B43"/>
          </p15:clr>
        </p15:guide>
        <p15:guide id="2" orient="horz" pos="6735" userDrawn="1">
          <p15:clr>
            <a:srgbClr val="F26B43"/>
          </p15:clr>
        </p15:guide>
        <p15:guide id="3" pos="500" userDrawn="1">
          <p15:clr>
            <a:srgbClr val="F26B43"/>
          </p15:clr>
        </p15:guide>
        <p15:guide id="4" pos="18571" userDrawn="1">
          <p15:clr>
            <a:srgbClr val="F26B43"/>
          </p15:clr>
        </p15:guide>
        <p15:guide id="5" orient="horz" pos="498" userDrawn="1">
          <p15:clr>
            <a:srgbClr val="F26B43"/>
          </p15:clr>
        </p15:guide>
        <p15:guide id="6" orient="horz" pos="12972" userDrawn="1">
          <p15:clr>
            <a:srgbClr val="F26B43"/>
          </p15:clr>
        </p15:guide>
        <p15:guide id="7" orient="horz" pos="12258" userDrawn="1">
          <p15:clr>
            <a:srgbClr val="F26B43"/>
          </p15:clr>
        </p15:guide>
        <p15:guide id="8" orient="horz" pos="2595" userDrawn="1">
          <p15:clr>
            <a:srgbClr val="F26B43"/>
          </p15:clr>
        </p15:guide>
        <p15:guide id="9" pos="14175" userDrawn="1">
          <p15:clr>
            <a:srgbClr val="F26B43"/>
          </p15:clr>
        </p15:guide>
        <p15:guide id="10" pos="14010" userDrawn="1">
          <p15:clr>
            <a:srgbClr val="F26B43"/>
          </p15:clr>
        </p15:guide>
        <p15:guide id="11" pos="4894" userDrawn="1">
          <p15:clr>
            <a:srgbClr val="F26B43"/>
          </p15:clr>
        </p15:guide>
        <p15:guide id="12" pos="9455" userDrawn="1">
          <p15:clr>
            <a:srgbClr val="F26B43"/>
          </p15:clr>
        </p15:guide>
        <p15:guide id="13" userDrawn="1">
          <p15:clr>
            <a:srgbClr val="F26B43"/>
          </p15:clr>
        </p15:guide>
        <p15:guide id="14" pos="5060" userDrawn="1">
          <p15:clr>
            <a:srgbClr val="F26B43"/>
          </p15:clr>
        </p15:guide>
        <p15:guide id="15" pos="961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Content Placeholder 2" descr="A white helicopter with propellers&#10;&#10;AI-generated content may be incorrect.">
            <a:extLst>
              <a:ext uri="{FF2B5EF4-FFF2-40B4-BE49-F238E27FC236}">
                <a16:creationId xmlns:a16="http://schemas.microsoft.com/office/drawing/2014/main" id="{D8C09006-DDA4-43C3-B9A8-94B96FDBBDA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6600"/>
                    </a14:imgEffect>
                    <a14:imgEffect>
                      <a14:saturation sat="97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flipH="1">
            <a:off x="-624085" y="8007642"/>
            <a:ext cx="12733581" cy="7162639"/>
          </a:xfrm>
          <a:prstGeom prst="rect">
            <a:avLst/>
          </a:prstGeom>
          <a:effectLst>
            <a:glow rad="203200">
              <a:schemeClr val="bg1">
                <a:alpha val="90000"/>
              </a:schemeClr>
            </a:glow>
          </a:effectLst>
        </p:spPr>
      </p:pic>
      <p:pic>
        <p:nvPicPr>
          <p:cNvPr id="266" name="图片 9" descr="图片包含 形状&#10;&#10;AI 生成的内容可能不正确。">
            <a:extLst>
              <a:ext uri="{FF2B5EF4-FFF2-40B4-BE49-F238E27FC236}">
                <a16:creationId xmlns:a16="http://schemas.microsoft.com/office/drawing/2014/main" id="{58AA6FE6-56F8-A603-CAEC-F51175004C4C}"/>
              </a:ext>
            </a:extLst>
          </p:cNvPr>
          <p:cNvPicPr>
            <a:picLocks noChangeAspect="1"/>
          </p:cNvPicPr>
          <p:nvPr/>
        </p:nvPicPr>
        <p:blipFill>
          <a:blip r:embed="rId5">
            <a:alphaModFix amt="9000"/>
            <a:extLst>
              <a:ext uri="{28A0092B-C50C-407E-A947-70E740481C1C}">
                <a14:useLocalDpi xmlns:a14="http://schemas.microsoft.com/office/drawing/2010/main" val="0"/>
              </a:ext>
            </a:extLst>
          </a:blip>
          <a:srcRect b="14305"/>
          <a:stretch/>
        </p:blipFill>
        <p:spPr>
          <a:xfrm>
            <a:off x="6423810" y="1024246"/>
            <a:ext cx="23828211" cy="20419594"/>
          </a:xfrm>
          <a:prstGeom prst="rect">
            <a:avLst/>
          </a:prstGeom>
        </p:spPr>
      </p:pic>
      <p:sp>
        <p:nvSpPr>
          <p:cNvPr id="249" name="矩形 248">
            <a:extLst>
              <a:ext uri="{FF2B5EF4-FFF2-40B4-BE49-F238E27FC236}">
                <a16:creationId xmlns:a16="http://schemas.microsoft.com/office/drawing/2014/main" id="{5B5F717B-0A0B-A3EA-5F0A-698BFB02C325}"/>
              </a:ext>
            </a:extLst>
          </p:cNvPr>
          <p:cNvSpPr/>
          <p:nvPr/>
        </p:nvSpPr>
        <p:spPr>
          <a:xfrm>
            <a:off x="20279071" y="8048228"/>
            <a:ext cx="9325543" cy="7538874"/>
          </a:xfrm>
          <a:prstGeom prst="rect">
            <a:avLst/>
          </a:prstGeom>
          <a:solidFill>
            <a:schemeClr val="bg1"/>
          </a:solid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pic>
        <p:nvPicPr>
          <p:cNvPr id="253" name="Content Placeholder 7">
            <a:extLst>
              <a:ext uri="{FF2B5EF4-FFF2-40B4-BE49-F238E27FC236}">
                <a16:creationId xmlns:a16="http://schemas.microsoft.com/office/drawing/2014/main" id="{50956ED2-16A4-F1FE-E373-9A6D132C4AD0}"/>
              </a:ext>
            </a:extLst>
          </p:cNvPr>
          <p:cNvPicPr>
            <a:picLocks noChangeAspect="1"/>
          </p:cNvPicPr>
          <p:nvPr/>
        </p:nvPicPr>
        <p:blipFill>
          <a:blip r:embed="rId6"/>
          <a:stretch>
            <a:fillRect/>
          </a:stretch>
        </p:blipFill>
        <p:spPr>
          <a:xfrm>
            <a:off x="22959360" y="9511192"/>
            <a:ext cx="6454425" cy="4135434"/>
          </a:xfrm>
          <a:prstGeom prst="rect">
            <a:avLst/>
          </a:prstGeom>
        </p:spPr>
      </p:pic>
      <p:sp>
        <p:nvSpPr>
          <p:cNvPr id="252" name="文本框 251">
            <a:extLst>
              <a:ext uri="{FF2B5EF4-FFF2-40B4-BE49-F238E27FC236}">
                <a16:creationId xmlns:a16="http://schemas.microsoft.com/office/drawing/2014/main" id="{500F8674-CCD1-D5CA-6765-7C0A761CB051}"/>
              </a:ext>
            </a:extLst>
          </p:cNvPr>
          <p:cNvSpPr txBox="1"/>
          <p:nvPr/>
        </p:nvSpPr>
        <p:spPr>
          <a:xfrm>
            <a:off x="20423656" y="8424785"/>
            <a:ext cx="9180958" cy="6678751"/>
          </a:xfrm>
          <a:prstGeom prst="rect">
            <a:avLst/>
          </a:prstGeom>
          <a:noFill/>
        </p:spPr>
        <p:txBody>
          <a:bodyPr wrap="square">
            <a:spAutoFit/>
          </a:bodyPr>
          <a:lstStyle/>
          <a:p>
            <a:r>
              <a:rPr lang="en-GB" altLang="zh-CN" sz="2200"/>
              <a:t>Onboard systems are designed for </a:t>
            </a:r>
            <a:r>
              <a:rPr lang="en-GB" altLang="zh-CN" sz="2200">
                <a:solidFill>
                  <a:srgbClr val="0000CD"/>
                </a:solidFill>
                <a:latin typeface="+mj-lt"/>
              </a:rPr>
              <a:t>maximum safety</a:t>
            </a:r>
            <a:r>
              <a:rPr lang="en-GB" altLang="zh-CN" sz="2200"/>
              <a:t> whilst minimising</a:t>
            </a:r>
          </a:p>
          <a:p>
            <a:r>
              <a:rPr lang="en-GB" altLang="zh-CN" sz="2200"/>
              <a:t>mass and delivering value for customers. </a:t>
            </a:r>
            <a:r>
              <a:rPr lang="en-US" altLang="zh-CN" sz="2200"/>
              <a:t>Redundancy is present in all flight and patient critical subsystems</a:t>
            </a:r>
            <a:r>
              <a:rPr lang="en-GB" altLang="zh-CN" sz="2200"/>
              <a:t>.</a:t>
            </a:r>
          </a:p>
          <a:p>
            <a:endParaRPr lang="en-GB" altLang="zh-CN" sz="1200"/>
          </a:p>
          <a:p>
            <a:r>
              <a:rPr lang="en-US" altLang="zh-CN" sz="2200"/>
              <a:t>Modular, fully digital avionics </a:t>
            </a:r>
          </a:p>
          <a:p>
            <a:r>
              <a:rPr lang="en-US" altLang="zh-CN" sz="2200"/>
              <a:t>enable safer flight in any </a:t>
            </a:r>
          </a:p>
          <a:p>
            <a:r>
              <a:rPr lang="en-US" altLang="zh-CN" sz="2200"/>
              <a:t>weather, day or night, </a:t>
            </a:r>
          </a:p>
          <a:p>
            <a:r>
              <a:rPr lang="en-US" altLang="zh-CN" sz="2200"/>
              <a:t>incorporating systems </a:t>
            </a:r>
          </a:p>
          <a:p>
            <a:r>
              <a:rPr lang="en-US" altLang="zh-CN" sz="2200"/>
              <a:t>such as HTAWS, NVIS, </a:t>
            </a:r>
          </a:p>
          <a:p>
            <a:r>
              <a:rPr lang="en-US" altLang="zh-CN" sz="2200" err="1"/>
              <a:t>NavFLIR</a:t>
            </a:r>
            <a:r>
              <a:rPr lang="en-US" altLang="zh-CN" sz="2200"/>
              <a:t> and HUMS. </a:t>
            </a:r>
          </a:p>
          <a:p>
            <a:endParaRPr lang="en-GB" altLang="zh-CN" sz="2000"/>
          </a:p>
          <a:p>
            <a:r>
              <a:rPr lang="en-GB" altLang="zh-CN" sz="2200">
                <a:solidFill>
                  <a:srgbClr val="0000CD"/>
                </a:solidFill>
                <a:latin typeface="+mj-lt"/>
              </a:rPr>
              <a:t>Cabin layout </a:t>
            </a:r>
            <a:r>
              <a:rPr lang="en-GB" altLang="zh-CN" sz="2200"/>
              <a:t>was</a:t>
            </a:r>
          </a:p>
          <a:p>
            <a:r>
              <a:rPr lang="en-GB" altLang="zh-CN" sz="2200"/>
              <a:t>done with regards</a:t>
            </a:r>
          </a:p>
          <a:p>
            <a:r>
              <a:rPr lang="en-GB" altLang="zh-CN" sz="2200"/>
              <a:t>to existing EMS</a:t>
            </a:r>
          </a:p>
          <a:p>
            <a:r>
              <a:rPr lang="en-GB" altLang="zh-CN" sz="2200"/>
              <a:t>vehicles, with pro-</a:t>
            </a:r>
          </a:p>
          <a:p>
            <a:r>
              <a:rPr lang="en-GB" altLang="zh-CN" sz="2200"/>
              <a:t>vision for critical</a:t>
            </a:r>
          </a:p>
          <a:p>
            <a:r>
              <a:rPr lang="en-GB" altLang="zh-CN" sz="2200"/>
              <a:t>care equipment such as ECMO capability, prehospital analgesia, REBOA and other lifesaving procedures for the most urgent patients. Flexibility was maintained for other missions such as VIP transport or policing operations.</a:t>
            </a:r>
          </a:p>
        </p:txBody>
      </p:sp>
      <p:graphicFrame>
        <p:nvGraphicFramePr>
          <p:cNvPr id="174" name="Table 28">
            <a:extLst>
              <a:ext uri="{FF2B5EF4-FFF2-40B4-BE49-F238E27FC236}">
                <a16:creationId xmlns:a16="http://schemas.microsoft.com/office/drawing/2014/main" id="{86158633-32ED-E6DA-3C88-005A90D77F66}"/>
              </a:ext>
            </a:extLst>
          </p:cNvPr>
          <p:cNvGraphicFramePr>
            <a:graphicFrameLocks noGrp="1"/>
          </p:cNvGraphicFramePr>
          <p:nvPr>
            <p:extLst>
              <p:ext uri="{D42A27DB-BD31-4B8C-83A1-F6EECF244321}">
                <p14:modId xmlns:p14="http://schemas.microsoft.com/office/powerpoint/2010/main" val="3017818824"/>
              </p:ext>
            </p:extLst>
          </p:nvPr>
        </p:nvGraphicFramePr>
        <p:xfrm>
          <a:off x="4109144" y="5266104"/>
          <a:ext cx="3652411" cy="4304529"/>
        </p:xfrm>
        <a:graphic>
          <a:graphicData uri="http://schemas.openxmlformats.org/drawingml/2006/table">
            <a:tbl>
              <a:tblPr firstRow="1" bandRow="1">
                <a:tableStyleId>{69012ECD-51FC-41F1-AA8D-1B2483CD663E}</a:tableStyleId>
              </a:tblPr>
              <a:tblGrid>
                <a:gridCol w="175803">
                  <a:extLst>
                    <a:ext uri="{9D8B030D-6E8A-4147-A177-3AD203B41FA5}">
                      <a16:colId xmlns:a16="http://schemas.microsoft.com/office/drawing/2014/main" val="2735859148"/>
                    </a:ext>
                  </a:extLst>
                </a:gridCol>
                <a:gridCol w="2099492">
                  <a:extLst>
                    <a:ext uri="{9D8B030D-6E8A-4147-A177-3AD203B41FA5}">
                      <a16:colId xmlns:a16="http://schemas.microsoft.com/office/drawing/2014/main" val="1949948004"/>
                    </a:ext>
                  </a:extLst>
                </a:gridCol>
                <a:gridCol w="1377116">
                  <a:extLst>
                    <a:ext uri="{9D8B030D-6E8A-4147-A177-3AD203B41FA5}">
                      <a16:colId xmlns:a16="http://schemas.microsoft.com/office/drawing/2014/main" val="3015140761"/>
                    </a:ext>
                  </a:extLst>
                </a:gridCol>
              </a:tblGrid>
              <a:tr h="560529">
                <a:tc>
                  <a:txBody>
                    <a:bodyPr/>
                    <a:lstStyle/>
                    <a:p>
                      <a:pPr algn="ctr"/>
                      <a:endParaRPr lang="en-GB" sz="100"/>
                    </a:p>
                  </a:txBody>
                  <a:tcPr marL="67399" marR="67399" marT="33700" marB="33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MTOW (kg)</a:t>
                      </a: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3500</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altLang="zh-CN" sz="1800">
                          <a:solidFill>
                            <a:srgbClr val="0000CD"/>
                          </a:solidFill>
                        </a:rPr>
                        <a:t>Cabin volume </a:t>
                      </a:r>
                      <a:r>
                        <a:rPr lang="en-GB" altLang="zh-CN" sz="1800">
                          <a:solidFill>
                            <a:srgbClr val="5B5BDE"/>
                          </a:solidFill>
                        </a:rPr>
                        <a:t>(m</a:t>
                      </a:r>
                      <a:r>
                        <a:rPr lang="en-GB" altLang="zh-CN" sz="1800" baseline="30000">
                          <a:solidFill>
                            <a:srgbClr val="5B5BDE"/>
                          </a:solidFill>
                        </a:rPr>
                        <a:t>3</a:t>
                      </a:r>
                      <a:r>
                        <a:rPr lang="en-GB" altLang="zh-CN" sz="1800" baseline="0">
                          <a:solidFill>
                            <a:srgbClr val="5B5BDE"/>
                          </a:solidFill>
                        </a:rPr>
                        <a:t>)</a:t>
                      </a:r>
                      <a:endParaRPr lang="en-GB" altLang="zh-CN" sz="1800">
                        <a:solidFill>
                          <a:srgbClr val="5B5BDE"/>
                        </a:solidFill>
                      </a:endParaRPr>
                    </a:p>
                  </a:txBody>
                  <a:tcPr marL="67399" marR="67399" marT="33700" marB="33700" anchor="ctr"/>
                </a:tc>
                <a:tc>
                  <a:txBody>
                    <a:bodyPr/>
                    <a:lstStyle/>
                    <a:p>
                      <a:pPr algn="ctr"/>
                      <a:r>
                        <a:rPr lang="en-GB" sz="1800"/>
                        <a:t>5.72</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Fuel mass </a:t>
                      </a:r>
                      <a:r>
                        <a:rPr lang="en-GB" sz="1800">
                          <a:solidFill>
                            <a:srgbClr val="5B5BDE"/>
                          </a:solidFill>
                        </a:rPr>
                        <a:t>(kg)</a:t>
                      </a:r>
                    </a:p>
                  </a:txBody>
                  <a:tcPr anchor="ctr"/>
                </a:tc>
                <a:tc>
                  <a:txBody>
                    <a:bodyPr/>
                    <a:lstStyle/>
                    <a:p>
                      <a:pPr algn="ctr"/>
                      <a:r>
                        <a:rPr lang="en-GB" sz="1800"/>
                        <a:t>700</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Max pax</a:t>
                      </a:r>
                    </a:p>
                  </a:txBody>
                  <a:tcPr anchor="ctr"/>
                </a:tc>
                <a:tc>
                  <a:txBody>
                    <a:bodyPr/>
                    <a:lstStyle/>
                    <a:p>
                      <a:pPr algn="ctr"/>
                      <a:r>
                        <a:rPr lang="en-GB" sz="1800"/>
                        <a:t>6</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Skin material</a:t>
                      </a:r>
                    </a:p>
                  </a:txBody>
                  <a:tcPr anchor="ctr"/>
                </a:tc>
                <a:tc>
                  <a:txBody>
                    <a:bodyPr/>
                    <a:lstStyle/>
                    <a:p>
                      <a:pPr algn="ctr"/>
                      <a:r>
                        <a:rPr lang="en-GB" sz="1800"/>
                        <a:t>QI CFRP</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Skin thickness </a:t>
                      </a:r>
                      <a:r>
                        <a:rPr lang="en-GB" sz="1800">
                          <a:solidFill>
                            <a:srgbClr val="5B5BDE"/>
                          </a:solidFill>
                        </a:rPr>
                        <a:t>(mm)</a:t>
                      </a:r>
                    </a:p>
                  </a:txBody>
                  <a:tcPr anchor="ctr"/>
                </a:tc>
                <a:tc>
                  <a:txBody>
                    <a:bodyPr/>
                    <a:lstStyle/>
                    <a:p>
                      <a:pPr algn="ctr"/>
                      <a:r>
                        <a:rPr lang="en-GB" sz="1800"/>
                        <a:t>2</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Frame material</a:t>
                      </a:r>
                    </a:p>
                  </a:txBody>
                  <a:tcPr anchor="ctr"/>
                </a:tc>
                <a:tc>
                  <a:txBody>
                    <a:bodyPr/>
                    <a:lstStyle/>
                    <a:p>
                      <a:pPr algn="ctr"/>
                      <a:r>
                        <a:rPr lang="en-GB" sz="1800"/>
                        <a:t>Al 7075</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r>
                        <a:rPr lang="en-GB" altLang="zh-CN" sz="1800">
                          <a:solidFill>
                            <a:srgbClr val="0000CD"/>
                          </a:solidFill>
                        </a:rPr>
                        <a:t>Heavy frames</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2</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074814426"/>
                  </a:ext>
                </a:extLst>
              </a:tr>
            </a:tbl>
          </a:graphicData>
        </a:graphic>
      </p:graphicFrame>
      <p:graphicFrame>
        <p:nvGraphicFramePr>
          <p:cNvPr id="159" name="Table 28">
            <a:extLst>
              <a:ext uri="{FF2B5EF4-FFF2-40B4-BE49-F238E27FC236}">
                <a16:creationId xmlns:a16="http://schemas.microsoft.com/office/drawing/2014/main" id="{7654CA59-7B2D-A95C-B9AE-7C0D0984A646}"/>
              </a:ext>
            </a:extLst>
          </p:cNvPr>
          <p:cNvGraphicFramePr>
            <a:graphicFrameLocks noGrp="1"/>
          </p:cNvGraphicFramePr>
          <p:nvPr>
            <p:extLst>
              <p:ext uri="{D42A27DB-BD31-4B8C-83A1-F6EECF244321}">
                <p14:modId xmlns:p14="http://schemas.microsoft.com/office/powerpoint/2010/main" val="2415160513"/>
              </p:ext>
            </p:extLst>
          </p:nvPr>
        </p:nvGraphicFramePr>
        <p:xfrm>
          <a:off x="413010" y="5272112"/>
          <a:ext cx="3356215" cy="5456529"/>
        </p:xfrm>
        <a:graphic>
          <a:graphicData uri="http://schemas.openxmlformats.org/drawingml/2006/table">
            <a:tbl>
              <a:tblPr firstRow="1" bandRow="1">
                <a:tableStyleId>{69012ECD-51FC-41F1-AA8D-1B2483CD663E}</a:tableStyleId>
              </a:tblPr>
              <a:tblGrid>
                <a:gridCol w="161547">
                  <a:extLst>
                    <a:ext uri="{9D8B030D-6E8A-4147-A177-3AD203B41FA5}">
                      <a16:colId xmlns:a16="http://schemas.microsoft.com/office/drawing/2014/main" val="2735859148"/>
                    </a:ext>
                  </a:extLst>
                </a:gridCol>
                <a:gridCol w="1706243">
                  <a:extLst>
                    <a:ext uri="{9D8B030D-6E8A-4147-A177-3AD203B41FA5}">
                      <a16:colId xmlns:a16="http://schemas.microsoft.com/office/drawing/2014/main" val="1949948004"/>
                    </a:ext>
                  </a:extLst>
                </a:gridCol>
                <a:gridCol w="1488425">
                  <a:extLst>
                    <a:ext uri="{9D8B030D-6E8A-4147-A177-3AD203B41FA5}">
                      <a16:colId xmlns:a16="http://schemas.microsoft.com/office/drawing/2014/main" val="3015140761"/>
                    </a:ext>
                  </a:extLst>
                </a:gridCol>
              </a:tblGrid>
              <a:tr h="560529">
                <a:tc>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Type</a:t>
                      </a: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HTS900</a:t>
                      </a:r>
                    </a:p>
                  </a:txBody>
                  <a:tcPr marL="67399" marR="67399" marT="33700" marB="337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Max power </a:t>
                      </a:r>
                      <a:r>
                        <a:rPr lang="en-GB" sz="1800">
                          <a:solidFill>
                            <a:srgbClr val="5B5BDE"/>
                          </a:solidFill>
                        </a:rPr>
                        <a:t>(kW)</a:t>
                      </a:r>
                    </a:p>
                  </a:txBody>
                  <a:tcPr marL="67399" marR="67399" marT="33700" marB="33700" anchor="ctr"/>
                </a:tc>
                <a:tc>
                  <a:txBody>
                    <a:bodyPr/>
                    <a:lstStyle/>
                    <a:p>
                      <a:pPr algn="ctr"/>
                      <a:r>
                        <a:rPr lang="en-GB" sz="1800"/>
                        <a:t>1334</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SFC </a:t>
                      </a:r>
                      <a:r>
                        <a:rPr lang="en-GB" sz="1800">
                          <a:solidFill>
                            <a:srgbClr val="5B5BDE"/>
                          </a:solidFill>
                        </a:rPr>
                        <a:t>(g/</a:t>
                      </a:r>
                      <a:r>
                        <a:rPr lang="en-GB" sz="1800" err="1">
                          <a:solidFill>
                            <a:srgbClr val="5B5BDE"/>
                          </a:solidFill>
                        </a:rPr>
                        <a:t>kWH</a:t>
                      </a:r>
                      <a:r>
                        <a:rPr lang="en-GB" sz="1800">
                          <a:solidFill>
                            <a:srgbClr val="5B5BDE"/>
                          </a:solidFill>
                        </a:rPr>
                        <a:t>)</a:t>
                      </a:r>
                    </a:p>
                  </a:txBody>
                  <a:tcPr marL="67399" marR="67399" marT="33700" marB="33700" anchor="ctr"/>
                </a:tc>
                <a:tc>
                  <a:txBody>
                    <a:bodyPr/>
                    <a:lstStyle/>
                    <a:p>
                      <a:pPr algn="ctr"/>
                      <a:r>
                        <a:rPr lang="en-GB" sz="1800"/>
                        <a:t>319.45</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Maximum torque </a:t>
                      </a:r>
                      <a:r>
                        <a:rPr lang="en-GB" sz="1800">
                          <a:solidFill>
                            <a:srgbClr val="5B5BDE"/>
                          </a:solidFill>
                        </a:rPr>
                        <a:t>(Nm)</a:t>
                      </a:r>
                    </a:p>
                  </a:txBody>
                  <a:tcPr marL="67399" marR="67399" marT="33700" marB="33700" anchor="ctr"/>
                </a:tc>
                <a:tc>
                  <a:txBody>
                    <a:bodyPr/>
                    <a:lstStyle/>
                    <a:p>
                      <a:pPr algn="ctr"/>
                      <a:r>
                        <a:rPr lang="en-GB" sz="1800"/>
                        <a:t>2016</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Fuel flow rate </a:t>
                      </a:r>
                      <a:r>
                        <a:rPr lang="en-GB" sz="1800">
                          <a:solidFill>
                            <a:srgbClr val="5B5BDE"/>
                          </a:solidFill>
                        </a:rPr>
                        <a:t>(kg/hr)</a:t>
                      </a:r>
                    </a:p>
                  </a:txBody>
                  <a:tcPr marL="67399" marR="67399" marT="33700" marB="33700" anchor="ctr"/>
                </a:tc>
                <a:tc>
                  <a:txBody>
                    <a:bodyPr/>
                    <a:lstStyle/>
                    <a:p>
                      <a:pPr algn="ctr"/>
                      <a:r>
                        <a:rPr lang="en-GB" sz="1800"/>
                        <a:t>153</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Transmission loss</a:t>
                      </a:r>
                    </a:p>
                  </a:txBody>
                  <a:tcPr marL="67399" marR="67399" marT="33700" marB="33700" anchor="ctr"/>
                </a:tc>
                <a:tc>
                  <a:txBody>
                    <a:bodyPr/>
                    <a:lstStyle/>
                    <a:p>
                      <a:pPr algn="ctr"/>
                      <a:r>
                        <a:rPr lang="en-GB" sz="1800"/>
                        <a:t>7.8%</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Transmission stages</a:t>
                      </a:r>
                    </a:p>
                  </a:txBody>
                  <a:tcPr marL="67399" marR="67399" marT="33700" marB="33700" anchor="ctr"/>
                </a:tc>
                <a:tc>
                  <a:txBody>
                    <a:bodyPr/>
                    <a:lstStyle/>
                    <a:p>
                      <a:pPr algn="ctr"/>
                      <a:r>
                        <a:rPr lang="en-GB" sz="1800"/>
                        <a:t>3</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r>
                        <a:rPr lang="en-GB" sz="1800">
                          <a:solidFill>
                            <a:srgbClr val="0000CD"/>
                          </a:solidFill>
                        </a:rPr>
                        <a:t>Reduction ratio</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15.82</a:t>
                      </a:r>
                    </a:p>
                  </a:txBody>
                  <a:tcPr marL="67399" marR="67399" marT="33700" marB="33700"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074814426"/>
                  </a:ext>
                </a:extLst>
              </a:tr>
            </a:tbl>
          </a:graphicData>
        </a:graphic>
      </p:graphicFrame>
      <p:sp>
        <p:nvSpPr>
          <p:cNvPr id="168" name="矩形 167">
            <a:extLst>
              <a:ext uri="{FF2B5EF4-FFF2-40B4-BE49-F238E27FC236}">
                <a16:creationId xmlns:a16="http://schemas.microsoft.com/office/drawing/2014/main" id="{D18FACEA-F2BF-0193-3B42-19FAE9A12DB7}"/>
              </a:ext>
            </a:extLst>
          </p:cNvPr>
          <p:cNvSpPr/>
          <p:nvPr/>
        </p:nvSpPr>
        <p:spPr>
          <a:xfrm>
            <a:off x="143621" y="15228485"/>
            <a:ext cx="956747" cy="51042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67" name="矩形 66">
            <a:extLst>
              <a:ext uri="{FF2B5EF4-FFF2-40B4-BE49-F238E27FC236}">
                <a16:creationId xmlns:a16="http://schemas.microsoft.com/office/drawing/2014/main" id="{F5E2B19B-1FFF-85DC-2B51-15573F62E258}"/>
              </a:ext>
            </a:extLst>
          </p:cNvPr>
          <p:cNvSpPr/>
          <p:nvPr/>
        </p:nvSpPr>
        <p:spPr>
          <a:xfrm>
            <a:off x="12531696" y="8048229"/>
            <a:ext cx="7290735" cy="4068659"/>
          </a:xfrm>
          <a:prstGeom prst="rect">
            <a:avLst/>
          </a:prstGeom>
          <a:solidFill>
            <a:schemeClr val="bg1"/>
          </a:solid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37" name="矩形 136">
            <a:extLst>
              <a:ext uri="{FF2B5EF4-FFF2-40B4-BE49-F238E27FC236}">
                <a16:creationId xmlns:a16="http://schemas.microsoft.com/office/drawing/2014/main" id="{B2E3BA29-C200-0D83-D46F-13F1B79EA982}"/>
              </a:ext>
            </a:extLst>
          </p:cNvPr>
          <p:cNvSpPr/>
          <p:nvPr/>
        </p:nvSpPr>
        <p:spPr>
          <a:xfrm>
            <a:off x="2061215" y="2797940"/>
            <a:ext cx="274721" cy="317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3" name="标题 2">
            <a:extLst>
              <a:ext uri="{FF2B5EF4-FFF2-40B4-BE49-F238E27FC236}">
                <a16:creationId xmlns:a16="http://schemas.microsoft.com/office/drawing/2014/main" id="{A1377875-EE94-01C4-E7BF-97AB1AE75EB8}"/>
              </a:ext>
            </a:extLst>
          </p:cNvPr>
          <p:cNvSpPr>
            <a:spLocks noGrp="1"/>
          </p:cNvSpPr>
          <p:nvPr>
            <p:ph type="title"/>
          </p:nvPr>
        </p:nvSpPr>
        <p:spPr>
          <a:xfrm>
            <a:off x="6346860" y="576607"/>
            <a:ext cx="22281974" cy="755361"/>
          </a:xfrm>
        </p:spPr>
        <p:txBody>
          <a:bodyPr anchor="ctr"/>
          <a:lstStyle/>
          <a:p>
            <a:pPr>
              <a:lnSpc>
                <a:spcPct val="83000"/>
              </a:lnSpc>
            </a:pPr>
            <a:r>
              <a:rPr lang="en-US" altLang="zh-CN" sz="5400">
                <a:solidFill>
                  <a:srgbClr val="0000CD"/>
                </a:solidFill>
              </a:rPr>
              <a:t>Coaxial Helicopter Design for Emergency Medical Services (HEMS)</a:t>
            </a:r>
            <a:endParaRPr lang="zh-CN" altLang="en-US" sz="5400">
              <a:solidFill>
                <a:srgbClr val="0000CD"/>
              </a:solidFill>
            </a:endParaRPr>
          </a:p>
        </p:txBody>
      </p:sp>
      <p:sp>
        <p:nvSpPr>
          <p:cNvPr id="4" name="页脚占位符 3">
            <a:extLst>
              <a:ext uri="{FF2B5EF4-FFF2-40B4-BE49-F238E27FC236}">
                <a16:creationId xmlns:a16="http://schemas.microsoft.com/office/drawing/2014/main" id="{7999D7C4-287F-FC4F-BEDE-19D224AB33A5}"/>
              </a:ext>
            </a:extLst>
          </p:cNvPr>
          <p:cNvSpPr>
            <a:spLocks noGrp="1"/>
          </p:cNvSpPr>
          <p:nvPr>
            <p:ph type="ftr" sz="quarter" idx="12"/>
          </p:nvPr>
        </p:nvSpPr>
        <p:spPr>
          <a:xfrm>
            <a:off x="27792431" y="20614944"/>
            <a:ext cx="1838308" cy="327356"/>
          </a:xfrm>
        </p:spPr>
        <p:txBody>
          <a:bodyPr/>
          <a:lstStyle/>
          <a:p>
            <a:r>
              <a:rPr lang="en-GB" sz="2400" noProof="0">
                <a:solidFill>
                  <a:schemeClr val="bg1"/>
                </a:solidFill>
              </a:rPr>
              <a:t>18/06/2025</a:t>
            </a:r>
          </a:p>
        </p:txBody>
      </p:sp>
      <p:sp>
        <p:nvSpPr>
          <p:cNvPr id="63" name="矩形 62">
            <a:extLst>
              <a:ext uri="{FF2B5EF4-FFF2-40B4-BE49-F238E27FC236}">
                <a16:creationId xmlns:a16="http://schemas.microsoft.com/office/drawing/2014/main" id="{5B2443E5-CB72-4BB8-584B-FED206AD57EA}"/>
              </a:ext>
            </a:extLst>
          </p:cNvPr>
          <p:cNvSpPr/>
          <p:nvPr/>
        </p:nvSpPr>
        <p:spPr>
          <a:xfrm>
            <a:off x="433514" y="5569462"/>
            <a:ext cx="3335711" cy="5225174"/>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65" name="文本占位符 9">
            <a:extLst>
              <a:ext uri="{FF2B5EF4-FFF2-40B4-BE49-F238E27FC236}">
                <a16:creationId xmlns:a16="http://schemas.microsoft.com/office/drawing/2014/main" id="{0B21CC69-567D-5B68-2ECF-9392DAF4C6AF}"/>
              </a:ext>
            </a:extLst>
          </p:cNvPr>
          <p:cNvSpPr txBox="1">
            <a:spLocks/>
          </p:cNvSpPr>
          <p:nvPr/>
        </p:nvSpPr>
        <p:spPr>
          <a:xfrm>
            <a:off x="544752" y="5387786"/>
            <a:ext cx="1148584"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Engine</a:t>
            </a:r>
            <a:endParaRPr lang="zh-CN" altLang="en-US" sz="2400">
              <a:solidFill>
                <a:srgbClr val="0000CD"/>
              </a:solidFill>
              <a:latin typeface="Imperial Sans Display Semibold" panose="020B0703020202020204" pitchFamily="34" charset="0"/>
              <a:ea typeface="+mj-ea"/>
            </a:endParaRPr>
          </a:p>
        </p:txBody>
      </p:sp>
      <p:sp>
        <p:nvSpPr>
          <p:cNvPr id="70" name="文本占位符 9">
            <a:extLst>
              <a:ext uri="{FF2B5EF4-FFF2-40B4-BE49-F238E27FC236}">
                <a16:creationId xmlns:a16="http://schemas.microsoft.com/office/drawing/2014/main" id="{398F4968-0F1E-AD83-9904-65CA44A4BDA5}"/>
              </a:ext>
            </a:extLst>
          </p:cNvPr>
          <p:cNvSpPr txBox="1">
            <a:spLocks/>
          </p:cNvSpPr>
          <p:nvPr/>
        </p:nvSpPr>
        <p:spPr>
          <a:xfrm>
            <a:off x="12676281" y="7846076"/>
            <a:ext cx="2726320"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Structural Design</a:t>
            </a:r>
            <a:endParaRPr lang="zh-CN" altLang="en-US" sz="2400">
              <a:solidFill>
                <a:srgbClr val="0000CD"/>
              </a:solidFill>
              <a:latin typeface="Imperial Sans Display Semibold" panose="020B0703020202020204" pitchFamily="34" charset="0"/>
              <a:ea typeface="+mj-ea"/>
            </a:endParaRPr>
          </a:p>
        </p:txBody>
      </p:sp>
      <p:sp>
        <p:nvSpPr>
          <p:cNvPr id="94" name="文本框 93">
            <a:extLst>
              <a:ext uri="{FF2B5EF4-FFF2-40B4-BE49-F238E27FC236}">
                <a16:creationId xmlns:a16="http://schemas.microsoft.com/office/drawing/2014/main" id="{62F050D0-CA01-895E-22DA-39FEF1B2CA7E}"/>
              </a:ext>
            </a:extLst>
          </p:cNvPr>
          <p:cNvSpPr txBox="1"/>
          <p:nvPr/>
        </p:nvSpPr>
        <p:spPr>
          <a:xfrm>
            <a:off x="10673932" y="2225290"/>
            <a:ext cx="1441649" cy="1355810"/>
          </a:xfrm>
          <a:prstGeom prst="rect">
            <a:avLst/>
          </a:prstGeom>
          <a:noFill/>
        </p:spPr>
        <p:txBody>
          <a:bodyPr wrap="square" lIns="0" tIns="0" rIns="0" bIns="0" rtlCol="0">
            <a:noAutofit/>
          </a:bodyPr>
          <a:lstStyle/>
          <a:p>
            <a:pPr algn="l">
              <a:lnSpc>
                <a:spcPct val="120000"/>
              </a:lnSpc>
            </a:pPr>
            <a:r>
              <a:rPr lang="en-US" altLang="zh-CN" sz="2000">
                <a:solidFill>
                  <a:schemeClr val="bg1"/>
                </a:solidFill>
                <a:latin typeface="Imperial Sans Display Semibold" panose="020B0703020202020204" pitchFamily="34" charset="0"/>
                <a:ea typeface="+mj-ea"/>
              </a:rPr>
              <a:t>W</a:t>
            </a:r>
            <a:r>
              <a:rPr lang="en-US" altLang="zh-CN" sz="2000" baseline="-25000">
                <a:solidFill>
                  <a:schemeClr val="bg1"/>
                </a:solidFill>
                <a:latin typeface="Imperial Sans Display Semibold" panose="020B0703020202020204" pitchFamily="34" charset="0"/>
                <a:ea typeface="+mj-ea"/>
              </a:rPr>
              <a:t>0 </a:t>
            </a:r>
            <a:r>
              <a:rPr lang="en-US" altLang="zh-CN" sz="1800">
                <a:solidFill>
                  <a:schemeClr val="bg1"/>
                </a:solidFill>
                <a:latin typeface="Imperial Sans Display Semibold" panose="020B0703020202020204" pitchFamily="34" charset="0"/>
                <a:ea typeface="+mj-ea"/>
              </a:rPr>
              <a:t>= 438,591kg</a:t>
            </a:r>
            <a:endParaRPr lang="en-US" altLang="zh-CN" sz="1800" baseline="-25000">
              <a:solidFill>
                <a:schemeClr val="bg1"/>
              </a:solidFill>
              <a:latin typeface="Imperial Sans Display Semibold" panose="020B0703020202020204" pitchFamily="34" charset="0"/>
              <a:ea typeface="+mj-ea"/>
            </a:endParaRPr>
          </a:p>
        </p:txBody>
      </p:sp>
      <p:pic>
        <p:nvPicPr>
          <p:cNvPr id="111" name="Picture 4" descr="A diagram of a patient's pulse&#10;&#10;AI-generated content may be incorrect.">
            <a:extLst>
              <a:ext uri="{FF2B5EF4-FFF2-40B4-BE49-F238E27FC236}">
                <a16:creationId xmlns:a16="http://schemas.microsoft.com/office/drawing/2014/main" id="{21CDD8A1-6A5A-0F1B-876A-E6A1A3D04A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15343" y="2368454"/>
            <a:ext cx="7848850" cy="2748567"/>
          </a:xfrm>
          <a:prstGeom prst="rect">
            <a:avLst/>
          </a:prstGeom>
        </p:spPr>
      </p:pic>
      <p:cxnSp>
        <p:nvCxnSpPr>
          <p:cNvPr id="116" name="直接连接符 115">
            <a:extLst>
              <a:ext uri="{FF2B5EF4-FFF2-40B4-BE49-F238E27FC236}">
                <a16:creationId xmlns:a16="http://schemas.microsoft.com/office/drawing/2014/main" id="{27EE458E-8D87-15F2-3D50-15D05EE18AE2}"/>
              </a:ext>
            </a:extLst>
          </p:cNvPr>
          <p:cNvCxnSpPr>
            <a:cxnSpLocks/>
          </p:cNvCxnSpPr>
          <p:nvPr/>
        </p:nvCxnSpPr>
        <p:spPr>
          <a:xfrm flipV="1">
            <a:off x="625426" y="2835642"/>
            <a:ext cx="7261274" cy="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52" name="文本框 151">
            <a:extLst>
              <a:ext uri="{FF2B5EF4-FFF2-40B4-BE49-F238E27FC236}">
                <a16:creationId xmlns:a16="http://schemas.microsoft.com/office/drawing/2014/main" id="{469F4183-0612-D281-3AF0-CCDB0A2A46C4}"/>
              </a:ext>
            </a:extLst>
          </p:cNvPr>
          <p:cNvSpPr txBox="1"/>
          <p:nvPr/>
        </p:nvSpPr>
        <p:spPr>
          <a:xfrm>
            <a:off x="621994" y="2526721"/>
            <a:ext cx="1973844" cy="308921"/>
          </a:xfrm>
          <a:prstGeom prst="rect">
            <a:avLst/>
          </a:prstGeom>
          <a:noFill/>
        </p:spPr>
        <p:txBody>
          <a:bodyPr wrap="square" lIns="0" tIns="0" rIns="0" bIns="0" rtlCol="0">
            <a:noAutofit/>
          </a:bodyPr>
          <a:lstStyle/>
          <a:p>
            <a:pPr>
              <a:lnSpc>
                <a:spcPct val="125000"/>
              </a:lnSpc>
            </a:pPr>
            <a:r>
              <a:rPr lang="en-US" altLang="zh-CN" sz="1600">
                <a:solidFill>
                  <a:srgbClr val="0000CD"/>
                </a:solidFill>
                <a:latin typeface="+mj-ea"/>
                <a:ea typeface="+mj-ea"/>
              </a:rPr>
              <a:t>1524 m </a:t>
            </a:r>
            <a:r>
              <a:rPr lang="en-US" altLang="zh-CN" sz="1600">
                <a:solidFill>
                  <a:srgbClr val="5B5BDE"/>
                </a:solidFill>
                <a:latin typeface="+mj-ea"/>
                <a:ea typeface="+mj-ea"/>
              </a:rPr>
              <a:t>(5000 ft)  </a:t>
            </a:r>
          </a:p>
        </p:txBody>
      </p:sp>
      <p:sp>
        <p:nvSpPr>
          <p:cNvPr id="23" name="矩形 22">
            <a:extLst>
              <a:ext uri="{FF2B5EF4-FFF2-40B4-BE49-F238E27FC236}">
                <a16:creationId xmlns:a16="http://schemas.microsoft.com/office/drawing/2014/main" id="{8B9E0D2C-D7B8-C7B8-FB34-FB888AEA5816}"/>
              </a:ext>
            </a:extLst>
          </p:cNvPr>
          <p:cNvSpPr/>
          <p:nvPr/>
        </p:nvSpPr>
        <p:spPr>
          <a:xfrm>
            <a:off x="425451" y="2105187"/>
            <a:ext cx="9457851" cy="3098098"/>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0" name="文本占位符 9">
            <a:extLst>
              <a:ext uri="{FF2B5EF4-FFF2-40B4-BE49-F238E27FC236}">
                <a16:creationId xmlns:a16="http://schemas.microsoft.com/office/drawing/2014/main" id="{E855FD19-4E19-9D9F-49A9-53CC9A2A29C4}"/>
              </a:ext>
            </a:extLst>
          </p:cNvPr>
          <p:cNvSpPr txBox="1">
            <a:spLocks/>
          </p:cNvSpPr>
          <p:nvPr/>
        </p:nvSpPr>
        <p:spPr>
          <a:xfrm>
            <a:off x="532384" y="1911931"/>
            <a:ext cx="3109202" cy="437896"/>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Design Mission Profile</a:t>
            </a:r>
            <a:endParaRPr lang="zh-CN" altLang="en-US" sz="2400">
              <a:solidFill>
                <a:srgbClr val="0000CD"/>
              </a:solidFill>
              <a:latin typeface="Imperial Sans Display Semibold" panose="020B0703020202020204" pitchFamily="34" charset="0"/>
              <a:ea typeface="+mj-ea"/>
            </a:endParaRPr>
          </a:p>
        </p:txBody>
      </p:sp>
      <p:sp>
        <p:nvSpPr>
          <p:cNvPr id="154" name="文本框 153">
            <a:extLst>
              <a:ext uri="{FF2B5EF4-FFF2-40B4-BE49-F238E27FC236}">
                <a16:creationId xmlns:a16="http://schemas.microsoft.com/office/drawing/2014/main" id="{42C4F8C8-F3F6-9C5C-CBB2-1514D61A9574}"/>
              </a:ext>
            </a:extLst>
          </p:cNvPr>
          <p:cNvSpPr txBox="1"/>
          <p:nvPr/>
        </p:nvSpPr>
        <p:spPr>
          <a:xfrm>
            <a:off x="643030" y="2844310"/>
            <a:ext cx="1418185" cy="286899"/>
          </a:xfrm>
          <a:prstGeom prst="rect">
            <a:avLst/>
          </a:prstGeom>
          <a:noFill/>
        </p:spPr>
        <p:txBody>
          <a:bodyPr wrap="square" lIns="0" tIns="0" rIns="0" bIns="0" rtlCol="0">
            <a:noAutofit/>
          </a:bodyPr>
          <a:lstStyle/>
          <a:p>
            <a:pPr>
              <a:lnSpc>
                <a:spcPct val="125000"/>
              </a:lnSpc>
            </a:pPr>
            <a:r>
              <a:rPr lang="en-US" altLang="zh-CN" sz="1600">
                <a:latin typeface="+mj-ea"/>
                <a:ea typeface="+mj-ea"/>
              </a:rPr>
              <a:t>72 m/s </a:t>
            </a:r>
            <a:r>
              <a:rPr lang="en-US" altLang="zh-CN" sz="1600">
                <a:solidFill>
                  <a:schemeClr val="tx1">
                    <a:lumMod val="50000"/>
                    <a:lumOff val="50000"/>
                  </a:schemeClr>
                </a:solidFill>
                <a:latin typeface="+mj-ea"/>
                <a:ea typeface="+mj-ea"/>
              </a:rPr>
              <a:t>(140 kts)</a:t>
            </a:r>
          </a:p>
        </p:txBody>
      </p:sp>
      <p:sp>
        <p:nvSpPr>
          <p:cNvPr id="157" name="矩形 156">
            <a:extLst>
              <a:ext uri="{FF2B5EF4-FFF2-40B4-BE49-F238E27FC236}">
                <a16:creationId xmlns:a16="http://schemas.microsoft.com/office/drawing/2014/main" id="{71E7B15E-1E4C-1EEE-C4C6-E1FFA1695B5F}"/>
              </a:ext>
            </a:extLst>
          </p:cNvPr>
          <p:cNvSpPr/>
          <p:nvPr/>
        </p:nvSpPr>
        <p:spPr>
          <a:xfrm>
            <a:off x="4109145" y="5577024"/>
            <a:ext cx="3652411" cy="4056428"/>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8" name="文本占位符 9">
            <a:extLst>
              <a:ext uri="{FF2B5EF4-FFF2-40B4-BE49-F238E27FC236}">
                <a16:creationId xmlns:a16="http://schemas.microsoft.com/office/drawing/2014/main" id="{22FFAFCC-9D96-AEBA-2C76-F11E4055EB73}"/>
              </a:ext>
            </a:extLst>
          </p:cNvPr>
          <p:cNvSpPr txBox="1">
            <a:spLocks/>
          </p:cNvSpPr>
          <p:nvPr/>
        </p:nvSpPr>
        <p:spPr>
          <a:xfrm>
            <a:off x="4228330" y="5393308"/>
            <a:ext cx="963708"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Cabin</a:t>
            </a:r>
            <a:endParaRPr lang="zh-CN" altLang="en-US" sz="2400">
              <a:solidFill>
                <a:srgbClr val="0000CD"/>
              </a:solidFill>
              <a:latin typeface="Imperial Sans Display Semibold" panose="020B0703020202020204" pitchFamily="34" charset="0"/>
              <a:ea typeface="+mj-ea"/>
            </a:endParaRPr>
          </a:p>
        </p:txBody>
      </p:sp>
      <p:sp>
        <p:nvSpPr>
          <p:cNvPr id="217" name="矩形 216">
            <a:extLst>
              <a:ext uri="{FF2B5EF4-FFF2-40B4-BE49-F238E27FC236}">
                <a16:creationId xmlns:a16="http://schemas.microsoft.com/office/drawing/2014/main" id="{05C34849-7E3B-2F8D-BF93-B4B15F6663F2}"/>
              </a:ext>
            </a:extLst>
          </p:cNvPr>
          <p:cNvSpPr/>
          <p:nvPr/>
        </p:nvSpPr>
        <p:spPr>
          <a:xfrm>
            <a:off x="8101474" y="5577024"/>
            <a:ext cx="4005168" cy="9997057"/>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9" name="文本占位符 9">
            <a:extLst>
              <a:ext uri="{FF2B5EF4-FFF2-40B4-BE49-F238E27FC236}">
                <a16:creationId xmlns:a16="http://schemas.microsoft.com/office/drawing/2014/main" id="{08165409-1749-07DC-70DE-123CD5CDA41F}"/>
              </a:ext>
            </a:extLst>
          </p:cNvPr>
          <p:cNvSpPr txBox="1">
            <a:spLocks/>
          </p:cNvSpPr>
          <p:nvPr/>
        </p:nvSpPr>
        <p:spPr>
          <a:xfrm>
            <a:off x="8299168" y="5396883"/>
            <a:ext cx="1238532" cy="412661"/>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Rotors</a:t>
            </a:r>
            <a:endParaRPr lang="zh-CN" altLang="en-US" sz="2400">
              <a:solidFill>
                <a:srgbClr val="0000CD"/>
              </a:solidFill>
              <a:latin typeface="Imperial Sans Display Semibold" panose="020B0703020202020204" pitchFamily="34" charset="0"/>
              <a:ea typeface="+mj-ea"/>
            </a:endParaRPr>
          </a:p>
        </p:txBody>
      </p:sp>
      <p:graphicFrame>
        <p:nvGraphicFramePr>
          <p:cNvPr id="223" name="Table 28">
            <a:extLst>
              <a:ext uri="{FF2B5EF4-FFF2-40B4-BE49-F238E27FC236}">
                <a16:creationId xmlns:a16="http://schemas.microsoft.com/office/drawing/2014/main" id="{AC671B7E-8880-AB67-BFE5-88DA67EADD94}"/>
              </a:ext>
            </a:extLst>
          </p:cNvPr>
          <p:cNvGraphicFramePr>
            <a:graphicFrameLocks noGrp="1"/>
          </p:cNvGraphicFramePr>
          <p:nvPr>
            <p:extLst>
              <p:ext uri="{D42A27DB-BD31-4B8C-83A1-F6EECF244321}">
                <p14:modId xmlns:p14="http://schemas.microsoft.com/office/powerpoint/2010/main" val="2277017900"/>
              </p:ext>
            </p:extLst>
          </p:nvPr>
        </p:nvGraphicFramePr>
        <p:xfrm>
          <a:off x="425451" y="11463235"/>
          <a:ext cx="3802879" cy="3993193"/>
        </p:xfrm>
        <a:graphic>
          <a:graphicData uri="http://schemas.openxmlformats.org/drawingml/2006/table">
            <a:tbl>
              <a:tblPr firstRow="1" bandRow="1">
                <a:tableStyleId>{69012ECD-51FC-41F1-AA8D-1B2483CD663E}</a:tableStyleId>
              </a:tblPr>
              <a:tblGrid>
                <a:gridCol w="199091">
                  <a:extLst>
                    <a:ext uri="{9D8B030D-6E8A-4147-A177-3AD203B41FA5}">
                      <a16:colId xmlns:a16="http://schemas.microsoft.com/office/drawing/2014/main" val="2735859148"/>
                    </a:ext>
                  </a:extLst>
                </a:gridCol>
                <a:gridCol w="1897277">
                  <a:extLst>
                    <a:ext uri="{9D8B030D-6E8A-4147-A177-3AD203B41FA5}">
                      <a16:colId xmlns:a16="http://schemas.microsoft.com/office/drawing/2014/main" val="1949948004"/>
                    </a:ext>
                  </a:extLst>
                </a:gridCol>
                <a:gridCol w="1706511">
                  <a:extLst>
                    <a:ext uri="{9D8B030D-6E8A-4147-A177-3AD203B41FA5}">
                      <a16:colId xmlns:a16="http://schemas.microsoft.com/office/drawing/2014/main" val="3015140761"/>
                    </a:ext>
                  </a:extLst>
                </a:gridCol>
              </a:tblGrid>
              <a:tr h="573193">
                <a:tc>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US" altLang="zh-CN" sz="1800">
                          <a:solidFill>
                            <a:srgbClr val="0000CD"/>
                          </a:solidFill>
                        </a:rPr>
                        <a:t>Boom length </a:t>
                      </a:r>
                      <a:r>
                        <a:rPr lang="en-US" sz="1800">
                          <a:solidFill>
                            <a:srgbClr val="5B5BDE"/>
                          </a:solidFill>
                        </a:rPr>
                        <a:t>(m)</a:t>
                      </a:r>
                      <a:endParaRPr lang="en-GB" sz="1800">
                        <a:solidFill>
                          <a:srgbClr val="5B5BDE"/>
                        </a:solidFill>
                      </a:endParaRP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0.2</a:t>
                      </a:r>
                    </a:p>
                  </a:txBody>
                  <a:tcPr marL="67399" marR="67399" marT="33700" marB="337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Aerofoil</a:t>
                      </a:r>
                      <a:endParaRPr lang="en-GB" sz="1800">
                        <a:solidFill>
                          <a:srgbClr val="5B5BDE"/>
                        </a:solidFill>
                      </a:endParaRPr>
                    </a:p>
                  </a:txBody>
                  <a:tcPr marL="67399" marR="67399" marT="33700" marB="33700" anchor="ctr"/>
                </a:tc>
                <a:tc>
                  <a:txBody>
                    <a:bodyPr/>
                    <a:lstStyle/>
                    <a:p>
                      <a:pPr algn="ctr"/>
                      <a:r>
                        <a:rPr lang="en-GB" sz="1800"/>
                        <a:t>NACA 0015</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chord length </a:t>
                      </a:r>
                      <a:r>
                        <a:rPr lang="en-GB" sz="1800">
                          <a:solidFill>
                            <a:srgbClr val="5B5BDE"/>
                          </a:solidFill>
                        </a:rPr>
                        <a:t>(m)</a:t>
                      </a:r>
                    </a:p>
                  </a:txBody>
                  <a:tcPr marL="67399" marR="67399" marT="33700" marB="33700" anchor="ctr"/>
                </a:tc>
                <a:tc>
                  <a:txBody>
                    <a:bodyPr/>
                    <a:lstStyle/>
                    <a:p>
                      <a:pPr algn="ctr"/>
                      <a:r>
                        <a:rPr lang="en-GB" sz="1800"/>
                        <a:t>0.6</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Thickness </a:t>
                      </a:r>
                      <a:r>
                        <a:rPr lang="en-GB" altLang="zh-CN" sz="1800">
                          <a:solidFill>
                            <a:srgbClr val="5B5BDE"/>
                          </a:solidFill>
                        </a:rPr>
                        <a:t>(m</a:t>
                      </a:r>
                      <a:r>
                        <a:rPr lang="en-GB" sz="1800">
                          <a:solidFill>
                            <a:srgbClr val="5B5BDE"/>
                          </a:solidFill>
                        </a:rPr>
                        <a:t>)</a:t>
                      </a:r>
                    </a:p>
                  </a:txBody>
                  <a:tcPr marL="67399" marR="67399" marT="33700" marB="33700" anchor="ctr"/>
                </a:tc>
                <a:tc>
                  <a:txBody>
                    <a:bodyPr/>
                    <a:lstStyle/>
                    <a:p>
                      <a:pPr algn="ctr"/>
                      <a:r>
                        <a:rPr lang="en-GB" sz="1800"/>
                        <a:t>0.09</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HTP width </a:t>
                      </a:r>
                      <a:r>
                        <a:rPr lang="en-GB" altLang="zh-CN" sz="1800">
                          <a:solidFill>
                            <a:srgbClr val="5B5BDE"/>
                          </a:solidFill>
                        </a:rPr>
                        <a:t>(m</a:t>
                      </a:r>
                      <a:r>
                        <a:rPr lang="en-GB" sz="1800">
                          <a:solidFill>
                            <a:srgbClr val="5B5BDE"/>
                          </a:solidFill>
                        </a:rPr>
                        <a:t>)</a:t>
                      </a:r>
                    </a:p>
                  </a:txBody>
                  <a:tcPr marL="67399" marR="67399" marT="33700" marB="33700" anchor="ctr"/>
                </a:tc>
                <a:tc>
                  <a:txBody>
                    <a:bodyPr/>
                    <a:lstStyle/>
                    <a:p>
                      <a:pPr algn="ctr"/>
                      <a:r>
                        <a:rPr lang="en-GB" sz="1800"/>
                        <a:t>3</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VTP width </a:t>
                      </a:r>
                      <a:r>
                        <a:rPr lang="en-GB" altLang="zh-CN" sz="1800">
                          <a:solidFill>
                            <a:srgbClr val="5B5BDE"/>
                          </a:solidFill>
                        </a:rPr>
                        <a:t>(m)</a:t>
                      </a:r>
                    </a:p>
                  </a:txBody>
                  <a:tcPr marL="67399" marR="67399" marT="33700" marB="33700" anchor="ctr"/>
                </a:tc>
                <a:tc>
                  <a:txBody>
                    <a:bodyPr/>
                    <a:lstStyle/>
                    <a:p>
                      <a:pPr algn="ctr"/>
                      <a:r>
                        <a:rPr lang="en-GB" sz="1800"/>
                        <a:t>2</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r>
                        <a:rPr lang="en-GB" sz="1800">
                          <a:solidFill>
                            <a:srgbClr val="0000CD"/>
                          </a:solidFill>
                        </a:rPr>
                        <a:t>Empennage material</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UD CFRP +</a:t>
                      </a:r>
                    </a:p>
                    <a:p>
                      <a:pPr algn="ctr"/>
                      <a:r>
                        <a:rPr lang="en-GB" sz="1800"/>
                        <a:t>Al 7075</a:t>
                      </a:r>
                    </a:p>
                  </a:txBody>
                  <a:tcPr marL="67399" marR="67399" marT="33700" marB="33700"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930520367"/>
                  </a:ext>
                </a:extLst>
              </a:tr>
            </a:tbl>
          </a:graphicData>
        </a:graphic>
      </p:graphicFrame>
      <p:sp>
        <p:nvSpPr>
          <p:cNvPr id="225" name="矩形 224">
            <a:extLst>
              <a:ext uri="{FF2B5EF4-FFF2-40B4-BE49-F238E27FC236}">
                <a16:creationId xmlns:a16="http://schemas.microsoft.com/office/drawing/2014/main" id="{F33CC35C-C4D5-6016-00F2-7E39212A7B6B}"/>
              </a:ext>
            </a:extLst>
          </p:cNvPr>
          <p:cNvSpPr/>
          <p:nvPr/>
        </p:nvSpPr>
        <p:spPr>
          <a:xfrm>
            <a:off x="445955" y="11760585"/>
            <a:ext cx="3782375" cy="3813496"/>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26" name="文本占位符 9">
            <a:extLst>
              <a:ext uri="{FF2B5EF4-FFF2-40B4-BE49-F238E27FC236}">
                <a16:creationId xmlns:a16="http://schemas.microsoft.com/office/drawing/2014/main" id="{66EB638D-E9FC-C487-88B1-37BB706D3C0B}"/>
              </a:ext>
            </a:extLst>
          </p:cNvPr>
          <p:cNvSpPr txBox="1">
            <a:spLocks/>
          </p:cNvSpPr>
          <p:nvPr/>
        </p:nvSpPr>
        <p:spPr>
          <a:xfrm>
            <a:off x="557193" y="11578909"/>
            <a:ext cx="1778743" cy="412661"/>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Empennage</a:t>
            </a:r>
            <a:endParaRPr lang="zh-CN" altLang="en-US" sz="2400">
              <a:solidFill>
                <a:srgbClr val="0000CD"/>
              </a:solidFill>
              <a:latin typeface="Imperial Sans Display Semibold" panose="020B0703020202020204" pitchFamily="34" charset="0"/>
              <a:ea typeface="+mj-ea"/>
            </a:endParaRPr>
          </a:p>
        </p:txBody>
      </p:sp>
      <p:graphicFrame>
        <p:nvGraphicFramePr>
          <p:cNvPr id="230" name="Table 33">
            <a:extLst>
              <a:ext uri="{FF2B5EF4-FFF2-40B4-BE49-F238E27FC236}">
                <a16:creationId xmlns:a16="http://schemas.microsoft.com/office/drawing/2014/main" id="{1B99A63B-5F65-0952-EE95-336913855F0E}"/>
              </a:ext>
            </a:extLst>
          </p:cNvPr>
          <p:cNvGraphicFramePr>
            <a:graphicFrameLocks noGrp="1"/>
          </p:cNvGraphicFramePr>
          <p:nvPr>
            <p:extLst>
              <p:ext uri="{D42A27DB-BD31-4B8C-83A1-F6EECF244321}">
                <p14:modId xmlns:p14="http://schemas.microsoft.com/office/powerpoint/2010/main" val="950374649"/>
              </p:ext>
            </p:extLst>
          </p:nvPr>
        </p:nvGraphicFramePr>
        <p:xfrm>
          <a:off x="393840" y="15926251"/>
          <a:ext cx="11715656" cy="2232000"/>
        </p:xfrm>
        <a:graphic>
          <a:graphicData uri="http://schemas.openxmlformats.org/drawingml/2006/table">
            <a:tbl>
              <a:tblPr firstRow="1" bandRow="1">
                <a:tableStyleId>{69012ECD-51FC-41F1-AA8D-1B2483CD663E}</a:tableStyleId>
              </a:tblPr>
              <a:tblGrid>
                <a:gridCol w="1852116">
                  <a:extLst>
                    <a:ext uri="{9D8B030D-6E8A-4147-A177-3AD203B41FA5}">
                      <a16:colId xmlns:a16="http://schemas.microsoft.com/office/drawing/2014/main" val="1949948004"/>
                    </a:ext>
                  </a:extLst>
                </a:gridCol>
                <a:gridCol w="1972708">
                  <a:extLst>
                    <a:ext uri="{9D8B030D-6E8A-4147-A177-3AD203B41FA5}">
                      <a16:colId xmlns:a16="http://schemas.microsoft.com/office/drawing/2014/main" val="3885440325"/>
                    </a:ext>
                  </a:extLst>
                </a:gridCol>
                <a:gridCol w="1972708">
                  <a:extLst>
                    <a:ext uri="{9D8B030D-6E8A-4147-A177-3AD203B41FA5}">
                      <a16:colId xmlns:a16="http://schemas.microsoft.com/office/drawing/2014/main" val="3032217572"/>
                    </a:ext>
                  </a:extLst>
                </a:gridCol>
                <a:gridCol w="1972708">
                  <a:extLst>
                    <a:ext uri="{9D8B030D-6E8A-4147-A177-3AD203B41FA5}">
                      <a16:colId xmlns:a16="http://schemas.microsoft.com/office/drawing/2014/main" val="309500243"/>
                    </a:ext>
                  </a:extLst>
                </a:gridCol>
                <a:gridCol w="1972708">
                  <a:extLst>
                    <a:ext uri="{9D8B030D-6E8A-4147-A177-3AD203B41FA5}">
                      <a16:colId xmlns:a16="http://schemas.microsoft.com/office/drawing/2014/main" val="2170776064"/>
                    </a:ext>
                  </a:extLst>
                </a:gridCol>
                <a:gridCol w="1972708">
                  <a:extLst>
                    <a:ext uri="{9D8B030D-6E8A-4147-A177-3AD203B41FA5}">
                      <a16:colId xmlns:a16="http://schemas.microsoft.com/office/drawing/2014/main" val="1252785815"/>
                    </a:ext>
                  </a:extLst>
                </a:gridCol>
              </a:tblGrid>
              <a:tr h="504000">
                <a:tc gridSpan="6">
                  <a:txBody>
                    <a:bodyPr/>
                    <a:lstStyle/>
                    <a:p>
                      <a:pPr algn="ctr"/>
                      <a:r>
                        <a:rPr lang="en-GB" sz="2400"/>
                        <a:t>Optimum performance</a:t>
                      </a:r>
                    </a:p>
                  </a:txBody>
                  <a:tcPr marL="83208" marR="83208" marT="41604" marB="41604" anchor="ctr">
                    <a:lnL w="19050" cap="flat" cmpd="sng" algn="ctr">
                      <a:solidFill>
                        <a:srgbClr val="0000CD"/>
                      </a:solidFill>
                      <a:prstDash val="solid"/>
                      <a:round/>
                      <a:headEnd type="none" w="med" len="med"/>
                      <a:tailEnd type="none" w="med" len="med"/>
                    </a:lnL>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3335093929"/>
                  </a:ext>
                </a:extLst>
              </a:tr>
              <a:tr h="792000">
                <a:tc>
                  <a:txBody>
                    <a:bodyPr/>
                    <a:lstStyle/>
                    <a:p>
                      <a:pPr algn="ctr"/>
                      <a:endParaRPr lang="en-GB" sz="2000" b="1" kern="1200">
                        <a:solidFill>
                          <a:srgbClr val="0000CD"/>
                        </a:solidFill>
                        <a:latin typeface="+mn-lt"/>
                        <a:ea typeface="+mn-ea"/>
                        <a:cs typeface="+mn-cs"/>
                      </a:endParaRP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Ceiling</a:t>
                      </a:r>
                    </a:p>
                    <a:p>
                      <a:pPr algn="ctr"/>
                      <a:r>
                        <a:rPr lang="en-GB" sz="2000" b="0" kern="1200">
                          <a:solidFill>
                            <a:srgbClr val="5B5BDE"/>
                          </a:solidFill>
                          <a:latin typeface="+mn-lt"/>
                          <a:ea typeface="+mn-ea"/>
                          <a:cs typeface="+mn-cs"/>
                        </a:rPr>
                        <a:t>(m)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Hover Ceiling OGE </a:t>
                      </a:r>
                      <a:r>
                        <a:rPr lang="en-GB" sz="2000" b="0" kern="1200">
                          <a:solidFill>
                            <a:srgbClr val="5B5BDE"/>
                          </a:solidFill>
                          <a:latin typeface="+mn-lt"/>
                          <a:ea typeface="+mn-ea"/>
                          <a:cs typeface="+mn-cs"/>
                        </a:rPr>
                        <a:t>(m)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Range</a:t>
                      </a:r>
                    </a:p>
                    <a:p>
                      <a:pPr algn="ctr"/>
                      <a:r>
                        <a:rPr lang="en-GB" sz="2000" b="0" kern="1200">
                          <a:solidFill>
                            <a:srgbClr val="5B5BDE"/>
                          </a:solidFill>
                          <a:latin typeface="+mn-lt"/>
                          <a:ea typeface="+mn-ea"/>
                          <a:cs typeface="+mn-cs"/>
                        </a:rPr>
                        <a:t>(km)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Endurance </a:t>
                      </a:r>
                      <a:r>
                        <a:rPr lang="en-GB" sz="2000" b="0" kern="1200">
                          <a:solidFill>
                            <a:srgbClr val="5B5BDE"/>
                          </a:solidFill>
                          <a:latin typeface="+mn-lt"/>
                          <a:ea typeface="+mn-ea"/>
                          <a:cs typeface="+mn-cs"/>
                        </a:rPr>
                        <a:t>(hrs)</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Max speed</a:t>
                      </a:r>
                    </a:p>
                    <a:p>
                      <a:pPr algn="ctr"/>
                      <a:r>
                        <a:rPr lang="en-GB" sz="2000" b="0" kern="1200">
                          <a:solidFill>
                            <a:srgbClr val="5B5BDE"/>
                          </a:solidFill>
                          <a:latin typeface="+mn-lt"/>
                          <a:ea typeface="+mn-ea"/>
                          <a:cs typeface="+mn-cs"/>
                        </a:rPr>
                        <a:t>(m/s)</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extLst>
                  <a:ext uri="{0D108BD9-81ED-4DB2-BD59-A6C34878D82A}">
                    <a16:rowId xmlns:a16="http://schemas.microsoft.com/office/drawing/2014/main" val="3066905501"/>
                  </a:ext>
                </a:extLst>
              </a:tr>
              <a:tr h="468000">
                <a:tc>
                  <a:txBody>
                    <a:bodyPr/>
                    <a:lstStyle/>
                    <a:p>
                      <a:r>
                        <a:rPr lang="en-GB" sz="2000">
                          <a:solidFill>
                            <a:srgbClr val="0000CD"/>
                          </a:solidFill>
                        </a:rPr>
                        <a:t>No payload</a:t>
                      </a: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000"/>
                        <a:t>12980</a:t>
                      </a:r>
                      <a:endParaRPr lang="en-GB" sz="2100"/>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8500</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1149</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8.3</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87.3</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468000">
                <a:tc>
                  <a:txBody>
                    <a:bodyPr/>
                    <a:lstStyle/>
                    <a:p>
                      <a:r>
                        <a:rPr lang="en-GB" sz="2000">
                          <a:solidFill>
                            <a:srgbClr val="0000CD"/>
                          </a:solidFill>
                        </a:rPr>
                        <a:t>Max payload</a:t>
                      </a:r>
                    </a:p>
                  </a:txBody>
                  <a:tcPr marL="74721" marR="74721" marT="37361" marB="37361" anchor="ct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a:txBody>
                    <a:bodyPr/>
                    <a:lstStyle/>
                    <a:p>
                      <a:pPr algn="ctr"/>
                      <a:r>
                        <a:rPr lang="en-GB" sz="2000"/>
                        <a:t>10850</a:t>
                      </a:r>
                      <a:endParaRPr lang="en-GB" sz="2100"/>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6040</a:t>
                      </a:r>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1018</a:t>
                      </a:r>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6.6</a:t>
                      </a:r>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12.0</a:t>
                      </a:r>
                    </a:p>
                  </a:txBody>
                  <a:tcPr marL="74721" marR="74721" marT="37361" marB="37361" anchor="ct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2738470465"/>
                  </a:ext>
                </a:extLst>
              </a:tr>
            </a:tbl>
          </a:graphicData>
        </a:graphic>
      </p:graphicFrame>
      <p:graphicFrame>
        <p:nvGraphicFramePr>
          <p:cNvPr id="231" name="Table 36">
            <a:extLst>
              <a:ext uri="{FF2B5EF4-FFF2-40B4-BE49-F238E27FC236}">
                <a16:creationId xmlns:a16="http://schemas.microsoft.com/office/drawing/2014/main" id="{755F01CB-BC89-9B2E-0189-6C951CC583C1}"/>
              </a:ext>
            </a:extLst>
          </p:cNvPr>
          <p:cNvGraphicFramePr>
            <a:graphicFrameLocks noGrp="1"/>
          </p:cNvGraphicFramePr>
          <p:nvPr>
            <p:extLst>
              <p:ext uri="{D42A27DB-BD31-4B8C-83A1-F6EECF244321}">
                <p14:modId xmlns:p14="http://schemas.microsoft.com/office/powerpoint/2010/main" val="967994850"/>
              </p:ext>
            </p:extLst>
          </p:nvPr>
        </p:nvGraphicFramePr>
        <p:xfrm>
          <a:off x="413010" y="18378438"/>
          <a:ext cx="11696487" cy="1800000"/>
        </p:xfrm>
        <a:graphic>
          <a:graphicData uri="http://schemas.openxmlformats.org/drawingml/2006/table">
            <a:tbl>
              <a:tblPr firstRow="1" bandRow="1">
                <a:tableStyleId>{69012ECD-51FC-41F1-AA8D-1B2483CD663E}</a:tableStyleId>
              </a:tblPr>
              <a:tblGrid>
                <a:gridCol w="1670927">
                  <a:extLst>
                    <a:ext uri="{9D8B030D-6E8A-4147-A177-3AD203B41FA5}">
                      <a16:colId xmlns:a16="http://schemas.microsoft.com/office/drawing/2014/main" val="3885440325"/>
                    </a:ext>
                  </a:extLst>
                </a:gridCol>
                <a:gridCol w="1670927">
                  <a:extLst>
                    <a:ext uri="{9D8B030D-6E8A-4147-A177-3AD203B41FA5}">
                      <a16:colId xmlns:a16="http://schemas.microsoft.com/office/drawing/2014/main" val="3032217572"/>
                    </a:ext>
                  </a:extLst>
                </a:gridCol>
                <a:gridCol w="1670927">
                  <a:extLst>
                    <a:ext uri="{9D8B030D-6E8A-4147-A177-3AD203B41FA5}">
                      <a16:colId xmlns:a16="http://schemas.microsoft.com/office/drawing/2014/main" val="309500243"/>
                    </a:ext>
                  </a:extLst>
                </a:gridCol>
                <a:gridCol w="1670927">
                  <a:extLst>
                    <a:ext uri="{9D8B030D-6E8A-4147-A177-3AD203B41FA5}">
                      <a16:colId xmlns:a16="http://schemas.microsoft.com/office/drawing/2014/main" val="2170776064"/>
                    </a:ext>
                  </a:extLst>
                </a:gridCol>
                <a:gridCol w="1670927">
                  <a:extLst>
                    <a:ext uri="{9D8B030D-6E8A-4147-A177-3AD203B41FA5}">
                      <a16:colId xmlns:a16="http://schemas.microsoft.com/office/drawing/2014/main" val="2251644573"/>
                    </a:ext>
                  </a:extLst>
                </a:gridCol>
                <a:gridCol w="1329657">
                  <a:extLst>
                    <a:ext uri="{9D8B030D-6E8A-4147-A177-3AD203B41FA5}">
                      <a16:colId xmlns:a16="http://schemas.microsoft.com/office/drawing/2014/main" val="1252785815"/>
                    </a:ext>
                  </a:extLst>
                </a:gridCol>
                <a:gridCol w="2012195">
                  <a:extLst>
                    <a:ext uri="{9D8B030D-6E8A-4147-A177-3AD203B41FA5}">
                      <a16:colId xmlns:a16="http://schemas.microsoft.com/office/drawing/2014/main" val="1769789925"/>
                    </a:ext>
                  </a:extLst>
                </a:gridCol>
              </a:tblGrid>
              <a:tr h="504000">
                <a:tc gridSpan="7">
                  <a:txBody>
                    <a:bodyPr/>
                    <a:lstStyle/>
                    <a:p>
                      <a:pPr algn="ctr"/>
                      <a:r>
                        <a:rPr lang="en-GB" sz="2400" b="1">
                          <a:solidFill>
                            <a:schemeClr val="bg1"/>
                          </a:solidFill>
                        </a:rPr>
                        <a:t>Mission Profile</a:t>
                      </a:r>
                    </a:p>
                  </a:txBody>
                  <a:tcPr marL="83208" marR="83208" marT="41604" marB="41604" anchor="ctr">
                    <a:lnL w="19050" cap="flat" cmpd="sng" algn="ctr">
                      <a:solidFill>
                        <a:srgbClr val="0000CD"/>
                      </a:solidFill>
                      <a:prstDash val="solid"/>
                      <a:round/>
                      <a:headEnd type="none" w="med" len="med"/>
                      <a:tailEnd type="none" w="med" len="med"/>
                    </a:lnL>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endParaRPr lang="en-GB"/>
                    </a:p>
                  </a:txBody>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3335093929"/>
                  </a:ext>
                </a:extLst>
              </a:tr>
              <a:tr h="828000">
                <a:tc>
                  <a:txBody>
                    <a:bodyPr/>
                    <a:lstStyle/>
                    <a:p>
                      <a:pPr algn="ctr"/>
                      <a:r>
                        <a:rPr lang="en-GB" sz="2000" b="0" kern="1200">
                          <a:solidFill>
                            <a:srgbClr val="0000CD"/>
                          </a:solidFill>
                          <a:latin typeface="+mn-lt"/>
                          <a:ea typeface="+mn-ea"/>
                          <a:cs typeface="+mn-cs"/>
                        </a:rPr>
                        <a:t>Altitude </a:t>
                      </a:r>
                      <a:r>
                        <a:rPr lang="en-GB" sz="2000" b="0" kern="1200">
                          <a:solidFill>
                            <a:srgbClr val="5B5BDE"/>
                          </a:solidFill>
                          <a:latin typeface="+mn-lt"/>
                          <a:ea typeface="+mn-ea"/>
                          <a:cs typeface="+mn-cs"/>
                        </a:rPr>
                        <a:t>(ft/m)</a:t>
                      </a: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Speed (KTAS/ms</a:t>
                      </a:r>
                      <a:r>
                        <a:rPr lang="en-GB" sz="2000" b="0" kern="1200" baseline="30000">
                          <a:solidFill>
                            <a:srgbClr val="0000CD"/>
                          </a:solidFill>
                          <a:latin typeface="+mn-lt"/>
                          <a:ea typeface="+mn-ea"/>
                          <a:cs typeface="+mn-cs"/>
                        </a:rPr>
                        <a:t>-1</a:t>
                      </a:r>
                      <a:r>
                        <a:rPr lang="en-GB" sz="2000" b="0" kern="1200" baseline="0">
                          <a:solidFill>
                            <a:srgbClr val="0000CD"/>
                          </a:solidFill>
                          <a:latin typeface="+mn-lt"/>
                          <a:ea typeface="+mn-ea"/>
                          <a:cs typeface="+mn-cs"/>
                        </a:rPr>
                        <a:t>)</a:t>
                      </a:r>
                      <a:endParaRPr lang="en-GB" sz="2000" b="0" kern="1200">
                        <a:solidFill>
                          <a:srgbClr val="0000CD"/>
                        </a:solidFill>
                        <a:latin typeface="+mn-lt"/>
                        <a:ea typeface="+mn-ea"/>
                        <a:cs typeface="+mn-cs"/>
                      </a:endParaRP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Payload</a:t>
                      </a:r>
                    </a:p>
                    <a:p>
                      <a:pPr algn="ctr"/>
                      <a:r>
                        <a:rPr lang="en-GB" sz="2000" b="0" kern="1200">
                          <a:solidFill>
                            <a:srgbClr val="5B5BDE"/>
                          </a:solidFill>
                          <a:latin typeface="+mn-lt"/>
                          <a:ea typeface="+mn-ea"/>
                          <a:cs typeface="+mn-cs"/>
                        </a:rPr>
                        <a:t>(kg)</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Cruise time </a:t>
                      </a:r>
                      <a:r>
                        <a:rPr lang="en-GB" sz="2000" b="0" kern="1200">
                          <a:solidFill>
                            <a:srgbClr val="5B5BDE"/>
                          </a:solidFill>
                          <a:latin typeface="+mn-lt"/>
                          <a:ea typeface="+mn-ea"/>
                          <a:cs typeface="+mn-cs"/>
                        </a:rPr>
                        <a:t>(min)</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Cruise range </a:t>
                      </a:r>
                      <a:r>
                        <a:rPr lang="en-GB" sz="2000" b="0" kern="1200">
                          <a:solidFill>
                            <a:srgbClr val="5B5BDE"/>
                          </a:solidFill>
                          <a:latin typeface="+mn-lt"/>
                          <a:ea typeface="+mn-ea"/>
                          <a:cs typeface="+mn-cs"/>
                        </a:rPr>
                        <a:t>(nm/km)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Hover time (min)</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Contingency cruise </a:t>
                      </a:r>
                      <a:r>
                        <a:rPr lang="en-GB" sz="2000" b="0" kern="1200">
                          <a:solidFill>
                            <a:srgbClr val="5B5BDE"/>
                          </a:solidFill>
                          <a:latin typeface="+mn-lt"/>
                          <a:ea typeface="+mn-ea"/>
                          <a:cs typeface="+mn-cs"/>
                        </a:rPr>
                        <a:t>(min)</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extLst>
                  <a:ext uri="{0D108BD9-81ED-4DB2-BD59-A6C34878D82A}">
                    <a16:rowId xmlns:a16="http://schemas.microsoft.com/office/drawing/2014/main" val="3066905501"/>
                  </a:ext>
                </a:extLst>
              </a:tr>
              <a:tr h="468000">
                <a:tc>
                  <a:txBody>
                    <a:bodyPr/>
                    <a:lstStyle/>
                    <a:p>
                      <a:pPr algn="ctr"/>
                      <a:r>
                        <a:rPr lang="en-GB" sz="2000"/>
                        <a:t>5000/1524</a:t>
                      </a: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140/72</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886</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90</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240/440</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25</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30</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2896938951"/>
                  </a:ext>
                </a:extLst>
              </a:tr>
            </a:tbl>
          </a:graphicData>
        </a:graphic>
      </p:graphicFrame>
      <p:sp>
        <p:nvSpPr>
          <p:cNvPr id="243" name="Text Placeholder 80">
            <a:extLst>
              <a:ext uri="{FF2B5EF4-FFF2-40B4-BE49-F238E27FC236}">
                <a16:creationId xmlns:a16="http://schemas.microsoft.com/office/drawing/2014/main" id="{0F3C7130-F903-65F7-F6C7-9B1698AC3A1B}"/>
              </a:ext>
            </a:extLst>
          </p:cNvPr>
          <p:cNvSpPr txBox="1">
            <a:spLocks/>
          </p:cNvSpPr>
          <p:nvPr/>
        </p:nvSpPr>
        <p:spPr>
          <a:xfrm>
            <a:off x="5114706" y="14988508"/>
            <a:ext cx="2372523" cy="421751"/>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800" b="1" i="1">
                <a:solidFill>
                  <a:srgbClr val="5B5BDE"/>
                </a:solidFill>
              </a:rPr>
              <a:t>HALO CAD model</a:t>
            </a:r>
          </a:p>
        </p:txBody>
      </p:sp>
      <p:grpSp>
        <p:nvGrpSpPr>
          <p:cNvPr id="244" name="Group 30">
            <a:extLst>
              <a:ext uri="{FF2B5EF4-FFF2-40B4-BE49-F238E27FC236}">
                <a16:creationId xmlns:a16="http://schemas.microsoft.com/office/drawing/2014/main" id="{A375257D-E0BA-6D1D-029D-0EC674DD6233}"/>
              </a:ext>
            </a:extLst>
          </p:cNvPr>
          <p:cNvGrpSpPr/>
          <p:nvPr/>
        </p:nvGrpSpPr>
        <p:grpSpPr>
          <a:xfrm>
            <a:off x="9783608" y="1877964"/>
            <a:ext cx="10202173" cy="5796797"/>
            <a:chOff x="5533293" y="15244420"/>
            <a:chExt cx="7671554" cy="5796797"/>
          </a:xfrm>
        </p:grpSpPr>
        <p:sp>
          <p:nvSpPr>
            <p:cNvPr id="246" name="Content Placeholder 22">
              <a:extLst>
                <a:ext uri="{FF2B5EF4-FFF2-40B4-BE49-F238E27FC236}">
                  <a16:creationId xmlns:a16="http://schemas.microsoft.com/office/drawing/2014/main" id="{028B6D2E-15F2-D1EF-3C2C-EE3B9705842A}"/>
                </a:ext>
              </a:extLst>
            </p:cNvPr>
            <p:cNvSpPr txBox="1">
              <a:spLocks/>
            </p:cNvSpPr>
            <p:nvPr/>
          </p:nvSpPr>
          <p:spPr>
            <a:xfrm>
              <a:off x="7972785" y="16991839"/>
              <a:ext cx="2688060" cy="2301957"/>
            </a:xfrm>
            <a:prstGeom prst="rect">
              <a:avLst/>
            </a:prstGeom>
            <a:solidFill>
              <a:schemeClr val="bg1"/>
            </a:solidFill>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5" algn="ctr">
                <a:lnSpc>
                  <a:spcPct val="100000"/>
                </a:lnSpc>
                <a:spcAft>
                  <a:spcPts val="0"/>
                </a:spcAft>
              </a:pPr>
              <a:r>
                <a:rPr lang="en-GB" sz="4000">
                  <a:solidFill>
                    <a:srgbClr val="0000CD"/>
                  </a:solidFill>
                </a:rPr>
                <a:t>MTOW</a:t>
              </a:r>
            </a:p>
            <a:p>
              <a:pPr lvl="5" algn="ctr">
                <a:lnSpc>
                  <a:spcPct val="100000"/>
                </a:lnSpc>
                <a:spcAft>
                  <a:spcPts val="0"/>
                </a:spcAft>
              </a:pPr>
              <a:r>
                <a:rPr lang="en-GB" sz="4000">
                  <a:solidFill>
                    <a:srgbClr val="0000CD"/>
                  </a:solidFill>
                </a:rPr>
                <a:t>3500kg</a:t>
              </a:r>
              <a:endParaRPr lang="en-GB"/>
            </a:p>
          </p:txBody>
        </p:sp>
        <p:graphicFrame>
          <p:nvGraphicFramePr>
            <p:cNvPr id="245" name="Chart 9">
              <a:extLst>
                <a:ext uri="{FF2B5EF4-FFF2-40B4-BE49-F238E27FC236}">
                  <a16:creationId xmlns:a16="http://schemas.microsoft.com/office/drawing/2014/main" id="{ACD9CED4-621F-33B0-30D6-44F9A31DD2E6}"/>
                </a:ext>
              </a:extLst>
            </p:cNvPr>
            <p:cNvGraphicFramePr/>
            <p:nvPr>
              <p:extLst>
                <p:ext uri="{D42A27DB-BD31-4B8C-83A1-F6EECF244321}">
                  <p14:modId xmlns:p14="http://schemas.microsoft.com/office/powerpoint/2010/main" val="2720596254"/>
                </p:ext>
              </p:extLst>
            </p:nvPr>
          </p:nvGraphicFramePr>
          <p:xfrm>
            <a:off x="5533293" y="15244420"/>
            <a:ext cx="7671554" cy="5796797"/>
          </p:xfrm>
          <a:graphic>
            <a:graphicData uri="http://schemas.openxmlformats.org/drawingml/2006/chart">
              <c:chart xmlns:c="http://schemas.openxmlformats.org/drawingml/2006/chart" xmlns:r="http://schemas.openxmlformats.org/officeDocument/2006/relationships" r:id="rId8"/>
            </a:graphicData>
          </a:graphic>
        </p:graphicFrame>
      </p:grpSp>
      <p:sp>
        <p:nvSpPr>
          <p:cNvPr id="247" name="Title 18">
            <a:extLst>
              <a:ext uri="{FF2B5EF4-FFF2-40B4-BE49-F238E27FC236}">
                <a16:creationId xmlns:a16="http://schemas.microsoft.com/office/drawing/2014/main" id="{5B492B6F-34F7-BC97-2D0F-2DA75A4C659F}"/>
              </a:ext>
            </a:extLst>
          </p:cNvPr>
          <p:cNvSpPr txBox="1">
            <a:spLocks/>
          </p:cNvSpPr>
          <p:nvPr/>
        </p:nvSpPr>
        <p:spPr>
          <a:xfrm>
            <a:off x="20305196" y="2130879"/>
            <a:ext cx="9325543" cy="5543882"/>
          </a:xfrm>
          <a:prstGeom prst="rect">
            <a:avLst/>
          </a:prstGeom>
        </p:spPr>
        <p:txBody>
          <a:bodyPr vert="horz" lIns="0" tIns="0" rIns="0" bIns="0" rtlCol="0" anchor="t">
            <a:noAutofit/>
          </a:bodyPr>
          <a:lst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a:lstStyle>
          <a:p>
            <a:r>
              <a:rPr lang="en-GB" sz="4800">
                <a:solidFill>
                  <a:schemeClr val="tx1"/>
                </a:solidFill>
              </a:rPr>
              <a:t>A helicopter designed from the ground up to save lives.</a:t>
            </a:r>
          </a:p>
          <a:p>
            <a:endParaRPr lang="en-GB" sz="3200">
              <a:solidFill>
                <a:schemeClr val="tx1"/>
              </a:solidFill>
            </a:endParaRPr>
          </a:p>
          <a:p>
            <a:pPr>
              <a:lnSpc>
                <a:spcPct val="60000"/>
              </a:lnSpc>
            </a:pPr>
            <a:r>
              <a:rPr lang="en-US" sz="4000">
                <a:solidFill>
                  <a:srgbClr val="0000CD"/>
                </a:solidFill>
              </a:rPr>
              <a:t>On average,</a:t>
            </a:r>
          </a:p>
          <a:p>
            <a:pPr>
              <a:lnSpc>
                <a:spcPct val="60000"/>
              </a:lnSpc>
            </a:pPr>
            <a:r>
              <a:rPr lang="en-US" sz="4000">
                <a:solidFill>
                  <a:srgbClr val="0000CD"/>
                </a:solidFill>
              </a:rPr>
              <a:t>HEMS attends </a:t>
            </a:r>
            <a:r>
              <a:rPr lang="en-US" sz="8000">
                <a:solidFill>
                  <a:srgbClr val="0000CD"/>
                </a:solidFill>
              </a:rPr>
              <a:t>126</a:t>
            </a:r>
            <a:r>
              <a:rPr lang="en-US" sz="4000">
                <a:solidFill>
                  <a:srgbClr val="0000CD"/>
                </a:solidFill>
              </a:rPr>
              <a:t> patients</a:t>
            </a:r>
          </a:p>
          <a:p>
            <a:r>
              <a:rPr lang="en-US" sz="4000">
                <a:solidFill>
                  <a:srgbClr val="0000CD"/>
                </a:solidFill>
              </a:rPr>
              <a:t>a day across the UK.</a:t>
            </a:r>
          </a:p>
          <a:p>
            <a:endParaRPr lang="en-US" sz="2800">
              <a:solidFill>
                <a:srgbClr val="0000CD"/>
              </a:solidFill>
            </a:endParaRPr>
          </a:p>
          <a:p>
            <a:r>
              <a:rPr lang="en-GB" altLang="zh-CN" sz="2800">
                <a:solidFill>
                  <a:schemeClr val="tx1"/>
                </a:solidFill>
                <a:latin typeface="+mn-lt"/>
                <a:ea typeface="+mn-ea"/>
              </a:rPr>
              <a:t>In an emergency, every second counts. That’s why </a:t>
            </a:r>
            <a:r>
              <a:rPr lang="en-GB" altLang="zh-CN" sz="2800" i="1">
                <a:solidFill>
                  <a:srgbClr val="0000CD"/>
                </a:solidFill>
                <a:latin typeface="+mn-lt"/>
                <a:ea typeface="+mn-ea"/>
              </a:rPr>
              <a:t>HALO</a:t>
            </a:r>
          </a:p>
          <a:p>
            <a:r>
              <a:rPr lang="en-GB" altLang="zh-CN" sz="2800">
                <a:solidFill>
                  <a:schemeClr val="tx1"/>
                </a:solidFill>
                <a:latin typeface="+mn-lt"/>
                <a:ea typeface="+mn-ea"/>
              </a:rPr>
              <a:t>is design for best-in-class performance in the light twin category. Certified under </a:t>
            </a:r>
            <a:r>
              <a:rPr lang="en-GB" altLang="zh-CN" sz="2800">
                <a:solidFill>
                  <a:srgbClr val="0000CD"/>
                </a:solidFill>
                <a:latin typeface="+mn-lt"/>
                <a:ea typeface="+mn-ea"/>
              </a:rPr>
              <a:t>CS-29</a:t>
            </a:r>
            <a:r>
              <a:rPr lang="en-GB" altLang="zh-CN" sz="2800">
                <a:solidFill>
                  <a:schemeClr val="tx1"/>
                </a:solidFill>
                <a:latin typeface="+mn-lt"/>
                <a:ea typeface="+mn-ea"/>
              </a:rPr>
              <a:t>, our design aims to minimise time to the patient with an innovative design. </a:t>
            </a:r>
          </a:p>
          <a:p>
            <a:endParaRPr lang="en-US" sz="4000">
              <a:solidFill>
                <a:srgbClr val="0000CD"/>
              </a:solidFill>
            </a:endParaRPr>
          </a:p>
        </p:txBody>
      </p:sp>
      <p:sp>
        <p:nvSpPr>
          <p:cNvPr id="250" name="文本占位符 9">
            <a:extLst>
              <a:ext uri="{FF2B5EF4-FFF2-40B4-BE49-F238E27FC236}">
                <a16:creationId xmlns:a16="http://schemas.microsoft.com/office/drawing/2014/main" id="{28B373B3-727F-2BDF-92F9-BF3F4A9843C6}"/>
              </a:ext>
            </a:extLst>
          </p:cNvPr>
          <p:cNvSpPr txBox="1">
            <a:spLocks/>
          </p:cNvSpPr>
          <p:nvPr/>
        </p:nvSpPr>
        <p:spPr>
          <a:xfrm>
            <a:off x="20423655" y="7841041"/>
            <a:ext cx="3824877"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Flight and Medical systems</a:t>
            </a:r>
          </a:p>
          <a:p>
            <a:pPr algn="ctr"/>
            <a:r>
              <a:rPr lang="en-US" altLang="zh-CN" sz="2400">
                <a:solidFill>
                  <a:srgbClr val="0000CD"/>
                </a:solidFill>
                <a:latin typeface="Imperial Sans Display Semibold" panose="020B0703020202020204" pitchFamily="34" charset="0"/>
                <a:ea typeface="+mj-ea"/>
              </a:rPr>
              <a:t>  </a:t>
            </a:r>
          </a:p>
        </p:txBody>
      </p:sp>
      <p:sp>
        <p:nvSpPr>
          <p:cNvPr id="254" name="Text Placeholder 80">
            <a:extLst>
              <a:ext uri="{FF2B5EF4-FFF2-40B4-BE49-F238E27FC236}">
                <a16:creationId xmlns:a16="http://schemas.microsoft.com/office/drawing/2014/main" id="{313790A3-A8AC-BE4F-4E43-F7CF36E2F9E8}"/>
              </a:ext>
            </a:extLst>
          </p:cNvPr>
          <p:cNvSpPr txBox="1">
            <a:spLocks/>
          </p:cNvSpPr>
          <p:nvPr/>
        </p:nvSpPr>
        <p:spPr>
          <a:xfrm>
            <a:off x="23132768" y="12819364"/>
            <a:ext cx="4861975" cy="887316"/>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r>
              <a:rPr lang="en-GB" sz="1800" b="1" i="1">
                <a:solidFill>
                  <a:srgbClr val="5B5BDE"/>
                </a:solidFill>
              </a:rPr>
              <a:t>HALO</a:t>
            </a:r>
          </a:p>
          <a:p>
            <a:r>
              <a:rPr lang="en-GB" sz="1800" b="1" i="1">
                <a:solidFill>
                  <a:srgbClr val="5B5BDE"/>
                </a:solidFill>
              </a:rPr>
              <a:t>Cabin layout in</a:t>
            </a:r>
          </a:p>
          <a:p>
            <a:r>
              <a:rPr lang="en-GB" sz="1800" b="1" i="1">
                <a:solidFill>
                  <a:srgbClr val="5B5BDE"/>
                </a:solidFill>
              </a:rPr>
              <a:t>medical configuration</a:t>
            </a:r>
          </a:p>
        </p:txBody>
      </p:sp>
      <p:sp>
        <p:nvSpPr>
          <p:cNvPr id="255" name="文本框 254">
            <a:extLst>
              <a:ext uri="{FF2B5EF4-FFF2-40B4-BE49-F238E27FC236}">
                <a16:creationId xmlns:a16="http://schemas.microsoft.com/office/drawing/2014/main" id="{6369C9C4-48DD-7C2C-AB52-205EB3E5A3EE}"/>
              </a:ext>
            </a:extLst>
          </p:cNvPr>
          <p:cNvSpPr txBox="1"/>
          <p:nvPr/>
        </p:nvSpPr>
        <p:spPr>
          <a:xfrm>
            <a:off x="12733240" y="8422716"/>
            <a:ext cx="6773792" cy="3508653"/>
          </a:xfrm>
          <a:prstGeom prst="rect">
            <a:avLst/>
          </a:prstGeom>
          <a:noFill/>
        </p:spPr>
        <p:txBody>
          <a:bodyPr wrap="square">
            <a:spAutoFit/>
          </a:bodyPr>
          <a:lstStyle/>
          <a:p>
            <a:r>
              <a:rPr lang="en-US" altLang="zh-CN" sz="2200"/>
              <a:t>Through the use of </a:t>
            </a:r>
            <a:r>
              <a:rPr lang="en-US" altLang="zh-CN" sz="2200" b="1">
                <a:solidFill>
                  <a:srgbClr val="0000CD"/>
                </a:solidFill>
              </a:rPr>
              <a:t>composites</a:t>
            </a:r>
            <a:r>
              <a:rPr lang="en-US" altLang="zh-CN" sz="2200"/>
              <a:t>, the weight of HALO is minimised. </a:t>
            </a:r>
          </a:p>
          <a:p>
            <a:endParaRPr lang="en-US" altLang="zh-CN" sz="1200"/>
          </a:p>
          <a:p>
            <a:r>
              <a:rPr lang="en-US" altLang="zh-CN" sz="2200"/>
              <a:t>A </a:t>
            </a:r>
            <a:r>
              <a:rPr lang="en-US" altLang="zh-CN" sz="2200" b="1">
                <a:solidFill>
                  <a:srgbClr val="0000CD"/>
                </a:solidFill>
              </a:rPr>
              <a:t>semi-monocoque</a:t>
            </a:r>
            <a:r>
              <a:rPr lang="en-US" altLang="zh-CN" sz="2200"/>
              <a:t> layout was used</a:t>
            </a:r>
            <a:r>
              <a:rPr lang="en-US" altLang="zh-CN" sz="2200">
                <a:solidFill>
                  <a:srgbClr val="0000CD"/>
                </a:solidFill>
              </a:rPr>
              <a:t>, </a:t>
            </a:r>
            <a:r>
              <a:rPr lang="en-US" altLang="zh-CN" sz="2200" b="1">
                <a:solidFill>
                  <a:srgbClr val="0000CD"/>
                </a:solidFill>
              </a:rPr>
              <a:t>with metallic alloy frames</a:t>
            </a:r>
            <a:r>
              <a:rPr lang="en-US" altLang="zh-CN" sz="2200"/>
              <a:t>/longerons for simplified manufacturing and CFRP skin.</a:t>
            </a:r>
          </a:p>
          <a:p>
            <a:endParaRPr lang="en-US" altLang="zh-CN" sz="1200"/>
          </a:p>
          <a:p>
            <a:r>
              <a:rPr lang="en-US" altLang="zh-CN" sz="2200" b="1">
                <a:solidFill>
                  <a:srgbClr val="0000CD"/>
                </a:solidFill>
              </a:rPr>
              <a:t>CFRP</a:t>
            </a:r>
            <a:r>
              <a:rPr lang="en-US" altLang="zh-CN" sz="2200"/>
              <a:t> was used for the rotor blades and tail as well. Aluminium alloy skids were selected over wheels for landing gear, due to their flexibility in landing on all types of terrain.</a:t>
            </a:r>
          </a:p>
        </p:txBody>
      </p:sp>
      <p:sp>
        <p:nvSpPr>
          <p:cNvPr id="256" name="矩形 255">
            <a:extLst>
              <a:ext uri="{FF2B5EF4-FFF2-40B4-BE49-F238E27FC236}">
                <a16:creationId xmlns:a16="http://schemas.microsoft.com/office/drawing/2014/main" id="{78E5F8D4-5101-65F4-669D-2875D3CEA12D}"/>
              </a:ext>
            </a:extLst>
          </p:cNvPr>
          <p:cNvSpPr/>
          <p:nvPr/>
        </p:nvSpPr>
        <p:spPr>
          <a:xfrm>
            <a:off x="12531696" y="12502762"/>
            <a:ext cx="7290735" cy="5042250"/>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57" name="文本占位符 9">
            <a:extLst>
              <a:ext uri="{FF2B5EF4-FFF2-40B4-BE49-F238E27FC236}">
                <a16:creationId xmlns:a16="http://schemas.microsoft.com/office/drawing/2014/main" id="{1E9C0825-D07A-482B-A364-19A242D93D6C}"/>
              </a:ext>
            </a:extLst>
          </p:cNvPr>
          <p:cNvSpPr txBox="1">
            <a:spLocks/>
          </p:cNvSpPr>
          <p:nvPr/>
        </p:nvSpPr>
        <p:spPr>
          <a:xfrm>
            <a:off x="12676281" y="12287295"/>
            <a:ext cx="2983377"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Aerodynamic Design</a:t>
            </a:r>
          </a:p>
        </p:txBody>
      </p:sp>
      <p:sp>
        <p:nvSpPr>
          <p:cNvPr id="258" name="文本框 257">
            <a:extLst>
              <a:ext uri="{FF2B5EF4-FFF2-40B4-BE49-F238E27FC236}">
                <a16:creationId xmlns:a16="http://schemas.microsoft.com/office/drawing/2014/main" id="{2ABBDB64-7B66-91E0-6B2D-89554B0AE58E}"/>
              </a:ext>
            </a:extLst>
          </p:cNvPr>
          <p:cNvSpPr txBox="1"/>
          <p:nvPr/>
        </p:nvSpPr>
        <p:spPr>
          <a:xfrm>
            <a:off x="12733240" y="12877248"/>
            <a:ext cx="6773792" cy="4678204"/>
          </a:xfrm>
          <a:prstGeom prst="rect">
            <a:avLst/>
          </a:prstGeom>
          <a:noFill/>
        </p:spPr>
        <p:txBody>
          <a:bodyPr wrap="square">
            <a:spAutoFit/>
          </a:bodyPr>
          <a:lstStyle/>
          <a:p>
            <a:r>
              <a:rPr lang="en-US" altLang="zh-CN" sz="2200"/>
              <a:t>The first civilian coaxial design</a:t>
            </a:r>
            <a:r>
              <a:rPr lang="en-US" altLang="zh-CN" sz="2200" b="1">
                <a:solidFill>
                  <a:srgbClr val="0000CD"/>
                </a:solidFill>
              </a:rPr>
              <a:t> </a:t>
            </a:r>
            <a:r>
              <a:rPr lang="en-US" altLang="zh-CN" sz="2200"/>
              <a:t>since the 1990s, </a:t>
            </a:r>
            <a:r>
              <a:rPr lang="en-US" altLang="zh-CN" sz="2200" i="1"/>
              <a:t>HALO </a:t>
            </a:r>
            <a:r>
              <a:rPr lang="en-US" altLang="zh-CN" sz="2200" b="1">
                <a:solidFill>
                  <a:srgbClr val="1616D1"/>
                </a:solidFill>
              </a:rPr>
              <a:t>bring new technology to old ideas</a:t>
            </a:r>
            <a:r>
              <a:rPr lang="en-US" altLang="zh-CN" sz="2200"/>
              <a:t>.</a:t>
            </a:r>
          </a:p>
          <a:p>
            <a:endParaRPr lang="en-US" altLang="zh-CN" sz="1200"/>
          </a:p>
          <a:p>
            <a:r>
              <a:rPr lang="en-US" altLang="zh-CN" sz="2200"/>
              <a:t>With </a:t>
            </a:r>
            <a:r>
              <a:rPr lang="en-US" altLang="zh-CN" sz="2200" b="1">
                <a:solidFill>
                  <a:srgbClr val="1616D1"/>
                </a:solidFill>
              </a:rPr>
              <a:t>2 </a:t>
            </a:r>
            <a:r>
              <a:rPr lang="en-US" altLang="zh-CN" sz="2200" b="1" err="1">
                <a:solidFill>
                  <a:srgbClr val="1616D1"/>
                </a:solidFill>
              </a:rPr>
              <a:t>hingeless</a:t>
            </a:r>
            <a:r>
              <a:rPr lang="en-US" altLang="zh-CN" sz="2200" b="1">
                <a:solidFill>
                  <a:srgbClr val="1616D1"/>
                </a:solidFill>
              </a:rPr>
              <a:t> 3-bladed rotors </a:t>
            </a:r>
            <a:r>
              <a:rPr lang="en-US" altLang="zh-CN" sz="2200"/>
              <a:t>providing lift, </a:t>
            </a:r>
            <a:r>
              <a:rPr lang="en-US" altLang="zh-CN" sz="2200" i="1"/>
              <a:t>HALO </a:t>
            </a:r>
            <a:r>
              <a:rPr lang="en-US" altLang="zh-CN" sz="2200" err="1"/>
              <a:t>minimises</a:t>
            </a:r>
            <a:r>
              <a:rPr lang="en-US" altLang="zh-CN" sz="2200"/>
              <a:t> rotor size and does away with the need for a tail rotor. Torque balance analysis was used to </a:t>
            </a:r>
            <a:r>
              <a:rPr lang="en-US" altLang="zh-CN" sz="2200" err="1"/>
              <a:t>optimise</a:t>
            </a:r>
            <a:r>
              <a:rPr lang="en-US" altLang="zh-CN" sz="2200"/>
              <a:t> blade twist and taper, </a:t>
            </a:r>
            <a:r>
              <a:rPr lang="en-US" altLang="zh-CN" sz="2200" err="1"/>
              <a:t>maximising</a:t>
            </a:r>
            <a:r>
              <a:rPr lang="en-US" altLang="zh-CN" sz="2200"/>
              <a:t> thrust and lift whilst </a:t>
            </a:r>
            <a:r>
              <a:rPr lang="en-US" altLang="zh-CN" sz="2200" err="1"/>
              <a:t>minimising</a:t>
            </a:r>
            <a:r>
              <a:rPr lang="en-US" altLang="zh-CN" sz="2200"/>
              <a:t> profile drag.</a:t>
            </a:r>
          </a:p>
          <a:p>
            <a:endParaRPr lang="en-US" altLang="zh-CN" sz="1200"/>
          </a:p>
          <a:p>
            <a:r>
              <a:rPr lang="en-US" altLang="zh-CN" sz="2200"/>
              <a:t>An </a:t>
            </a:r>
            <a:r>
              <a:rPr lang="en-US" altLang="zh-CN" sz="2200" b="1">
                <a:solidFill>
                  <a:srgbClr val="1616D1"/>
                </a:solidFill>
              </a:rPr>
              <a:t>active flow control system </a:t>
            </a:r>
            <a:r>
              <a:rPr lang="en-US" altLang="zh-CN" sz="2200"/>
              <a:t>is also implemented to reduce drag by up to 10%. The fuselage geometry was </a:t>
            </a:r>
            <a:r>
              <a:rPr lang="en-US" altLang="zh-CN" sz="2200" err="1"/>
              <a:t>optimised</a:t>
            </a:r>
            <a:r>
              <a:rPr lang="en-US" altLang="zh-CN" sz="2200"/>
              <a:t> through iterative modelling using CFD whilst a H-tail layout </a:t>
            </a:r>
            <a:r>
              <a:rPr lang="en-US" altLang="zh-CN" sz="2200" err="1"/>
              <a:t>minimises</a:t>
            </a:r>
            <a:r>
              <a:rPr lang="en-US" altLang="zh-CN" sz="2200"/>
              <a:t> airframe size and allows control at high speed.</a:t>
            </a:r>
          </a:p>
        </p:txBody>
      </p:sp>
      <p:sp>
        <p:nvSpPr>
          <p:cNvPr id="259" name="矩形 258">
            <a:extLst>
              <a:ext uri="{FF2B5EF4-FFF2-40B4-BE49-F238E27FC236}">
                <a16:creationId xmlns:a16="http://schemas.microsoft.com/office/drawing/2014/main" id="{C1005B12-02D1-6B34-DEF9-DB28B5D0BB89}"/>
              </a:ext>
            </a:extLst>
          </p:cNvPr>
          <p:cNvSpPr/>
          <p:nvPr/>
        </p:nvSpPr>
        <p:spPr>
          <a:xfrm>
            <a:off x="12531696" y="17946438"/>
            <a:ext cx="7290735" cy="2232000"/>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60" name="文本占位符 9">
            <a:extLst>
              <a:ext uri="{FF2B5EF4-FFF2-40B4-BE49-F238E27FC236}">
                <a16:creationId xmlns:a16="http://schemas.microsoft.com/office/drawing/2014/main" id="{F19D96ED-E705-D818-F899-0E230F127F04}"/>
              </a:ext>
            </a:extLst>
          </p:cNvPr>
          <p:cNvSpPr txBox="1">
            <a:spLocks/>
          </p:cNvSpPr>
          <p:nvPr/>
        </p:nvSpPr>
        <p:spPr>
          <a:xfrm>
            <a:off x="12676282" y="17730971"/>
            <a:ext cx="2482894"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Engine Selection</a:t>
            </a:r>
          </a:p>
        </p:txBody>
      </p:sp>
      <p:sp>
        <p:nvSpPr>
          <p:cNvPr id="261" name="文本框 260">
            <a:extLst>
              <a:ext uri="{FF2B5EF4-FFF2-40B4-BE49-F238E27FC236}">
                <a16:creationId xmlns:a16="http://schemas.microsoft.com/office/drawing/2014/main" id="{F62A6E05-3A63-592B-4C00-6A88C3F203B3}"/>
              </a:ext>
            </a:extLst>
          </p:cNvPr>
          <p:cNvSpPr txBox="1"/>
          <p:nvPr/>
        </p:nvSpPr>
        <p:spPr>
          <a:xfrm>
            <a:off x="12733240" y="18320924"/>
            <a:ext cx="6773792" cy="1631216"/>
          </a:xfrm>
          <a:prstGeom prst="rect">
            <a:avLst/>
          </a:prstGeom>
          <a:noFill/>
        </p:spPr>
        <p:txBody>
          <a:bodyPr wrap="square">
            <a:spAutoFit/>
          </a:bodyPr>
          <a:lstStyle/>
          <a:p>
            <a:r>
              <a:rPr lang="en-US" altLang="zh-CN" sz="2200"/>
              <a:t>The </a:t>
            </a:r>
            <a:r>
              <a:rPr lang="en-US" altLang="zh-CN" sz="2200" b="1">
                <a:solidFill>
                  <a:srgbClr val="1616D1"/>
                </a:solidFill>
              </a:rPr>
              <a:t>Honeywell HTS900 </a:t>
            </a:r>
            <a:r>
              <a:rPr lang="en-US" altLang="zh-CN" sz="2200"/>
              <a:t>was selected for HALO, delivering excellent performance with an excess of power for auxiliary systems.</a:t>
            </a:r>
          </a:p>
          <a:p>
            <a:endParaRPr lang="en-US" altLang="zh-CN" sz="1200"/>
          </a:p>
          <a:p>
            <a:r>
              <a:rPr lang="en-US" altLang="zh-CN" sz="2200"/>
              <a:t>A custom transmission </a:t>
            </a:r>
            <a:r>
              <a:rPr lang="en-US" altLang="zh-CN" sz="2200" err="1"/>
              <a:t>minimises</a:t>
            </a:r>
            <a:r>
              <a:rPr lang="en-US" altLang="zh-CN" sz="2200"/>
              <a:t> losses.</a:t>
            </a:r>
          </a:p>
        </p:txBody>
      </p:sp>
      <p:sp>
        <p:nvSpPr>
          <p:cNvPr id="262" name="矩形 261">
            <a:extLst>
              <a:ext uri="{FF2B5EF4-FFF2-40B4-BE49-F238E27FC236}">
                <a16:creationId xmlns:a16="http://schemas.microsoft.com/office/drawing/2014/main" id="{3069AA26-CE14-7A04-B691-90D8FCE4DEF6}"/>
              </a:ext>
            </a:extLst>
          </p:cNvPr>
          <p:cNvSpPr/>
          <p:nvPr/>
        </p:nvSpPr>
        <p:spPr>
          <a:xfrm>
            <a:off x="20271861" y="16114356"/>
            <a:ext cx="9330200" cy="4064082"/>
          </a:xfrm>
          <a:prstGeom prst="rect">
            <a:avLst/>
          </a:prstGeom>
          <a:solidFill>
            <a:schemeClr val="bg1"/>
          </a:solid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63" name="文本占位符 9">
            <a:extLst>
              <a:ext uri="{FF2B5EF4-FFF2-40B4-BE49-F238E27FC236}">
                <a16:creationId xmlns:a16="http://schemas.microsoft.com/office/drawing/2014/main" id="{25711872-916E-D822-18AA-3266BEF5D169}"/>
              </a:ext>
            </a:extLst>
          </p:cNvPr>
          <p:cNvSpPr txBox="1">
            <a:spLocks/>
          </p:cNvSpPr>
          <p:nvPr/>
        </p:nvSpPr>
        <p:spPr>
          <a:xfrm>
            <a:off x="20423656" y="15911775"/>
            <a:ext cx="3309286"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Control System Design</a:t>
            </a:r>
          </a:p>
        </p:txBody>
      </p:sp>
      <p:sp>
        <p:nvSpPr>
          <p:cNvPr id="264" name="文本框 263">
            <a:extLst>
              <a:ext uri="{FF2B5EF4-FFF2-40B4-BE49-F238E27FC236}">
                <a16:creationId xmlns:a16="http://schemas.microsoft.com/office/drawing/2014/main" id="{9A3E5AC8-6A59-AC74-9FF7-406046A792D0}"/>
              </a:ext>
            </a:extLst>
          </p:cNvPr>
          <p:cNvSpPr txBox="1"/>
          <p:nvPr/>
        </p:nvSpPr>
        <p:spPr>
          <a:xfrm>
            <a:off x="20443619" y="16470474"/>
            <a:ext cx="8969571" cy="3631763"/>
          </a:xfrm>
          <a:prstGeom prst="rect">
            <a:avLst/>
          </a:prstGeom>
          <a:noFill/>
        </p:spPr>
        <p:txBody>
          <a:bodyPr wrap="square">
            <a:spAutoFit/>
          </a:bodyPr>
          <a:lstStyle/>
          <a:p>
            <a:r>
              <a:rPr lang="en-US" altLang="zh-CN" sz="2200"/>
              <a:t>A </a:t>
            </a:r>
            <a:r>
              <a:rPr lang="en-US" altLang="zh-CN" sz="2200" b="1">
                <a:solidFill>
                  <a:srgbClr val="1616D1"/>
                </a:solidFill>
              </a:rPr>
              <a:t>linearized state-space model </a:t>
            </a:r>
            <a:r>
              <a:rPr lang="en-US" altLang="zh-CN" sz="2200"/>
              <a:t>was generated following </a:t>
            </a:r>
            <a:r>
              <a:rPr lang="en-US" altLang="zh-CN" sz="2200" b="1">
                <a:solidFill>
                  <a:srgbClr val="1616D1"/>
                </a:solidFill>
              </a:rPr>
              <a:t>trim analysis </a:t>
            </a:r>
            <a:r>
              <a:rPr lang="en-US" altLang="zh-CN" sz="2200"/>
              <a:t>of </a:t>
            </a:r>
            <a:r>
              <a:rPr lang="en-US" altLang="zh-CN" sz="2200" i="1"/>
              <a:t>HALO</a:t>
            </a:r>
            <a:r>
              <a:rPr lang="en-US" altLang="zh-CN" sz="2200"/>
              <a:t>  with a plug-in physical model, enabling plug-and-play </a:t>
            </a:r>
            <a:r>
              <a:rPr lang="en-US" altLang="zh-CN" sz="2200" err="1"/>
              <a:t>submodel</a:t>
            </a:r>
            <a:r>
              <a:rPr lang="en-US" altLang="zh-CN" sz="2200"/>
              <a:t> updates without altering core functions.</a:t>
            </a:r>
          </a:p>
          <a:p>
            <a:endParaRPr lang="en-US" altLang="zh-CN" sz="1200"/>
          </a:p>
          <a:p>
            <a:r>
              <a:rPr lang="en-US" altLang="zh-CN" sz="2200"/>
              <a:t>The helicopter’s static and dynamic stability was then evaluated to verify compliance with </a:t>
            </a:r>
            <a:r>
              <a:rPr lang="en-US" altLang="zh-CN" sz="2200">
                <a:solidFill>
                  <a:srgbClr val="1616D1"/>
                </a:solidFill>
              </a:rPr>
              <a:t>CS-29</a:t>
            </a:r>
            <a:r>
              <a:rPr lang="en-US" altLang="zh-CN" sz="2200"/>
              <a:t> certification requirements </a:t>
            </a:r>
          </a:p>
          <a:p>
            <a:endParaRPr lang="en-US" altLang="zh-CN" sz="1200"/>
          </a:p>
          <a:p>
            <a:r>
              <a:rPr lang="en-US" altLang="zh-CN" sz="2200"/>
              <a:t>A </a:t>
            </a:r>
            <a:r>
              <a:rPr lang="en-US" altLang="zh-CN" sz="2200" b="1">
                <a:solidFill>
                  <a:srgbClr val="1616D1"/>
                </a:solidFill>
              </a:rPr>
              <a:t>cascade-structured, PID-based SAS and autopilot </a:t>
            </a:r>
            <a:r>
              <a:rPr lang="en-US" altLang="zh-CN" sz="2200"/>
              <a:t>were developed: the altitude and airspeed loops, together with yaw- and roll-rate dampers, were </a:t>
            </a:r>
            <a:r>
              <a:rPr lang="en-US" altLang="zh-CN" sz="2200" b="1">
                <a:solidFill>
                  <a:srgbClr val="1616D1"/>
                </a:solidFill>
              </a:rPr>
              <a:t>gain-scheduled </a:t>
            </a:r>
            <a:r>
              <a:rPr lang="en-US" altLang="zh-CN" sz="2200"/>
              <a:t>and tuned via a simplified mission profile to meet </a:t>
            </a:r>
            <a:r>
              <a:rPr lang="en-US" altLang="zh-CN" sz="2200">
                <a:solidFill>
                  <a:srgbClr val="1616D1"/>
                </a:solidFill>
              </a:rPr>
              <a:t>ADS-33E-PRF Level-1 </a:t>
            </a:r>
            <a:r>
              <a:rPr lang="en-US" altLang="zh-CN" sz="2200"/>
              <a:t>handling criteria</a:t>
            </a:r>
          </a:p>
        </p:txBody>
      </p:sp>
      <p:graphicFrame>
        <p:nvGraphicFramePr>
          <p:cNvPr id="216" name="Table 28">
            <a:extLst>
              <a:ext uri="{FF2B5EF4-FFF2-40B4-BE49-F238E27FC236}">
                <a16:creationId xmlns:a16="http://schemas.microsoft.com/office/drawing/2014/main" id="{228F86BD-FE12-C601-6EA8-456F3BEBF6C5}"/>
              </a:ext>
            </a:extLst>
          </p:cNvPr>
          <p:cNvGraphicFramePr>
            <a:graphicFrameLocks noGrp="1"/>
          </p:cNvGraphicFramePr>
          <p:nvPr>
            <p:extLst>
              <p:ext uri="{D42A27DB-BD31-4B8C-83A1-F6EECF244321}">
                <p14:modId xmlns:p14="http://schemas.microsoft.com/office/powerpoint/2010/main" val="785508236"/>
              </p:ext>
            </p:extLst>
          </p:nvPr>
        </p:nvGraphicFramePr>
        <p:xfrm>
          <a:off x="8088454" y="5065774"/>
          <a:ext cx="4027128" cy="10399569"/>
        </p:xfrm>
        <a:graphic>
          <a:graphicData uri="http://schemas.openxmlformats.org/drawingml/2006/table">
            <a:tbl>
              <a:tblPr firstRow="1" bandRow="1">
                <a:tableStyleId>{69012ECD-51FC-41F1-AA8D-1B2483CD663E}</a:tableStyleId>
              </a:tblPr>
              <a:tblGrid>
                <a:gridCol w="243420">
                  <a:extLst>
                    <a:ext uri="{9D8B030D-6E8A-4147-A177-3AD203B41FA5}">
                      <a16:colId xmlns:a16="http://schemas.microsoft.com/office/drawing/2014/main" val="2735859148"/>
                    </a:ext>
                  </a:extLst>
                </a:gridCol>
                <a:gridCol w="1378562">
                  <a:extLst>
                    <a:ext uri="{9D8B030D-6E8A-4147-A177-3AD203B41FA5}">
                      <a16:colId xmlns:a16="http://schemas.microsoft.com/office/drawing/2014/main" val="1949948004"/>
                    </a:ext>
                  </a:extLst>
                </a:gridCol>
                <a:gridCol w="1202573">
                  <a:extLst>
                    <a:ext uri="{9D8B030D-6E8A-4147-A177-3AD203B41FA5}">
                      <a16:colId xmlns:a16="http://schemas.microsoft.com/office/drawing/2014/main" val="3015140761"/>
                    </a:ext>
                  </a:extLst>
                </a:gridCol>
                <a:gridCol w="1202573">
                  <a:extLst>
                    <a:ext uri="{9D8B030D-6E8A-4147-A177-3AD203B41FA5}">
                      <a16:colId xmlns:a16="http://schemas.microsoft.com/office/drawing/2014/main" val="3801706396"/>
                    </a:ext>
                  </a:extLst>
                </a:gridCol>
              </a:tblGrid>
              <a:tr h="536763">
                <a:tc>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r>
                        <a:rPr lang="en-GB" sz="100"/>
                        <a:t>Upper</a:t>
                      </a:r>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tc>
                  <a:txBody>
                    <a:bodyPr/>
                    <a:lstStyle/>
                    <a:p>
                      <a:pPr algn="ctr"/>
                      <a:endParaRPr lang="en-GB" sz="100"/>
                    </a:p>
                  </a:txBody>
                  <a:tcPr marL="67399" marR="67399" marT="33700" marB="3370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66905501"/>
                  </a:ext>
                </a:extLst>
              </a:tr>
              <a:tr h="413683">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a:r>
                        <a:rPr lang="en-GB" sz="1800">
                          <a:solidFill>
                            <a:srgbClr val="0000CD"/>
                          </a:solidFill>
                        </a:rPr>
                        <a:t> </a:t>
                      </a:r>
                    </a:p>
                  </a:txBody>
                  <a:tcPr marL="67399" marR="67399" marT="33700" marB="337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GB" sz="1600" b="1">
                          <a:solidFill>
                            <a:srgbClr val="0000CD"/>
                          </a:solidFill>
                        </a:rPr>
                        <a:t>Upper</a:t>
                      </a:r>
                    </a:p>
                  </a:txBody>
                  <a:tcPr marL="67399" marR="67399" marT="33700" marB="337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GB" sz="1600" b="1">
                          <a:solidFill>
                            <a:srgbClr val="0000CD"/>
                          </a:solidFill>
                        </a:rPr>
                        <a:t>Lower</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96938951"/>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Rotor radius </a:t>
                      </a:r>
                      <a:r>
                        <a:rPr lang="en-GB" sz="1800">
                          <a:solidFill>
                            <a:srgbClr val="5B5BDE"/>
                          </a:solidFill>
                        </a:rPr>
                        <a:t>(m)</a:t>
                      </a:r>
                    </a:p>
                  </a:txBody>
                  <a:tcPr marL="67399" marR="67399" marT="33700" marB="33700" anchor="ctr">
                    <a:lnT w="12700" cap="flat" cmpd="sng" algn="ctr">
                      <a:noFill/>
                      <a:prstDash val="solid"/>
                      <a:round/>
                      <a:headEnd type="none" w="med" len="med"/>
                      <a:tailEnd type="none" w="med" len="med"/>
                    </a:lnT>
                  </a:tcPr>
                </a:tc>
                <a:tc gridSpan="2">
                  <a:txBody>
                    <a:bodyPr/>
                    <a:lstStyle/>
                    <a:p>
                      <a:pPr algn="ctr"/>
                      <a:r>
                        <a:rPr lang="en-GB" sz="1800"/>
                        <a:t>5.72</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en-GB" sz="1800"/>
                    </a:p>
                  </a:txBody>
                  <a:tcPr marL="67399" marR="67399" marT="33700" marB="33700" anchor="ctr">
                    <a:lnT w="12700" cap="flat" cmpd="sng" algn="ctr">
                      <a:noFill/>
                      <a:prstDash val="solid"/>
                      <a:round/>
                      <a:headEnd type="none" w="med" len="med"/>
                      <a:tailEnd type="none" w="med" len="med"/>
                    </a:lnT>
                  </a:tcPr>
                </a:tc>
                <a:extLst>
                  <a:ext uri="{0D108BD9-81ED-4DB2-BD59-A6C34878D82A}">
                    <a16:rowId xmlns:a16="http://schemas.microsoft.com/office/drawing/2014/main" val="2738470465"/>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Aspect</a:t>
                      </a:r>
                    </a:p>
                    <a:p>
                      <a:pPr algn="l"/>
                      <a:r>
                        <a:rPr lang="en-US" sz="1800">
                          <a:solidFill>
                            <a:srgbClr val="0000CD"/>
                          </a:solidFill>
                        </a:rPr>
                        <a:t>ratio</a:t>
                      </a:r>
                      <a:endParaRPr lang="en-GB" sz="1800">
                        <a:solidFill>
                          <a:srgbClr val="5B5BDE"/>
                        </a:solidFill>
                      </a:endParaRPr>
                    </a:p>
                  </a:txBody>
                  <a:tcPr marL="67399" marR="67399" marT="33700" marB="33700" anchor="ctr"/>
                </a:tc>
                <a:tc>
                  <a:txBody>
                    <a:bodyPr/>
                    <a:lstStyle/>
                    <a:p>
                      <a:pPr algn="ctr"/>
                      <a:r>
                        <a:rPr lang="en-GB" sz="1800"/>
                        <a:t>19.6</a:t>
                      </a:r>
                    </a:p>
                  </a:txBody>
                  <a:tcPr marL="67399" marR="67399" marT="33700" marB="33700" anchor="ctr"/>
                </a:tc>
                <a:tc>
                  <a:txBody>
                    <a:bodyPr/>
                    <a:lstStyle/>
                    <a:p>
                      <a:pPr algn="ctr"/>
                      <a:r>
                        <a:rPr lang="en-GB" sz="1800"/>
                        <a:t>12.6</a:t>
                      </a:r>
                    </a:p>
                  </a:txBody>
                  <a:tcPr marL="67399" marR="67399" marT="33700" marB="33700" anchor="ctr">
                    <a:lnR w="1905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Root</a:t>
                      </a:r>
                    </a:p>
                    <a:p>
                      <a:pPr algn="l"/>
                      <a:r>
                        <a:rPr lang="en-US" sz="1800">
                          <a:solidFill>
                            <a:srgbClr val="0000CD"/>
                          </a:solidFill>
                        </a:rPr>
                        <a:t>chord</a:t>
                      </a:r>
                      <a:r>
                        <a:rPr lang="en-GB" sz="1800">
                          <a:solidFill>
                            <a:srgbClr val="0000CD"/>
                          </a:solidFill>
                        </a:rPr>
                        <a:t> </a:t>
                      </a:r>
                      <a:r>
                        <a:rPr lang="en-GB" sz="1800">
                          <a:solidFill>
                            <a:srgbClr val="5B5BDE"/>
                          </a:solidFill>
                        </a:rPr>
                        <a:t>(m)</a:t>
                      </a:r>
                    </a:p>
                  </a:txBody>
                  <a:tcPr marL="67399" marR="67399" marT="33700" marB="33700" anchor="ctr"/>
                </a:tc>
                <a:tc>
                  <a:txBody>
                    <a:bodyPr/>
                    <a:lstStyle/>
                    <a:p>
                      <a:pPr algn="ctr"/>
                      <a:r>
                        <a:rPr lang="en-GB" sz="1800"/>
                        <a:t>0.265</a:t>
                      </a:r>
                    </a:p>
                  </a:txBody>
                  <a:tcPr marL="67399" marR="67399" marT="33700" marB="33700" anchor="ctr"/>
                </a:tc>
                <a:tc>
                  <a:txBody>
                    <a:bodyPr/>
                    <a:lstStyle/>
                    <a:p>
                      <a:pPr algn="ctr"/>
                      <a:r>
                        <a:rPr lang="en-GB" sz="1800"/>
                        <a:t>0.416</a:t>
                      </a:r>
                    </a:p>
                  </a:txBody>
                  <a:tcPr marL="67399" marR="67399" marT="33700" marB="33700" anchor="ctr">
                    <a:lnR w="1905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Root aerofoil</a:t>
                      </a:r>
                      <a:endParaRPr lang="en-GB" sz="1800">
                        <a:solidFill>
                          <a:srgbClr val="5B5BDE"/>
                        </a:solidFill>
                      </a:endParaRPr>
                    </a:p>
                  </a:txBody>
                  <a:tcPr marL="67399" marR="67399" marT="33700" marB="33700" anchor="ctr"/>
                </a:tc>
                <a:tc gridSpan="2">
                  <a:txBody>
                    <a:bodyPr/>
                    <a:lstStyle/>
                    <a:p>
                      <a:pPr algn="ctr"/>
                      <a:r>
                        <a:rPr lang="en-GB" sz="1800"/>
                        <a:t>RC(4)-10</a:t>
                      </a:r>
                    </a:p>
                  </a:txBody>
                  <a:tcPr marL="67399" marR="67399" marT="33700" marB="33700" anchor="ctr">
                    <a:lnR w="19050" cap="flat" cmpd="sng" algn="ctr">
                      <a:noFill/>
                      <a:prstDash val="solid"/>
                      <a:round/>
                      <a:headEnd type="none" w="med" len="med"/>
                      <a:tailEnd type="none" w="med" len="med"/>
                    </a:lnR>
                  </a:tcPr>
                </a:tc>
                <a:tc hMerge="1">
                  <a:txBody>
                    <a:bodyPr/>
                    <a:lstStyle/>
                    <a:p>
                      <a:pPr algn="ctr"/>
                      <a:endParaRPr lang="en-GB" sz="1800"/>
                    </a:p>
                  </a:txBody>
                  <a:tcPr marL="67399" marR="67399" marT="33700" marB="33700" anchor="ct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Tip</a:t>
                      </a:r>
                    </a:p>
                    <a:p>
                      <a:pPr algn="l"/>
                      <a:r>
                        <a:rPr lang="en-US" altLang="zh-CN" sz="1800">
                          <a:solidFill>
                            <a:srgbClr val="0000CD"/>
                          </a:solidFill>
                        </a:rPr>
                        <a:t>chord</a:t>
                      </a:r>
                      <a:r>
                        <a:rPr lang="en-GB" altLang="zh-CN" sz="1800">
                          <a:solidFill>
                            <a:srgbClr val="0000CD"/>
                          </a:solidFill>
                        </a:rPr>
                        <a:t> </a:t>
                      </a:r>
                      <a:r>
                        <a:rPr lang="en-GB" altLang="zh-CN" sz="1800">
                          <a:solidFill>
                            <a:srgbClr val="5B5BDE"/>
                          </a:solidFill>
                        </a:rPr>
                        <a:t>(m)</a:t>
                      </a:r>
                    </a:p>
                  </a:txBody>
                  <a:tcPr marL="67399" marR="67399" marT="33700" marB="33700" anchor="ctr"/>
                </a:tc>
                <a:tc gridSpan="2">
                  <a:txBody>
                    <a:bodyPr/>
                    <a:lstStyle/>
                    <a:p>
                      <a:pPr algn="ctr"/>
                      <a:r>
                        <a:rPr lang="en-GB" sz="1800"/>
                        <a:t>0.265</a:t>
                      </a:r>
                    </a:p>
                  </a:txBody>
                  <a:tcPr marL="67399" marR="67399" marT="33700" marB="33700" anchor="ctr">
                    <a:lnR w="19050" cap="flat" cmpd="sng" algn="ctr">
                      <a:noFill/>
                      <a:prstDash val="solid"/>
                      <a:round/>
                      <a:headEnd type="none" w="med" len="med"/>
                      <a:tailEnd type="none" w="med" len="med"/>
                    </a:lnR>
                  </a:tcPr>
                </a:tc>
                <a:tc hMerge="1">
                  <a:txBody>
                    <a:bodyPr/>
                    <a:lstStyle/>
                    <a:p>
                      <a:pPr algn="ctr"/>
                      <a:endParaRPr lang="en-GB" sz="1800"/>
                    </a:p>
                  </a:txBody>
                  <a:tcPr marL="67399" marR="67399" marT="33700" marB="33700" anchor="ctr"/>
                </a:tc>
                <a:extLst>
                  <a:ext uri="{0D108BD9-81ED-4DB2-BD59-A6C34878D82A}">
                    <a16:rowId xmlns:a16="http://schemas.microsoft.com/office/drawing/2014/main" val="1434380862"/>
                  </a:ext>
                </a:extLst>
              </a:tr>
              <a:tr h="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endParaRPr lang="en-GB" altLang="zh-CN" sz="1800">
                        <a:solidFill>
                          <a:srgbClr val="5B5BDE"/>
                        </a:solidFill>
                      </a:endParaRPr>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R w="190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790002169"/>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US" altLang="zh-CN" sz="1800">
                          <a:solidFill>
                            <a:srgbClr val="0000CD"/>
                          </a:solidFill>
                        </a:rPr>
                        <a:t>Tip</a:t>
                      </a:r>
                    </a:p>
                    <a:p>
                      <a:pPr algn="l"/>
                      <a:r>
                        <a:rPr lang="en-GB" altLang="zh-CN" sz="1800">
                          <a:solidFill>
                            <a:srgbClr val="0000CD"/>
                          </a:solidFill>
                        </a:rPr>
                        <a:t>aerofoil</a:t>
                      </a:r>
                      <a:endParaRPr lang="en-GB" altLang="zh-CN" sz="1800">
                        <a:solidFill>
                          <a:srgbClr val="5B5BDE"/>
                        </a:solidFill>
                      </a:endParaRPr>
                    </a:p>
                  </a:txBody>
                  <a:tcPr marL="67399" marR="67399" marT="33700" marB="33700" anchor="ctr">
                    <a:lnT w="12700" cap="flat" cmpd="sng" algn="ctr">
                      <a:noFill/>
                      <a:prstDash val="solid"/>
                      <a:round/>
                      <a:headEnd type="none" w="med" len="med"/>
                      <a:tailEnd type="none" w="med" len="med"/>
                    </a:lnT>
                  </a:tcPr>
                </a:tc>
                <a:tc gridSpan="2">
                  <a:txBody>
                    <a:bodyPr/>
                    <a:lstStyle/>
                    <a:p>
                      <a:pPr algn="ctr"/>
                      <a:r>
                        <a:rPr lang="en-GB" sz="1800"/>
                        <a:t>RC(6)-08</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en-GB" sz="1800"/>
                    </a:p>
                  </a:txBody>
                  <a:tcPr marL="67399" marR="67399" marT="33700" marB="33700" anchor="ctr">
                    <a:lnT w="12700" cap="flat" cmpd="sng" algn="ctr">
                      <a:noFill/>
                      <a:prstDash val="solid"/>
                      <a:round/>
                      <a:headEnd type="none" w="med" len="med"/>
                      <a:tailEnd type="none" w="med" len="med"/>
                    </a:lnT>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Twist </a:t>
                      </a:r>
                      <a:r>
                        <a:rPr lang="en-GB" altLang="zh-CN" sz="1800">
                          <a:solidFill>
                            <a:srgbClr val="0000CD"/>
                          </a:solidFill>
                        </a:rPr>
                        <a:t> </a:t>
                      </a:r>
                      <a:r>
                        <a:rPr lang="en-GB" altLang="zh-CN" sz="1800">
                          <a:solidFill>
                            <a:srgbClr val="5B5BDE"/>
                          </a:solidFill>
                        </a:rPr>
                        <a:t>(°)</a:t>
                      </a:r>
                    </a:p>
                  </a:txBody>
                  <a:tcPr marL="67399" marR="67399" marT="33700" marB="33700" anchor="ctr"/>
                </a:tc>
                <a:tc>
                  <a:txBody>
                    <a:bodyPr/>
                    <a:lstStyle/>
                    <a:p>
                      <a:pPr algn="ctr"/>
                      <a:r>
                        <a:rPr lang="en-GB" sz="1800"/>
                        <a:t>-11</a:t>
                      </a:r>
                    </a:p>
                  </a:txBody>
                  <a:tcPr marL="67399" marR="67399" marT="33700" marB="33700" anchor="ctr"/>
                </a:tc>
                <a:tc>
                  <a:txBody>
                    <a:bodyPr/>
                    <a:lstStyle/>
                    <a:p>
                      <a:pPr algn="ctr"/>
                      <a:r>
                        <a:rPr lang="en-GB" sz="1800"/>
                        <a:t>-6</a:t>
                      </a:r>
                    </a:p>
                  </a:txBody>
                  <a:tcPr marL="67399" marR="67399" marT="33700" marB="33700" anchor="ctr">
                    <a:lnR w="19050" cap="flat" cmpd="sng" algn="ctr">
                      <a:noFill/>
                      <a:prstDash val="solid"/>
                      <a:round/>
                      <a:headEnd type="none" w="med" len="med"/>
                      <a:tailEnd type="none" w="med" len="med"/>
                    </a:lnR>
                  </a:tcPr>
                </a:tc>
                <a:extLst>
                  <a:ext uri="{0D108BD9-81ED-4DB2-BD59-A6C34878D82A}">
                    <a16:rowId xmlns:a16="http://schemas.microsoft.com/office/drawing/2014/main" val="2074814426"/>
                  </a:ext>
                </a:extLst>
              </a:tr>
              <a:tr h="324000">
                <a:tc>
                  <a:txBody>
                    <a:bodyPr/>
                    <a:lstStyle/>
                    <a:p>
                      <a:pPr algn="l"/>
                      <a:endParaRPr lang="en-GB" sz="1800">
                        <a:solidFill>
                          <a:srgbClr val="0000CD"/>
                        </a:solidFill>
                      </a:endParaRPr>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endParaRPr lang="en-GB" altLang="zh-CN" sz="1800">
                        <a:solidFill>
                          <a:srgbClr val="0000CD"/>
                        </a:solidFill>
                      </a:endParaRPr>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R w="190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934362894"/>
                  </a:ext>
                </a:extLst>
              </a:tr>
              <a:tr h="413683">
                <a:tc>
                  <a:txBody>
                    <a:bodyPr/>
                    <a:lstStyle/>
                    <a:p>
                      <a:pPr algn="l"/>
                      <a:endParaRPr lang="en-GB" sz="1800">
                        <a:solidFill>
                          <a:srgbClr val="0000CD"/>
                        </a:solidFill>
                      </a:endParaRPr>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N</a:t>
                      </a:r>
                      <a:r>
                        <a:rPr lang="en-GB" altLang="zh-CN" sz="1800" baseline="-25000">
                          <a:solidFill>
                            <a:srgbClr val="0000CD"/>
                          </a:solidFill>
                        </a:rPr>
                        <a:t>B</a:t>
                      </a:r>
                      <a:endParaRPr lang="en-GB" altLang="zh-CN" sz="1800">
                        <a:solidFill>
                          <a:srgbClr val="0000CD"/>
                        </a:solidFill>
                      </a:endParaRPr>
                    </a:p>
                  </a:txBody>
                  <a:tcPr marL="67399" marR="67399" marT="33700" marB="33700" anchor="ctr">
                    <a:lnT w="12700" cap="flat" cmpd="sng" algn="ctr">
                      <a:noFill/>
                      <a:prstDash val="solid"/>
                      <a:round/>
                      <a:headEnd type="none" w="med" len="med"/>
                      <a:tailEnd type="none" w="med" len="med"/>
                    </a:lnT>
                  </a:tcPr>
                </a:tc>
                <a:tc gridSpan="2">
                  <a:txBody>
                    <a:bodyPr/>
                    <a:lstStyle/>
                    <a:p>
                      <a:pPr algn="ctr"/>
                      <a:r>
                        <a:rPr lang="en-GB" sz="1800"/>
                        <a:t>3</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en-GB" sz="1800"/>
                    </a:p>
                  </a:txBody>
                  <a:tcPr marL="67399" marR="67399" marT="33700" marB="33700" anchor="ctr">
                    <a:lnT w="12700" cap="flat" cmpd="sng" algn="ctr">
                      <a:noFill/>
                      <a:prstDash val="solid"/>
                      <a:round/>
                      <a:headEnd type="none" w="med" len="med"/>
                      <a:tailEnd type="none" w="med" len="med"/>
                    </a:lnT>
                  </a:tcPr>
                </a:tc>
                <a:extLst>
                  <a:ext uri="{0D108BD9-81ED-4DB2-BD59-A6C34878D82A}">
                    <a16:rowId xmlns:a16="http://schemas.microsoft.com/office/drawing/2014/main" val="276417140"/>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Root cutout</a:t>
                      </a:r>
                    </a:p>
                  </a:txBody>
                  <a:tcPr marL="67399" marR="67399" marT="33700" marB="33700" anchor="ctr"/>
                </a:tc>
                <a:tc gridSpan="2">
                  <a:txBody>
                    <a:bodyPr/>
                    <a:lstStyle/>
                    <a:p>
                      <a:pPr algn="ctr"/>
                      <a:r>
                        <a:rPr lang="en-GB" sz="1800"/>
                        <a:t>20%</a:t>
                      </a:r>
                    </a:p>
                  </a:txBody>
                  <a:tcPr marL="67399" marR="67399" marT="33700" marB="33700" anchor="ctr">
                    <a:lnR w="19050" cap="flat" cmpd="sng" algn="ctr">
                      <a:noFill/>
                      <a:prstDash val="solid"/>
                      <a:round/>
                      <a:headEnd type="none" w="med" len="med"/>
                      <a:tailEnd type="none" w="med" len="med"/>
                    </a:lnR>
                  </a:tcPr>
                </a:tc>
                <a:tc hMerge="1">
                  <a:txBody>
                    <a:bodyPr/>
                    <a:lstStyle/>
                    <a:p>
                      <a:pPr algn="ctr"/>
                      <a:endParaRPr lang="en-GB" sz="1800"/>
                    </a:p>
                  </a:txBody>
                  <a:tcPr marL="67399" marR="67399" marT="33700" marB="33700" anchor="ctr"/>
                </a:tc>
                <a:extLst>
                  <a:ext uri="{0D108BD9-81ED-4DB2-BD59-A6C34878D82A}">
                    <a16:rowId xmlns:a16="http://schemas.microsoft.com/office/drawing/2014/main" val="106126896"/>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Operating    </a:t>
                      </a:r>
                    </a:p>
                    <a:p>
                      <a:pPr algn="l"/>
                      <a:r>
                        <a:rPr lang="en-GB" altLang="zh-CN" sz="1800">
                          <a:solidFill>
                            <a:srgbClr val="0000CD"/>
                          </a:solidFill>
                        </a:rPr>
                        <a:t> RPM</a:t>
                      </a:r>
                    </a:p>
                  </a:txBody>
                  <a:tcPr marL="67399" marR="67399" marT="33700" marB="33700" anchor="ctr"/>
                </a:tc>
                <a:tc gridSpan="2">
                  <a:txBody>
                    <a:bodyPr/>
                    <a:lstStyle/>
                    <a:p>
                      <a:pPr algn="ctr"/>
                      <a:r>
                        <a:rPr lang="en-GB" sz="1800"/>
                        <a:t>430</a:t>
                      </a:r>
                    </a:p>
                  </a:txBody>
                  <a:tcPr marL="67399" marR="67399" marT="33700" marB="33700" anchor="ctr">
                    <a:lnR w="19050" cap="flat" cmpd="sng" algn="ctr">
                      <a:no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2664357861"/>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   Root</a:t>
                      </a:r>
                    </a:p>
                    <a:p>
                      <a:pPr algn="l"/>
                      <a:r>
                        <a:rPr lang="en-GB" altLang="zh-CN" sz="1800">
                          <a:solidFill>
                            <a:srgbClr val="0000CD"/>
                          </a:solidFill>
                        </a:rPr>
                        <a:t>   material</a:t>
                      </a:r>
                    </a:p>
                  </a:txBody>
                  <a:tcPr marL="67399" marR="67399" marT="33700" marB="33700" anchor="ctr"/>
                </a:tc>
                <a:tc gridSpan="2">
                  <a:txBody>
                    <a:bodyPr/>
                    <a:lstStyle/>
                    <a:p>
                      <a:pPr algn="ctr"/>
                      <a:r>
                        <a:rPr lang="en-GB" sz="1800"/>
                        <a:t>UD CFRP + polyetherimide</a:t>
                      </a:r>
                    </a:p>
                  </a:txBody>
                  <a:tcPr marL="67399" marR="67399" marT="33700" marB="33700" anchor="ctr">
                    <a:lnR w="19050" cap="flat" cmpd="sng" algn="ctr">
                      <a:no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2521774847"/>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Flex beam</a:t>
                      </a:r>
                    </a:p>
                    <a:p>
                      <a:pPr algn="l"/>
                      <a:r>
                        <a:rPr lang="en-GB" altLang="zh-CN" sz="1800">
                          <a:solidFill>
                            <a:srgbClr val="0000CD"/>
                          </a:solidFill>
                        </a:rPr>
                        <a:t>material</a:t>
                      </a:r>
                    </a:p>
                  </a:txBody>
                  <a:tcPr marL="67399" marR="67399" marT="33700" marB="33700" anchor="ctr"/>
                </a:tc>
                <a:tc gridSpan="2">
                  <a:txBody>
                    <a:bodyPr/>
                    <a:lstStyle/>
                    <a:p>
                      <a:pPr algn="ctr"/>
                      <a:r>
                        <a:rPr lang="en-GB" sz="1800"/>
                        <a:t>UD CFRP</a:t>
                      </a:r>
                    </a:p>
                  </a:txBody>
                  <a:tcPr marL="67399" marR="67399" marT="33700" marB="33700" anchor="ctr">
                    <a:lnR w="19050" cap="flat" cmpd="sng" algn="ctr">
                      <a:no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57819326"/>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r>
                        <a:rPr lang="en-GB" altLang="zh-CN" sz="1800">
                          <a:solidFill>
                            <a:srgbClr val="0000CD"/>
                          </a:solidFill>
                        </a:rPr>
                        <a:t>Torque tube</a:t>
                      </a:r>
                    </a:p>
                  </a:txBody>
                  <a:tcPr marL="67399" marR="67399" marT="33700" marB="33700" anchor="ctr">
                    <a:lnB w="12700" cap="flat" cmpd="sng" algn="ctr">
                      <a:noFill/>
                      <a:prstDash val="solid"/>
                      <a:round/>
                      <a:headEnd type="none" w="med" len="med"/>
                      <a:tailEnd type="none" w="med" len="med"/>
                    </a:lnB>
                  </a:tcPr>
                </a:tc>
                <a:tc gridSpan="2">
                  <a:txBody>
                    <a:bodyPr/>
                    <a:lstStyle/>
                    <a:p>
                      <a:pPr algn="ctr"/>
                      <a:r>
                        <a:rPr lang="en-GB" sz="1800"/>
                        <a:t>17-4PH Steel</a:t>
                      </a:r>
                    </a:p>
                  </a:txBody>
                  <a:tcPr marL="67399" marR="67399" marT="33700" marB="33700" anchor="ctr">
                    <a:lnR w="19050" cap="flat" cmpd="sng" algn="ctr">
                      <a:noFill/>
                      <a:prstDash val="solid"/>
                      <a:round/>
                      <a:headEnd type="none" w="med" len="med"/>
                      <a:tailEnd type="none" w="med" len="med"/>
                    </a:lnR>
                    <a:lnB w="12700" cap="flat" cmpd="sng" algn="ctr">
                      <a:no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3657137254"/>
                  </a:ext>
                </a:extLst>
              </a:tr>
            </a:tbl>
          </a:graphicData>
        </a:graphic>
      </p:graphicFrame>
    </p:spTree>
    <p:extLst>
      <p:ext uri="{BB962C8B-B14F-4D97-AF65-F5344CB8AC3E}">
        <p14:creationId xmlns:p14="http://schemas.microsoft.com/office/powerpoint/2010/main" val="1527112824"/>
      </p:ext>
    </p:extLst>
  </p:cSld>
  <p:clrMapOvr>
    <a:masterClrMapping/>
  </p:clrMapOvr>
  <p:transition>
    <p:fade/>
  </p:transition>
</p:sld>
</file>

<file path=ppt/theme/theme1.xml><?xml version="1.0" encoding="utf-8"?>
<a:theme xmlns:a="http://schemas.openxmlformats.org/drawingml/2006/main" name="ICL Landscape Poster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CL_Poster Landscape A1 template.potx" id="{004172F2-97AF-4478-A6E5-FC5FCD89D908}" vid="{2FFDF789-B1FC-4828-9B73-759C59A25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B315E2C5AF1046843360AC369E7517" ma:contentTypeVersion="11" ma:contentTypeDescription="Create a new document." ma:contentTypeScope="" ma:versionID="b2dfa374761663e3534cb6351bd20038">
  <xsd:schema xmlns:xsd="http://www.w3.org/2001/XMLSchema" xmlns:xs="http://www.w3.org/2001/XMLSchema" xmlns:p="http://schemas.microsoft.com/office/2006/metadata/properties" xmlns:ns2="8b183322-6574-48f9-a2ef-f89bc36c3ce3" xmlns:ns3="8350cc90-b298-4f0f-a3ca-61017fe469e7" targetNamespace="http://schemas.microsoft.com/office/2006/metadata/properties" ma:root="true" ma:fieldsID="fcc40989209c8013b3d14d135eddcc1f" ns2:_="" ns3:_="">
    <xsd:import namespace="8b183322-6574-48f9-a2ef-f89bc36c3ce3"/>
    <xsd:import namespace="8350cc90-b298-4f0f-a3ca-61017fe469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183322-6574-48f9-a2ef-f89bc36c3c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4661dae-d6df-48fc-a54e-a577d2899e9c"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350cc90-b298-4f0f-a3ca-61017fe46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512f3da-09e9-48f3-a7bf-6cc7656b3069}" ma:internalName="TaxCatchAll" ma:showField="CatchAllData" ma:web="8350cc90-b298-4f0f-a3ca-61017fe46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350cc90-b298-4f0f-a3ca-61017fe469e7" xsi:nil="true"/>
    <lcf76f155ced4ddcb4097134ff3c332f xmlns="8b183322-6574-48f9-a2ef-f89bc36c3ce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6D0678-52A9-4E78-98B1-AE3947BF9CC4}">
  <ds:schemaRefs>
    <ds:schemaRef ds:uri="8350cc90-b298-4f0f-a3ca-61017fe469e7"/>
    <ds:schemaRef ds:uri="8b183322-6574-48f9-a2ef-f89bc36c3ce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B833BA8-A3E6-42D5-A555-A9F03AE0CC82}">
  <ds:schemaRefs>
    <ds:schemaRef ds:uri="8350cc90-b298-4f0f-a3ca-61017fe469e7"/>
    <ds:schemaRef ds:uri="8b183322-6574-48f9-a2ef-f89bc36c3ce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A53DBCD-9810-4FAA-84F1-FD4629B6E1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Poster</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ICL Landscape Poster Theme</vt:lpstr>
      <vt:lpstr>Coaxial Helicopter Design for Emergency Medical Services (HEMS)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Conceptual Design – Initial Sizing for a Wide-Body Commercial Airliner</dc:title>
  <dc:creator>Li, Hanchen F</dc:creator>
  <cp:revision>1</cp:revision>
  <cp:lastPrinted>2025-06-18T05:27:59Z</cp:lastPrinted>
  <dcterms:created xsi:type="dcterms:W3CDTF">2024-10-22T13:47:06Z</dcterms:created>
  <dcterms:modified xsi:type="dcterms:W3CDTF">2025-06-18T16:45:28Z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0x01010004B315E2C5AF1046843360AC369E7517</vt:lpwstr>
  </property>
  <property fmtid="{D5CDD505-2E9C-101B-9397-08002B2CF9AE}" pid="3" name="MediaServiceImageTags">
    <vt:lpwstr/>
  </property>
</Properties>
</file>
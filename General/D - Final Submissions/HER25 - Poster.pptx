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56" r:id="rId5"/>
    <p:sldId id="261" r:id="rId6"/>
    <p:sldId id="262" r:id="rId7"/>
    <p:sldId id="260" r:id="rId8"/>
    <p:sldId id="259" r:id="rId9"/>
    <p:sldId id="258" r:id="rId10"/>
    <p:sldId id="257" r:id="rId11"/>
  </p:sldIdLst>
  <p:sldSz cx="30275213" cy="21383625"/>
  <p:notesSz cx="6858000" cy="9144000"/>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51"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F5F"/>
    <a:srgbClr val="FECADF"/>
    <a:srgbClr val="00763B"/>
    <a:srgbClr val="057505"/>
    <a:srgbClr val="FFB4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58AA8-BE5C-4061-AE4C-698FC9AEEFCB}" v="969" dt="2025-06-18T08:43:57.535"/>
    <p1510:client id="{2B73DA27-A652-4C28-9D2A-E91426AF9C9B}" v="5480" dt="2025-06-18T18:35:36.791"/>
    <p1510:client id="{3C7F645A-F32E-4541-8A56-76B3CEA6D81E}" v="34" dt="2025-06-18T02:53:33.607"/>
    <p1510:client id="{AB8CBCB0-802A-4F4B-8085-900F8C3B0E79}" v="9" dt="2025-06-18T09:38:26.015"/>
    <p1510:client id="{ABCD2502-C4CC-48CF-B7FC-D611AF3BBD9E}" v="631" dt="2025-06-18T09:39:59.181"/>
    <p1510:client id="{B78D78D0-29D5-4E45-8CAE-892240ABCAB9}" v="23" dt="2025-06-17T23:06:50.890"/>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751"/>
        <p:guide pos="953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 Sean" userId="f16ec6ca-d59c-400a-9237-f95c57e438ac" providerId="ADAL" clId="{2B73DA27-A652-4C28-9D2A-E91426AF9C9B}"/>
    <pc:docChg chg="undo redo custSel addSld delSld modSld modMainMaster">
      <pc:chgData name="Li, Sean" userId="f16ec6ca-d59c-400a-9237-f95c57e438ac" providerId="ADAL" clId="{2B73DA27-A652-4C28-9D2A-E91426AF9C9B}" dt="2025-06-18T18:35:36.792" v="7951" actId="20577"/>
      <pc:docMkLst>
        <pc:docMk/>
      </pc:docMkLst>
      <pc:sldChg chg="addSp delSp modSp mod">
        <pc:chgData name="Li, Sean" userId="f16ec6ca-d59c-400a-9237-f95c57e438ac" providerId="ADAL" clId="{2B73DA27-A652-4C28-9D2A-E91426AF9C9B}" dt="2025-06-17T23:12:12.127" v="7213" actId="14100"/>
        <pc:sldMkLst>
          <pc:docMk/>
          <pc:sldMk cId="1662491414" sldId="256"/>
        </pc:sldMkLst>
        <pc:spChg chg="del">
          <ac:chgData name="Li, Sean" userId="f16ec6ca-d59c-400a-9237-f95c57e438ac" providerId="ADAL" clId="{2B73DA27-A652-4C28-9D2A-E91426AF9C9B}" dt="2025-06-17T18:03:20.011" v="4" actId="478"/>
          <ac:spMkLst>
            <pc:docMk/>
            <pc:sldMk cId="1662491414" sldId="256"/>
            <ac:spMk id="4" creationId="{ECE112A9-7718-EA9C-84BF-56E6C4D14439}"/>
          </ac:spMkLst>
        </pc:spChg>
        <pc:spChg chg="add del">
          <ac:chgData name="Li, Sean" userId="f16ec6ca-d59c-400a-9237-f95c57e438ac" providerId="ADAL" clId="{2B73DA27-A652-4C28-9D2A-E91426AF9C9B}" dt="2025-06-17T18:04:30.821" v="26" actId="11529"/>
          <ac:spMkLst>
            <pc:docMk/>
            <pc:sldMk cId="1662491414" sldId="256"/>
            <ac:spMk id="5" creationId="{E37FBAB0-B3B3-08E1-0065-0B8FA37371D3}"/>
          </ac:spMkLst>
        </pc:spChg>
        <pc:spChg chg="add mod ord">
          <ac:chgData name="Li, Sean" userId="f16ec6ca-d59c-400a-9237-f95c57e438ac" providerId="ADAL" clId="{2B73DA27-A652-4C28-9D2A-E91426AF9C9B}" dt="2025-06-17T18:13:22.911" v="406" actId="14100"/>
          <ac:spMkLst>
            <pc:docMk/>
            <pc:sldMk cId="1662491414" sldId="256"/>
            <ac:spMk id="7" creationId="{491E781D-4EF7-4300-399B-0C9CA6E11B85}"/>
          </ac:spMkLst>
        </pc:spChg>
        <pc:spChg chg="del">
          <ac:chgData name="Li, Sean" userId="f16ec6ca-d59c-400a-9237-f95c57e438ac" providerId="ADAL" clId="{2B73DA27-A652-4C28-9D2A-E91426AF9C9B}" dt="2025-06-17T19:07:01.911" v="1736" actId="478"/>
          <ac:spMkLst>
            <pc:docMk/>
            <pc:sldMk cId="1662491414" sldId="256"/>
            <ac:spMk id="11" creationId="{C7EB8F41-6D74-D621-642B-D95471EDE53D}"/>
          </ac:spMkLst>
        </pc:spChg>
        <pc:spChg chg="add del mod">
          <ac:chgData name="Li, Sean" userId="f16ec6ca-d59c-400a-9237-f95c57e438ac" providerId="ADAL" clId="{2B73DA27-A652-4C28-9D2A-E91426AF9C9B}" dt="2025-06-17T22:26:19.645" v="5417" actId="478"/>
          <ac:spMkLst>
            <pc:docMk/>
            <pc:sldMk cId="1662491414" sldId="256"/>
            <ac:spMk id="18" creationId="{23A002BD-11DD-F13F-5FE5-1F0E741D9CDE}"/>
          </ac:spMkLst>
        </pc:spChg>
        <pc:spChg chg="mod">
          <ac:chgData name="Li, Sean" userId="f16ec6ca-d59c-400a-9237-f95c57e438ac" providerId="ADAL" clId="{2B73DA27-A652-4C28-9D2A-E91426AF9C9B}" dt="2025-06-17T18:13:19.731" v="405" actId="20577"/>
          <ac:spMkLst>
            <pc:docMk/>
            <pc:sldMk cId="1662491414" sldId="256"/>
            <ac:spMk id="19" creationId="{04D395BD-0D25-E868-B641-CAF2153EBF9E}"/>
          </ac:spMkLst>
        </pc:spChg>
        <pc:spChg chg="del">
          <ac:chgData name="Li, Sean" userId="f16ec6ca-d59c-400a-9237-f95c57e438ac" providerId="ADAL" clId="{2B73DA27-A652-4C28-9D2A-E91426AF9C9B}" dt="2025-06-17T18:09:10.921" v="207" actId="478"/>
          <ac:spMkLst>
            <pc:docMk/>
            <pc:sldMk cId="1662491414" sldId="256"/>
            <ac:spMk id="20" creationId="{5FE93EB1-D1EB-D8EE-68BD-CF2772D97A39}"/>
          </ac:spMkLst>
        </pc:spChg>
        <pc:spChg chg="del mod">
          <ac:chgData name="Li, Sean" userId="f16ec6ca-d59c-400a-9237-f95c57e438ac" providerId="ADAL" clId="{2B73DA27-A652-4C28-9D2A-E91426AF9C9B}" dt="2025-06-17T18:03:48.521" v="7" actId="478"/>
          <ac:spMkLst>
            <pc:docMk/>
            <pc:sldMk cId="1662491414" sldId="256"/>
            <ac:spMk id="21" creationId="{9335F5C7-F72A-81D3-F079-373C12DF871F}"/>
          </ac:spMkLst>
        </pc:spChg>
        <pc:spChg chg="add del">
          <ac:chgData name="Li, Sean" userId="f16ec6ca-d59c-400a-9237-f95c57e438ac" providerId="ADAL" clId="{2B73DA27-A652-4C28-9D2A-E91426AF9C9B}" dt="2025-06-17T18:03:58.371" v="18"/>
          <ac:spMkLst>
            <pc:docMk/>
            <pc:sldMk cId="1662491414" sldId="256"/>
            <ac:spMk id="22" creationId="{EEB1D60D-4790-27B6-69C2-99EC3778A14D}"/>
          </ac:spMkLst>
        </pc:spChg>
        <pc:spChg chg="mod">
          <ac:chgData name="Li, Sean" userId="f16ec6ca-d59c-400a-9237-f95c57e438ac" providerId="ADAL" clId="{2B73DA27-A652-4C28-9D2A-E91426AF9C9B}" dt="2025-06-17T18:04:07.911" v="22" actId="1076"/>
          <ac:spMkLst>
            <pc:docMk/>
            <pc:sldMk cId="1662491414" sldId="256"/>
            <ac:spMk id="23" creationId="{79E8D46B-75EF-AF7E-6651-801BDE47D601}"/>
          </ac:spMkLst>
        </pc:spChg>
        <pc:spChg chg="add mod">
          <ac:chgData name="Li, Sean" userId="f16ec6ca-d59c-400a-9237-f95c57e438ac" providerId="ADAL" clId="{2B73DA27-A652-4C28-9D2A-E91426AF9C9B}" dt="2025-06-17T19:06:44.611" v="1728" actId="20577"/>
          <ac:spMkLst>
            <pc:docMk/>
            <pc:sldMk cId="1662491414" sldId="256"/>
            <ac:spMk id="24" creationId="{A111D445-3A17-78D7-522F-9D6A35CD10C9}"/>
          </ac:spMkLst>
        </pc:spChg>
        <pc:spChg chg="add del mod">
          <ac:chgData name="Li, Sean" userId="f16ec6ca-d59c-400a-9237-f95c57e438ac" providerId="ADAL" clId="{2B73DA27-A652-4C28-9D2A-E91426AF9C9B}" dt="2025-06-17T18:09:13.611" v="208" actId="478"/>
          <ac:spMkLst>
            <pc:docMk/>
            <pc:sldMk cId="1662491414" sldId="256"/>
            <ac:spMk id="26" creationId="{1AC3625A-3EDA-9490-083C-48B0E49FE4CE}"/>
          </ac:spMkLst>
        </pc:spChg>
        <pc:spChg chg="add mod">
          <ac:chgData name="Li, Sean" userId="f16ec6ca-d59c-400a-9237-f95c57e438ac" providerId="ADAL" clId="{2B73DA27-A652-4C28-9D2A-E91426AF9C9B}" dt="2025-06-17T19:06:53.901" v="1733" actId="164"/>
          <ac:spMkLst>
            <pc:docMk/>
            <pc:sldMk cId="1662491414" sldId="256"/>
            <ac:spMk id="30" creationId="{41347633-6A96-380C-B4E6-BF2B8B05E663}"/>
          </ac:spMkLst>
        </pc:spChg>
        <pc:spChg chg="add mod">
          <ac:chgData name="Li, Sean" userId="f16ec6ca-d59c-400a-9237-f95c57e438ac" providerId="ADAL" clId="{2B73DA27-A652-4C28-9D2A-E91426AF9C9B}" dt="2025-06-17T22:11:00.585" v="3986" actId="122"/>
          <ac:spMkLst>
            <pc:docMk/>
            <pc:sldMk cId="1662491414" sldId="256"/>
            <ac:spMk id="33" creationId="{F5D7C76E-D5A3-DE8F-8D40-07D5808F150F}"/>
          </ac:spMkLst>
        </pc:spChg>
        <pc:spChg chg="add del mod ord">
          <ac:chgData name="Li, Sean" userId="f16ec6ca-d59c-400a-9237-f95c57e438ac" providerId="ADAL" clId="{2B73DA27-A652-4C28-9D2A-E91426AF9C9B}" dt="2025-06-17T22:34:52.114" v="5780" actId="14100"/>
          <ac:spMkLst>
            <pc:docMk/>
            <pc:sldMk cId="1662491414" sldId="256"/>
            <ac:spMk id="38" creationId="{D15A5B40-C9FD-C476-4857-CDBCA6D05AD8}"/>
          </ac:spMkLst>
        </pc:spChg>
        <pc:spChg chg="mod">
          <ac:chgData name="Li, Sean" userId="f16ec6ca-d59c-400a-9237-f95c57e438ac" providerId="ADAL" clId="{2B73DA27-A652-4C28-9D2A-E91426AF9C9B}" dt="2025-06-17T22:50:45.085" v="6885" actId="6549"/>
          <ac:spMkLst>
            <pc:docMk/>
            <pc:sldMk cId="1662491414" sldId="256"/>
            <ac:spMk id="45" creationId="{42DBD701-2892-CE3D-ADC4-1312D806C1BF}"/>
          </ac:spMkLst>
        </pc:spChg>
        <pc:spChg chg="add mod">
          <ac:chgData name="Li, Sean" userId="f16ec6ca-d59c-400a-9237-f95c57e438ac" providerId="ADAL" clId="{2B73DA27-A652-4C28-9D2A-E91426AF9C9B}" dt="2025-06-17T22:45:52.595" v="6501" actId="571"/>
          <ac:spMkLst>
            <pc:docMk/>
            <pc:sldMk cId="1662491414" sldId="256"/>
            <ac:spMk id="47" creationId="{2C3CF733-56A6-7A6E-1D2A-23DE14B62F93}"/>
          </ac:spMkLst>
        </pc:spChg>
        <pc:spChg chg="add del mod">
          <ac:chgData name="Li, Sean" userId="f16ec6ca-d59c-400a-9237-f95c57e438ac" providerId="ADAL" clId="{2B73DA27-A652-4C28-9D2A-E91426AF9C9B}" dt="2025-06-17T22:50:57.045" v="6887" actId="478"/>
          <ac:spMkLst>
            <pc:docMk/>
            <pc:sldMk cId="1662491414" sldId="256"/>
            <ac:spMk id="48" creationId="{4EC05D9D-D3BE-262B-64C7-D01BFD005F97}"/>
          </ac:spMkLst>
        </pc:spChg>
        <pc:spChg chg="add mod">
          <ac:chgData name="Li, Sean" userId="f16ec6ca-d59c-400a-9237-f95c57e438ac" providerId="ADAL" clId="{2B73DA27-A652-4C28-9D2A-E91426AF9C9B}" dt="2025-06-17T22:47:44.645" v="6569" actId="1076"/>
          <ac:spMkLst>
            <pc:docMk/>
            <pc:sldMk cId="1662491414" sldId="256"/>
            <ac:spMk id="49" creationId="{657D4C6F-B728-D4AF-3592-F0AC0E78961A}"/>
          </ac:spMkLst>
        </pc:spChg>
        <pc:spChg chg="add mod">
          <ac:chgData name="Li, Sean" userId="f16ec6ca-d59c-400a-9237-f95c57e438ac" providerId="ADAL" clId="{2B73DA27-A652-4C28-9D2A-E91426AF9C9B}" dt="2025-06-17T22:55:54.805" v="7129" actId="20577"/>
          <ac:spMkLst>
            <pc:docMk/>
            <pc:sldMk cId="1662491414" sldId="256"/>
            <ac:spMk id="50" creationId="{0A95D560-F084-29A5-11F5-3F9645C41042}"/>
          </ac:spMkLst>
        </pc:spChg>
        <pc:spChg chg="add mod">
          <ac:chgData name="Li, Sean" userId="f16ec6ca-d59c-400a-9237-f95c57e438ac" providerId="ADAL" clId="{2B73DA27-A652-4C28-9D2A-E91426AF9C9B}" dt="2025-06-17T22:49:43.585" v="6760" actId="20577"/>
          <ac:spMkLst>
            <pc:docMk/>
            <pc:sldMk cId="1662491414" sldId="256"/>
            <ac:spMk id="51" creationId="{8A8AEAAB-4A40-3945-265A-077EBC378E50}"/>
          </ac:spMkLst>
        </pc:spChg>
        <pc:spChg chg="add mod">
          <ac:chgData name="Li, Sean" userId="f16ec6ca-d59c-400a-9237-f95c57e438ac" providerId="ADAL" clId="{2B73DA27-A652-4C28-9D2A-E91426AF9C9B}" dt="2025-06-17T22:51:40.734" v="6934" actId="15"/>
          <ac:spMkLst>
            <pc:docMk/>
            <pc:sldMk cId="1662491414" sldId="256"/>
            <ac:spMk id="52" creationId="{9743B81C-0812-3FE8-4746-BDEC601BC97F}"/>
          </ac:spMkLst>
        </pc:spChg>
        <pc:spChg chg="mod">
          <ac:chgData name="Li, Sean" userId="f16ec6ca-d59c-400a-9237-f95c57e438ac" providerId="ADAL" clId="{2B73DA27-A652-4C28-9D2A-E91426AF9C9B}" dt="2025-06-17T18:30:11.961" v="890" actId="1076"/>
          <ac:spMkLst>
            <pc:docMk/>
            <pc:sldMk cId="1662491414" sldId="256"/>
            <ac:spMk id="76" creationId="{97FDC5FF-7EA5-9487-E3C2-37FA71F5C961}"/>
          </ac:spMkLst>
        </pc:spChg>
        <pc:spChg chg="mod">
          <ac:chgData name="Li, Sean" userId="f16ec6ca-d59c-400a-9237-f95c57e438ac" providerId="ADAL" clId="{2B73DA27-A652-4C28-9D2A-E91426AF9C9B}" dt="2025-06-17T18:04:10.431" v="23" actId="1076"/>
          <ac:spMkLst>
            <pc:docMk/>
            <pc:sldMk cId="1662491414" sldId="256"/>
            <ac:spMk id="77" creationId="{FC8160C2-4447-8B06-6C7C-811E141B01EB}"/>
          </ac:spMkLst>
        </pc:spChg>
        <pc:spChg chg="mod">
          <ac:chgData name="Li, Sean" userId="f16ec6ca-d59c-400a-9237-f95c57e438ac" providerId="ADAL" clId="{2B73DA27-A652-4C28-9D2A-E91426AF9C9B}" dt="2025-06-17T23:08:10.426" v="7212" actId="14100"/>
          <ac:spMkLst>
            <pc:docMk/>
            <pc:sldMk cId="1662491414" sldId="256"/>
            <ac:spMk id="80" creationId="{BE41314F-EF9D-A322-D5C3-A7E7A413E6CC}"/>
          </ac:spMkLst>
        </pc:spChg>
        <pc:spChg chg="mod">
          <ac:chgData name="Li, Sean" userId="f16ec6ca-d59c-400a-9237-f95c57e438ac" providerId="ADAL" clId="{2B73DA27-A652-4C28-9D2A-E91426AF9C9B}" dt="2025-06-17T22:50:16.495" v="6854" actId="1035"/>
          <ac:spMkLst>
            <pc:docMk/>
            <pc:sldMk cId="1662491414" sldId="256"/>
            <ac:spMk id="81" creationId="{3708CE02-8653-0F15-7E49-768A0AC906D8}"/>
          </ac:spMkLst>
        </pc:spChg>
        <pc:grpChg chg="add mod">
          <ac:chgData name="Li, Sean" userId="f16ec6ca-d59c-400a-9237-f95c57e438ac" providerId="ADAL" clId="{2B73DA27-A652-4C28-9D2A-E91426AF9C9B}" dt="2025-06-17T22:50:07.495" v="6833" actId="1035"/>
          <ac:grpSpMkLst>
            <pc:docMk/>
            <pc:sldMk cId="1662491414" sldId="256"/>
            <ac:grpSpMk id="31" creationId="{8A2330A2-6FF9-2188-C981-59946D815EAA}"/>
          </ac:grpSpMkLst>
        </pc:grpChg>
        <pc:graphicFrameChg chg="mod ord">
          <ac:chgData name="Li, Sean" userId="f16ec6ca-d59c-400a-9237-f95c57e438ac" providerId="ADAL" clId="{2B73DA27-A652-4C28-9D2A-E91426AF9C9B}" dt="2025-06-17T22:46:50.473" v="6527" actId="1076"/>
          <ac:graphicFrameMkLst>
            <pc:docMk/>
            <pc:sldMk cId="1662491414" sldId="256"/>
            <ac:graphicFrameMk id="10" creationId="{724EB1B6-8767-418F-1946-0C331A720318}"/>
          </ac:graphicFrameMkLst>
        </pc:graphicFrameChg>
        <pc:graphicFrameChg chg="add mod modGraphic">
          <ac:chgData name="Li, Sean" userId="f16ec6ca-d59c-400a-9237-f95c57e438ac" providerId="ADAL" clId="{2B73DA27-A652-4C28-9D2A-E91426AF9C9B}" dt="2025-06-17T23:07:25.112" v="7211" actId="20577"/>
          <ac:graphicFrameMkLst>
            <pc:docMk/>
            <pc:sldMk cId="1662491414" sldId="256"/>
            <ac:graphicFrameMk id="27" creationId="{D806EBF3-D422-6208-1DD0-5380C2D79468}"/>
          </ac:graphicFrameMkLst>
        </pc:graphicFrameChg>
        <pc:graphicFrameChg chg="add mod modGraphic">
          <ac:chgData name="Li, Sean" userId="f16ec6ca-d59c-400a-9237-f95c57e438ac" providerId="ADAL" clId="{2B73DA27-A652-4C28-9D2A-E91426AF9C9B}" dt="2025-06-17T22:18:10.455" v="4256" actId="2165"/>
          <ac:graphicFrameMkLst>
            <pc:docMk/>
            <pc:sldMk cId="1662491414" sldId="256"/>
            <ac:graphicFrameMk id="28" creationId="{7CC2775F-B90F-FC46-D75F-CC7F8E9AC087}"/>
          </ac:graphicFrameMkLst>
        </pc:graphicFrameChg>
        <pc:graphicFrameChg chg="add mod modGraphic">
          <ac:chgData name="Li, Sean" userId="f16ec6ca-d59c-400a-9237-f95c57e438ac" providerId="ADAL" clId="{2B73DA27-A652-4C28-9D2A-E91426AF9C9B}" dt="2025-06-17T22:30:37.203" v="5502" actId="20577"/>
          <ac:graphicFrameMkLst>
            <pc:docMk/>
            <pc:sldMk cId="1662491414" sldId="256"/>
            <ac:graphicFrameMk id="29" creationId="{28CEFE56-8994-653F-BA2C-C0D9CE8209AE}"/>
          </ac:graphicFrameMkLst>
        </pc:graphicFrameChg>
        <pc:graphicFrameChg chg="add mod modGraphic">
          <ac:chgData name="Li, Sean" userId="f16ec6ca-d59c-400a-9237-f95c57e438ac" providerId="ADAL" clId="{2B73DA27-A652-4C28-9D2A-E91426AF9C9B}" dt="2025-06-17T22:16:38.455" v="4239" actId="1076"/>
          <ac:graphicFrameMkLst>
            <pc:docMk/>
            <pc:sldMk cId="1662491414" sldId="256"/>
            <ac:graphicFrameMk id="32" creationId="{04892F2B-3420-45D9-C483-7610B1EA600D}"/>
          </ac:graphicFrameMkLst>
        </pc:graphicFrameChg>
        <pc:graphicFrameChg chg="add mod modGraphic">
          <ac:chgData name="Li, Sean" userId="f16ec6ca-d59c-400a-9237-f95c57e438ac" providerId="ADAL" clId="{2B73DA27-A652-4C28-9D2A-E91426AF9C9B}" dt="2025-06-17T23:12:12.127" v="7213" actId="14100"/>
          <ac:graphicFrameMkLst>
            <pc:docMk/>
            <pc:sldMk cId="1662491414" sldId="256"/>
            <ac:graphicFrameMk id="34" creationId="{A545D901-869F-E0C7-BC30-032B41F09DBD}"/>
          </ac:graphicFrameMkLst>
        </pc:graphicFrameChg>
        <pc:graphicFrameChg chg="add del mod">
          <ac:chgData name="Li, Sean" userId="f16ec6ca-d59c-400a-9237-f95c57e438ac" providerId="ADAL" clId="{2B73DA27-A652-4C28-9D2A-E91426AF9C9B}" dt="2025-06-17T22:00:06.175" v="3712" actId="478"/>
          <ac:graphicFrameMkLst>
            <pc:docMk/>
            <pc:sldMk cId="1662491414" sldId="256"/>
            <ac:graphicFrameMk id="36" creationId="{2BA4ABDC-B1D1-EAFD-0726-75B35DB2A96F}"/>
          </ac:graphicFrameMkLst>
        </pc:graphicFrameChg>
        <pc:graphicFrameChg chg="add mod modGraphic">
          <ac:chgData name="Li, Sean" userId="f16ec6ca-d59c-400a-9237-f95c57e438ac" providerId="ADAL" clId="{2B73DA27-A652-4C28-9D2A-E91426AF9C9B}" dt="2025-06-17T22:16:32.056" v="4238" actId="403"/>
          <ac:graphicFrameMkLst>
            <pc:docMk/>
            <pc:sldMk cId="1662491414" sldId="256"/>
            <ac:graphicFrameMk id="37" creationId="{59AAAFF4-7C4F-3D73-C86A-9B49624F0C78}"/>
          </ac:graphicFrameMkLst>
        </pc:graphicFrameChg>
        <pc:graphicFrameChg chg="add mod">
          <ac:chgData name="Li, Sean" userId="f16ec6ca-d59c-400a-9237-f95c57e438ac" providerId="ADAL" clId="{2B73DA27-A652-4C28-9D2A-E91426AF9C9B}" dt="2025-06-17T22:26:44.745" v="5419"/>
          <ac:graphicFrameMkLst>
            <pc:docMk/>
            <pc:sldMk cId="1662491414" sldId="256"/>
            <ac:graphicFrameMk id="39" creationId="{CDC40289-62F1-15AE-FE85-ECC25E6C4E48}"/>
          </ac:graphicFrameMkLst>
        </pc:graphicFrameChg>
        <pc:picChg chg="add mod">
          <ac:chgData name="Li, Sean" userId="f16ec6ca-d59c-400a-9237-f95c57e438ac" providerId="ADAL" clId="{2B73DA27-A652-4C28-9D2A-E91426AF9C9B}" dt="2025-06-17T22:46:11.985" v="6513" actId="1076"/>
          <ac:picMkLst>
            <pc:docMk/>
            <pc:sldMk cId="1662491414" sldId="256"/>
            <ac:picMk id="3" creationId="{629D5477-3BA5-E42B-9FBA-6E1B6DF57613}"/>
          </ac:picMkLst>
        </pc:picChg>
        <pc:picChg chg="del">
          <ac:chgData name="Li, Sean" userId="f16ec6ca-d59c-400a-9237-f95c57e438ac" providerId="ADAL" clId="{2B73DA27-A652-4C28-9D2A-E91426AF9C9B}" dt="2025-06-17T18:08:18.201" v="160" actId="478"/>
          <ac:picMkLst>
            <pc:docMk/>
            <pc:sldMk cId="1662491414" sldId="256"/>
            <ac:picMk id="6" creationId="{FBC359FE-507D-9486-E3A7-9FB3FA8CFD9F}"/>
          </ac:picMkLst>
        </pc:picChg>
        <pc:picChg chg="add mod">
          <ac:chgData name="Li, Sean" userId="f16ec6ca-d59c-400a-9237-f95c57e438ac" providerId="ADAL" clId="{2B73DA27-A652-4C28-9D2A-E91426AF9C9B}" dt="2025-06-17T18:05:24.501" v="37"/>
          <ac:picMkLst>
            <pc:docMk/>
            <pc:sldMk cId="1662491414" sldId="256"/>
            <ac:picMk id="8" creationId="{3ABE9FA3-7BAE-DE67-EB4D-E694165A8FBC}"/>
          </ac:picMkLst>
        </pc:picChg>
        <pc:picChg chg="del">
          <ac:chgData name="Li, Sean" userId="f16ec6ca-d59c-400a-9237-f95c57e438ac" providerId="ADAL" clId="{2B73DA27-A652-4C28-9D2A-E91426AF9C9B}" dt="2025-06-17T18:08:19.442" v="161" actId="478"/>
          <ac:picMkLst>
            <pc:docMk/>
            <pc:sldMk cId="1662491414" sldId="256"/>
            <ac:picMk id="9" creationId="{66474418-9836-FCBC-DB58-26DD6581861E}"/>
          </ac:picMkLst>
        </pc:picChg>
        <pc:picChg chg="del mod">
          <ac:chgData name="Li, Sean" userId="f16ec6ca-d59c-400a-9237-f95c57e438ac" providerId="ADAL" clId="{2B73DA27-A652-4C28-9D2A-E91426AF9C9B}" dt="2025-06-17T18:03:49.981" v="9" actId="478"/>
          <ac:picMkLst>
            <pc:docMk/>
            <pc:sldMk cId="1662491414" sldId="256"/>
            <ac:picMk id="12" creationId="{C0148E5B-EB52-FBE1-57BA-0E28C434FDDB}"/>
          </ac:picMkLst>
        </pc:picChg>
        <pc:picChg chg="add del mod">
          <ac:chgData name="Li, Sean" userId="f16ec6ca-d59c-400a-9237-f95c57e438ac" providerId="ADAL" clId="{2B73DA27-A652-4C28-9D2A-E91426AF9C9B}" dt="2025-06-17T18:07:07.801" v="48" actId="478"/>
          <ac:picMkLst>
            <pc:docMk/>
            <pc:sldMk cId="1662491414" sldId="256"/>
            <ac:picMk id="13" creationId="{E461C414-893C-DDF2-6DF9-7F228C3C282F}"/>
          </ac:picMkLst>
        </pc:picChg>
        <pc:picChg chg="del">
          <ac:chgData name="Li, Sean" userId="f16ec6ca-d59c-400a-9237-f95c57e438ac" providerId="ADAL" clId="{2B73DA27-A652-4C28-9D2A-E91426AF9C9B}" dt="2025-06-17T22:26:16.315" v="5414" actId="478"/>
          <ac:picMkLst>
            <pc:docMk/>
            <pc:sldMk cId="1662491414" sldId="256"/>
            <ac:picMk id="15" creationId="{A4F4F0E6-607F-D9EB-29D6-60BCC67FEF3F}"/>
          </ac:picMkLst>
        </pc:picChg>
        <pc:picChg chg="add mod">
          <ac:chgData name="Li, Sean" userId="f16ec6ca-d59c-400a-9237-f95c57e438ac" providerId="ADAL" clId="{2B73DA27-A652-4C28-9D2A-E91426AF9C9B}" dt="2025-06-17T18:07:06.331" v="47" actId="1076"/>
          <ac:picMkLst>
            <pc:docMk/>
            <pc:sldMk cId="1662491414" sldId="256"/>
            <ac:picMk id="16" creationId="{D3C6817B-4D9C-B06A-D339-13EA459C826F}"/>
          </ac:picMkLst>
        </pc:picChg>
        <pc:picChg chg="add del mod">
          <ac:chgData name="Li, Sean" userId="f16ec6ca-d59c-400a-9237-f95c57e438ac" providerId="ADAL" clId="{2B73DA27-A652-4C28-9D2A-E91426AF9C9B}" dt="2025-06-17T22:11:20.625" v="3987" actId="478"/>
          <ac:picMkLst>
            <pc:docMk/>
            <pc:sldMk cId="1662491414" sldId="256"/>
            <ac:picMk id="35" creationId="{AA5B2F87-AD88-0B0D-B7CD-2D1F4A402E01}"/>
          </ac:picMkLst>
        </pc:picChg>
        <pc:picChg chg="add mod">
          <ac:chgData name="Li, Sean" userId="f16ec6ca-d59c-400a-9237-f95c57e438ac" providerId="ADAL" clId="{2B73DA27-A652-4C28-9D2A-E91426AF9C9B}" dt="2025-06-17T22:34:45.086" v="5779" actId="1076"/>
          <ac:picMkLst>
            <pc:docMk/>
            <pc:sldMk cId="1662491414" sldId="256"/>
            <ac:picMk id="41" creationId="{BF7952F1-D0F8-429C-CE30-9C2EBF5FA210}"/>
          </ac:picMkLst>
        </pc:picChg>
        <pc:picChg chg="add mod">
          <ac:chgData name="Li, Sean" userId="f16ec6ca-d59c-400a-9237-f95c57e438ac" providerId="ADAL" clId="{2B73DA27-A652-4C28-9D2A-E91426AF9C9B}" dt="2025-06-17T22:34:11.085" v="5766" actId="1076"/>
          <ac:picMkLst>
            <pc:docMk/>
            <pc:sldMk cId="1662491414" sldId="256"/>
            <ac:picMk id="42" creationId="{A15B2A4C-B111-6AEB-2CEC-324D56E0FFB9}"/>
          </ac:picMkLst>
        </pc:picChg>
        <pc:picChg chg="add mod">
          <ac:chgData name="Li, Sean" userId="f16ec6ca-d59c-400a-9237-f95c57e438ac" providerId="ADAL" clId="{2B73DA27-A652-4C28-9D2A-E91426AF9C9B}" dt="2025-06-17T22:34:37.886" v="5776" actId="1076"/>
          <ac:picMkLst>
            <pc:docMk/>
            <pc:sldMk cId="1662491414" sldId="256"/>
            <ac:picMk id="44" creationId="{0906EF03-078D-22E2-2574-34E4ABE7EF7B}"/>
          </ac:picMkLst>
        </pc:picChg>
        <pc:picChg chg="add mod">
          <ac:chgData name="Li, Sean" userId="f16ec6ca-d59c-400a-9237-f95c57e438ac" providerId="ADAL" clId="{2B73DA27-A652-4C28-9D2A-E91426AF9C9B}" dt="2025-06-17T22:48:13.855" v="6590" actId="1076"/>
          <ac:picMkLst>
            <pc:docMk/>
            <pc:sldMk cId="1662491414" sldId="256"/>
            <ac:picMk id="46" creationId="{D38B2AE7-B30D-4EA7-4E9D-974DD9331ED0}"/>
          </ac:picMkLst>
        </pc:picChg>
      </pc:sldChg>
      <pc:sldChg chg="del">
        <pc:chgData name="Li, Sean" userId="f16ec6ca-d59c-400a-9237-f95c57e438ac" providerId="ADAL" clId="{2B73DA27-A652-4C28-9D2A-E91426AF9C9B}" dt="2025-06-17T14:39:26.991" v="0" actId="47"/>
        <pc:sldMkLst>
          <pc:docMk/>
          <pc:sldMk cId="2412112061" sldId="257"/>
        </pc:sldMkLst>
      </pc:sldChg>
      <pc:sldChg chg="delSp mod">
        <pc:chgData name="Li, Sean" userId="f16ec6ca-d59c-400a-9237-f95c57e438ac" providerId="ADAL" clId="{2B73DA27-A652-4C28-9D2A-E91426AF9C9B}" dt="2025-06-17T21:54:41.036" v="3433" actId="478"/>
        <pc:sldMkLst>
          <pc:docMk/>
          <pc:sldMk cId="3567668515" sldId="257"/>
        </pc:sldMkLst>
        <pc:spChg chg="del">
          <ac:chgData name="Li, Sean" userId="f16ec6ca-d59c-400a-9237-f95c57e438ac" providerId="ADAL" clId="{2B73DA27-A652-4C28-9D2A-E91426AF9C9B}" dt="2025-06-17T21:54:41.036" v="3433" actId="478"/>
          <ac:spMkLst>
            <pc:docMk/>
            <pc:sldMk cId="3567668515" sldId="257"/>
            <ac:spMk id="4" creationId="{F748E2B0-6018-96F3-5953-FD7D2AFF33D4}"/>
          </ac:spMkLst>
        </pc:spChg>
      </pc:sldChg>
      <pc:sldChg chg="addSp modSp add">
        <pc:chgData name="Li, Sean" userId="f16ec6ca-d59c-400a-9237-f95c57e438ac" providerId="ADAL" clId="{2B73DA27-A652-4C28-9D2A-E91426AF9C9B}" dt="2025-06-17T18:03:12.961" v="3"/>
        <pc:sldMkLst>
          <pc:docMk/>
          <pc:sldMk cId="1783743797" sldId="259"/>
        </pc:sldMkLst>
        <pc:spChg chg="add mod">
          <ac:chgData name="Li, Sean" userId="f16ec6ca-d59c-400a-9237-f95c57e438ac" providerId="ADAL" clId="{2B73DA27-A652-4C28-9D2A-E91426AF9C9B}" dt="2025-06-17T18:03:12.961" v="3"/>
          <ac:spMkLst>
            <pc:docMk/>
            <pc:sldMk cId="1783743797" sldId="259"/>
            <ac:spMk id="2" creationId="{AFA6FD6E-CDA2-4DED-54F9-FE4C38484B87}"/>
          </ac:spMkLst>
        </pc:spChg>
        <pc:spChg chg="add mod">
          <ac:chgData name="Li, Sean" userId="f16ec6ca-d59c-400a-9237-f95c57e438ac" providerId="ADAL" clId="{2B73DA27-A652-4C28-9D2A-E91426AF9C9B}" dt="2025-06-17T18:03:12.961" v="3"/>
          <ac:spMkLst>
            <pc:docMk/>
            <pc:sldMk cId="1783743797" sldId="259"/>
            <ac:spMk id="3" creationId="{91A44783-2599-4EBD-CD9C-12F5E9E39DF3}"/>
          </ac:spMkLst>
        </pc:spChg>
        <pc:spChg chg="mod">
          <ac:chgData name="Li, Sean" userId="f16ec6ca-d59c-400a-9237-f95c57e438ac" providerId="ADAL" clId="{2B73DA27-A652-4C28-9D2A-E91426AF9C9B}" dt="2025-06-17T18:03:12.961" v="3"/>
          <ac:spMkLst>
            <pc:docMk/>
            <pc:sldMk cId="1783743797" sldId="259"/>
            <ac:spMk id="16" creationId="{52139BEA-FAE9-34D8-8444-328CD861A78F}"/>
          </ac:spMkLst>
        </pc:spChg>
        <pc:spChg chg="mod">
          <ac:chgData name="Li, Sean" userId="f16ec6ca-d59c-400a-9237-f95c57e438ac" providerId="ADAL" clId="{2B73DA27-A652-4C28-9D2A-E91426AF9C9B}" dt="2025-06-17T18:03:12.961" v="3"/>
          <ac:spMkLst>
            <pc:docMk/>
            <pc:sldMk cId="1783743797" sldId="259"/>
            <ac:spMk id="17" creationId="{40E45E45-76EE-0A87-E82A-EEA9F5DC993D}"/>
          </ac:spMkLst>
        </pc:spChg>
        <pc:spChg chg="mod">
          <ac:chgData name="Li, Sean" userId="f16ec6ca-d59c-400a-9237-f95c57e438ac" providerId="ADAL" clId="{2B73DA27-A652-4C28-9D2A-E91426AF9C9B}" dt="2025-06-17T18:03:12.961" v="3"/>
          <ac:spMkLst>
            <pc:docMk/>
            <pc:sldMk cId="1783743797" sldId="259"/>
            <ac:spMk id="18" creationId="{A4F51658-DF77-FE4F-93A2-CD5C5ABF5775}"/>
          </ac:spMkLst>
        </pc:spChg>
        <pc:spChg chg="mod">
          <ac:chgData name="Li, Sean" userId="f16ec6ca-d59c-400a-9237-f95c57e438ac" providerId="ADAL" clId="{2B73DA27-A652-4C28-9D2A-E91426AF9C9B}" dt="2025-06-17T18:03:12.961" v="3"/>
          <ac:spMkLst>
            <pc:docMk/>
            <pc:sldMk cId="1783743797" sldId="259"/>
            <ac:spMk id="24" creationId="{E6341A2F-1BCB-D097-5C46-800FA3B95B4F}"/>
          </ac:spMkLst>
        </pc:spChg>
        <pc:spChg chg="mod">
          <ac:chgData name="Li, Sean" userId="f16ec6ca-d59c-400a-9237-f95c57e438ac" providerId="ADAL" clId="{2B73DA27-A652-4C28-9D2A-E91426AF9C9B}" dt="2025-06-17T18:03:12.961" v="3"/>
          <ac:spMkLst>
            <pc:docMk/>
            <pc:sldMk cId="1783743797" sldId="259"/>
            <ac:spMk id="25" creationId="{20FDA019-F0C1-100D-8863-660E57730F7E}"/>
          </ac:spMkLst>
        </pc:spChg>
        <pc:spChg chg="mod">
          <ac:chgData name="Li, Sean" userId="f16ec6ca-d59c-400a-9237-f95c57e438ac" providerId="ADAL" clId="{2B73DA27-A652-4C28-9D2A-E91426AF9C9B}" dt="2025-06-17T18:03:12.961" v="3"/>
          <ac:spMkLst>
            <pc:docMk/>
            <pc:sldMk cId="1783743797" sldId="259"/>
            <ac:spMk id="26" creationId="{49CB28EC-B74B-A5EB-3C99-5779D8255D4B}"/>
          </ac:spMkLst>
        </pc:spChg>
        <pc:spChg chg="mod">
          <ac:chgData name="Li, Sean" userId="f16ec6ca-d59c-400a-9237-f95c57e438ac" providerId="ADAL" clId="{2B73DA27-A652-4C28-9D2A-E91426AF9C9B}" dt="2025-06-17T18:03:12.961" v="3"/>
          <ac:spMkLst>
            <pc:docMk/>
            <pc:sldMk cId="1783743797" sldId="259"/>
            <ac:spMk id="27" creationId="{66095652-85C2-82BC-EE8A-8B1C33B89A21}"/>
          </ac:spMkLst>
        </pc:spChg>
        <pc:spChg chg="mod">
          <ac:chgData name="Li, Sean" userId="f16ec6ca-d59c-400a-9237-f95c57e438ac" providerId="ADAL" clId="{2B73DA27-A652-4C28-9D2A-E91426AF9C9B}" dt="2025-06-17T18:03:12.961" v="3"/>
          <ac:spMkLst>
            <pc:docMk/>
            <pc:sldMk cId="1783743797" sldId="259"/>
            <ac:spMk id="28" creationId="{7684BEEC-8BFB-A372-37E8-B59ABBEB8D72}"/>
          </ac:spMkLst>
        </pc:spChg>
      </pc:sldChg>
      <pc:sldChg chg="addSp delSp modSp mod">
        <pc:chgData name="Li, Sean" userId="f16ec6ca-d59c-400a-9237-f95c57e438ac" providerId="ADAL" clId="{2B73DA27-A652-4C28-9D2A-E91426AF9C9B}" dt="2025-06-18T09:02:46.487" v="7226"/>
        <pc:sldMkLst>
          <pc:docMk/>
          <pc:sldMk cId="328009270" sldId="261"/>
        </pc:sldMkLst>
        <pc:spChg chg="add mod">
          <ac:chgData name="Li, Sean" userId="f16ec6ca-d59c-400a-9237-f95c57e438ac" providerId="ADAL" clId="{2B73DA27-A652-4C28-9D2A-E91426AF9C9B}" dt="2025-06-18T09:00:52.081" v="7216" actId="1076"/>
          <ac:spMkLst>
            <pc:docMk/>
            <pc:sldMk cId="328009270" sldId="261"/>
            <ac:spMk id="9" creationId="{B58CB188-7902-8681-7136-9C67542A43DD}"/>
          </ac:spMkLst>
        </pc:spChg>
        <pc:spChg chg="add mod ord">
          <ac:chgData name="Li, Sean" userId="f16ec6ca-d59c-400a-9237-f95c57e438ac" providerId="ADAL" clId="{2B73DA27-A652-4C28-9D2A-E91426AF9C9B}" dt="2025-06-18T09:01:33.480" v="7221" actId="167"/>
          <ac:spMkLst>
            <pc:docMk/>
            <pc:sldMk cId="328009270" sldId="261"/>
            <ac:spMk id="11" creationId="{6938FC6F-6F0C-046C-25D0-58661F39AEAF}"/>
          </ac:spMkLst>
        </pc:spChg>
        <pc:graphicFrameChg chg="add mod modGraphic">
          <ac:chgData name="Li, Sean" userId="f16ec6ca-d59c-400a-9237-f95c57e438ac" providerId="ADAL" clId="{2B73DA27-A652-4C28-9D2A-E91426AF9C9B}" dt="2025-06-18T09:02:00.316" v="7223" actId="14100"/>
          <ac:graphicFrameMkLst>
            <pc:docMk/>
            <pc:sldMk cId="328009270" sldId="261"/>
            <ac:graphicFrameMk id="8" creationId="{5158EDB4-06EB-6EB8-1A5F-8FC4F2CF1092}"/>
          </ac:graphicFrameMkLst>
        </pc:graphicFrameChg>
        <pc:graphicFrameChg chg="add mod">
          <ac:chgData name="Li, Sean" userId="f16ec6ca-d59c-400a-9237-f95c57e438ac" providerId="ADAL" clId="{2B73DA27-A652-4C28-9D2A-E91426AF9C9B}" dt="2025-06-18T09:02:46.487" v="7226"/>
          <ac:graphicFrameMkLst>
            <pc:docMk/>
            <pc:sldMk cId="328009270" sldId="261"/>
            <ac:graphicFrameMk id="12" creationId="{D3FA246B-717D-7005-7844-8B9F816EF931}"/>
          </ac:graphicFrameMkLst>
        </pc:graphicFrameChg>
        <pc:graphicFrameChg chg="add mod">
          <ac:chgData name="Li, Sean" userId="f16ec6ca-d59c-400a-9237-f95c57e438ac" providerId="ADAL" clId="{2B73DA27-A652-4C28-9D2A-E91426AF9C9B}" dt="2025-06-18T09:02:46.487" v="7226"/>
          <ac:graphicFrameMkLst>
            <pc:docMk/>
            <pc:sldMk cId="328009270" sldId="261"/>
            <ac:graphicFrameMk id="13" creationId="{3B1ADCAF-DC28-FA09-2798-33B8438EE503}"/>
          </ac:graphicFrameMkLst>
        </pc:graphicFrameChg>
        <pc:graphicFrameChg chg="del">
          <ac:chgData name="Li, Sean" userId="f16ec6ca-d59c-400a-9237-f95c57e438ac" providerId="ADAL" clId="{2B73DA27-A652-4C28-9D2A-E91426AF9C9B}" dt="2025-06-18T09:00:49.725" v="7214" actId="478"/>
          <ac:graphicFrameMkLst>
            <pc:docMk/>
            <pc:sldMk cId="328009270" sldId="261"/>
            <ac:graphicFrameMk id="28" creationId="{3CC7B731-5AAB-2566-0BA6-FE3261BBD0D5}"/>
          </ac:graphicFrameMkLst>
        </pc:graphicFrameChg>
        <pc:graphicFrameChg chg="del">
          <ac:chgData name="Li, Sean" userId="f16ec6ca-d59c-400a-9237-f95c57e438ac" providerId="ADAL" clId="{2B73DA27-A652-4C28-9D2A-E91426AF9C9B}" dt="2025-06-18T09:02:46.096" v="7225" actId="478"/>
          <ac:graphicFrameMkLst>
            <pc:docMk/>
            <pc:sldMk cId="328009270" sldId="261"/>
            <ac:graphicFrameMk id="34" creationId="{4AE74C03-C150-4B00-0ACE-7EC41C1C6B0C}"/>
          </ac:graphicFrameMkLst>
        </pc:graphicFrameChg>
        <pc:graphicFrameChg chg="del">
          <ac:chgData name="Li, Sean" userId="f16ec6ca-d59c-400a-9237-f95c57e438ac" providerId="ADAL" clId="{2B73DA27-A652-4C28-9D2A-E91426AF9C9B}" dt="2025-06-18T09:02:46.096" v="7225" actId="478"/>
          <ac:graphicFrameMkLst>
            <pc:docMk/>
            <pc:sldMk cId="328009270" sldId="261"/>
            <ac:graphicFrameMk id="37" creationId="{E8F5E04D-6AC6-4A2B-C91B-C3A966841A17}"/>
          </ac:graphicFrameMkLst>
        </pc:graphicFrameChg>
        <pc:picChg chg="ord">
          <ac:chgData name="Li, Sean" userId="f16ec6ca-d59c-400a-9237-f95c57e438ac" providerId="ADAL" clId="{2B73DA27-A652-4C28-9D2A-E91426AF9C9B}" dt="2025-06-18T09:02:22.879" v="7224" actId="167"/>
          <ac:picMkLst>
            <pc:docMk/>
            <pc:sldMk cId="328009270" sldId="261"/>
            <ac:picMk id="3" creationId="{D3B2BE05-ADF0-0611-6578-66134D5A8DCE}"/>
          </ac:picMkLst>
        </pc:picChg>
      </pc:sldChg>
      <pc:sldChg chg="addSp delSp modSp new mod">
        <pc:chgData name="Li, Sean" userId="f16ec6ca-d59c-400a-9237-f95c57e438ac" providerId="ADAL" clId="{2B73DA27-A652-4C28-9D2A-E91426AF9C9B}" dt="2025-06-18T18:35:36.792" v="7951" actId="20577"/>
        <pc:sldMkLst>
          <pc:docMk/>
          <pc:sldMk cId="4093772359" sldId="262"/>
        </pc:sldMkLst>
        <pc:spChg chg="del">
          <ac:chgData name="Li, Sean" userId="f16ec6ca-d59c-400a-9237-f95c57e438ac" providerId="ADAL" clId="{2B73DA27-A652-4C28-9D2A-E91426AF9C9B}" dt="2025-06-18T09:03:04.472" v="7228" actId="478"/>
          <ac:spMkLst>
            <pc:docMk/>
            <pc:sldMk cId="4093772359" sldId="262"/>
            <ac:spMk id="2" creationId="{D58BB515-5D55-E8FB-257E-563BA2F170F6}"/>
          </ac:spMkLst>
        </pc:spChg>
        <pc:spChg chg="del">
          <ac:chgData name="Li, Sean" userId="f16ec6ca-d59c-400a-9237-f95c57e438ac" providerId="ADAL" clId="{2B73DA27-A652-4C28-9D2A-E91426AF9C9B}" dt="2025-06-18T09:03:04.472" v="7228" actId="478"/>
          <ac:spMkLst>
            <pc:docMk/>
            <pc:sldMk cId="4093772359" sldId="262"/>
            <ac:spMk id="3" creationId="{AB28740E-D171-BEF5-6E0B-CFB00466AE6A}"/>
          </ac:spMkLst>
        </pc:spChg>
        <pc:spChg chg="del">
          <ac:chgData name="Li, Sean" userId="f16ec6ca-d59c-400a-9237-f95c57e438ac" providerId="ADAL" clId="{2B73DA27-A652-4C28-9D2A-E91426AF9C9B}" dt="2025-06-18T09:03:04.472" v="7228" actId="478"/>
          <ac:spMkLst>
            <pc:docMk/>
            <pc:sldMk cId="4093772359" sldId="262"/>
            <ac:spMk id="4" creationId="{D3B027BF-9185-0576-4AB3-9F8B2AAFD490}"/>
          </ac:spMkLst>
        </pc:spChg>
        <pc:spChg chg="del">
          <ac:chgData name="Li, Sean" userId="f16ec6ca-d59c-400a-9237-f95c57e438ac" providerId="ADAL" clId="{2B73DA27-A652-4C28-9D2A-E91426AF9C9B}" dt="2025-06-18T09:03:04.472" v="7228" actId="478"/>
          <ac:spMkLst>
            <pc:docMk/>
            <pc:sldMk cId="4093772359" sldId="262"/>
            <ac:spMk id="5" creationId="{154AB662-96EC-8A04-7042-D7CA1CF6D1AF}"/>
          </ac:spMkLst>
        </pc:spChg>
        <pc:spChg chg="del">
          <ac:chgData name="Li, Sean" userId="f16ec6ca-d59c-400a-9237-f95c57e438ac" providerId="ADAL" clId="{2B73DA27-A652-4C28-9D2A-E91426AF9C9B}" dt="2025-06-18T09:03:04.472" v="7228" actId="478"/>
          <ac:spMkLst>
            <pc:docMk/>
            <pc:sldMk cId="4093772359" sldId="262"/>
            <ac:spMk id="6" creationId="{0329AC80-5077-D912-168C-AF6B9B6640C4}"/>
          </ac:spMkLst>
        </pc:spChg>
        <pc:spChg chg="del">
          <ac:chgData name="Li, Sean" userId="f16ec6ca-d59c-400a-9237-f95c57e438ac" providerId="ADAL" clId="{2B73DA27-A652-4C28-9D2A-E91426AF9C9B}" dt="2025-06-18T09:03:04.472" v="7228" actId="478"/>
          <ac:spMkLst>
            <pc:docMk/>
            <pc:sldMk cId="4093772359" sldId="262"/>
            <ac:spMk id="7" creationId="{5F427A67-504C-BF27-4C5C-90CAAF25A1EF}"/>
          </ac:spMkLst>
        </pc:spChg>
        <pc:spChg chg="del">
          <ac:chgData name="Li, Sean" userId="f16ec6ca-d59c-400a-9237-f95c57e438ac" providerId="ADAL" clId="{2B73DA27-A652-4C28-9D2A-E91426AF9C9B}" dt="2025-06-18T09:03:04.472" v="7228" actId="478"/>
          <ac:spMkLst>
            <pc:docMk/>
            <pc:sldMk cId="4093772359" sldId="262"/>
            <ac:spMk id="8" creationId="{53977306-688D-AB0B-D9FC-3A3B7B279E0D}"/>
          </ac:spMkLst>
        </pc:spChg>
        <pc:spChg chg="del">
          <ac:chgData name="Li, Sean" userId="f16ec6ca-d59c-400a-9237-f95c57e438ac" providerId="ADAL" clId="{2B73DA27-A652-4C28-9D2A-E91426AF9C9B}" dt="2025-06-18T09:03:04.472" v="7228" actId="478"/>
          <ac:spMkLst>
            <pc:docMk/>
            <pc:sldMk cId="4093772359" sldId="262"/>
            <ac:spMk id="9" creationId="{F89927D6-17F9-2203-8458-2C855DEE2546}"/>
          </ac:spMkLst>
        </pc:spChg>
        <pc:spChg chg="del">
          <ac:chgData name="Li, Sean" userId="f16ec6ca-d59c-400a-9237-f95c57e438ac" providerId="ADAL" clId="{2B73DA27-A652-4C28-9D2A-E91426AF9C9B}" dt="2025-06-18T09:03:04.472" v="7228" actId="478"/>
          <ac:spMkLst>
            <pc:docMk/>
            <pc:sldMk cId="4093772359" sldId="262"/>
            <ac:spMk id="10" creationId="{6D9E5BDE-54D4-D7B4-337F-193C8AFC5DC3}"/>
          </ac:spMkLst>
        </pc:spChg>
        <pc:spChg chg="del">
          <ac:chgData name="Li, Sean" userId="f16ec6ca-d59c-400a-9237-f95c57e438ac" providerId="ADAL" clId="{2B73DA27-A652-4C28-9D2A-E91426AF9C9B}" dt="2025-06-18T09:03:04.472" v="7228" actId="478"/>
          <ac:spMkLst>
            <pc:docMk/>
            <pc:sldMk cId="4093772359" sldId="262"/>
            <ac:spMk id="11" creationId="{0323900B-DA87-DDA7-0462-D2EC56EB38AD}"/>
          </ac:spMkLst>
        </pc:spChg>
        <pc:spChg chg="add mod">
          <ac:chgData name="Li, Sean" userId="f16ec6ca-d59c-400a-9237-f95c57e438ac" providerId="ADAL" clId="{2B73DA27-A652-4C28-9D2A-E91426AF9C9B}" dt="2025-06-18T09:32:29.005" v="7833" actId="14100"/>
          <ac:spMkLst>
            <pc:docMk/>
            <pc:sldMk cId="4093772359" sldId="262"/>
            <ac:spMk id="14" creationId="{1D281D19-9228-86FF-4EDB-9D0847F3D3CE}"/>
          </ac:spMkLst>
        </pc:spChg>
        <pc:spChg chg="add mod">
          <ac:chgData name="Li, Sean" userId="f16ec6ca-d59c-400a-9237-f95c57e438ac" providerId="ADAL" clId="{2B73DA27-A652-4C28-9D2A-E91426AF9C9B}" dt="2025-06-18T09:28:26.355" v="7786" actId="20577"/>
          <ac:spMkLst>
            <pc:docMk/>
            <pc:sldMk cId="4093772359" sldId="262"/>
            <ac:spMk id="16" creationId="{D0C2D1C6-31A7-0F50-6A88-58530134D2BA}"/>
          </ac:spMkLst>
        </pc:spChg>
        <pc:spChg chg="add del mod">
          <ac:chgData name="Li, Sean" userId="f16ec6ca-d59c-400a-9237-f95c57e438ac" providerId="ADAL" clId="{2B73DA27-A652-4C28-9D2A-E91426AF9C9B}" dt="2025-06-18T09:21:53.939" v="7727" actId="478"/>
          <ac:spMkLst>
            <pc:docMk/>
            <pc:sldMk cId="4093772359" sldId="262"/>
            <ac:spMk id="19" creationId="{6E18954C-D426-E79A-1DA0-75B1DD978E75}"/>
          </ac:spMkLst>
        </pc:spChg>
        <pc:spChg chg="mod">
          <ac:chgData name="Li, Sean" userId="f16ec6ca-d59c-400a-9237-f95c57e438ac" providerId="ADAL" clId="{2B73DA27-A652-4C28-9D2A-E91426AF9C9B}" dt="2025-06-18T09:18:41.953" v="7600" actId="1076"/>
          <ac:spMkLst>
            <pc:docMk/>
            <pc:sldMk cId="4093772359" sldId="262"/>
            <ac:spMk id="20" creationId="{6F340EEA-13F1-205F-511C-478949C77CE8}"/>
          </ac:spMkLst>
        </pc:spChg>
        <pc:spChg chg="add mod topLvl">
          <ac:chgData name="Li, Sean" userId="f16ec6ca-d59c-400a-9237-f95c57e438ac" providerId="ADAL" clId="{2B73DA27-A652-4C28-9D2A-E91426AF9C9B}" dt="2025-06-18T09:05:13.638" v="7293" actId="165"/>
          <ac:spMkLst>
            <pc:docMk/>
            <pc:sldMk cId="4093772359" sldId="262"/>
            <ac:spMk id="21" creationId="{BCD3D650-D396-1E03-71F9-6B9857D81323}"/>
          </ac:spMkLst>
        </pc:spChg>
        <pc:spChg chg="add del mod">
          <ac:chgData name="Li, Sean" userId="f16ec6ca-d59c-400a-9237-f95c57e438ac" providerId="ADAL" clId="{2B73DA27-A652-4C28-9D2A-E91426AF9C9B}" dt="2025-06-18T09:03:39.418" v="7234" actId="478"/>
          <ac:spMkLst>
            <pc:docMk/>
            <pc:sldMk cId="4093772359" sldId="262"/>
            <ac:spMk id="22" creationId="{393F6624-E8AA-365A-0FD9-38635BDAC47C}"/>
          </ac:spMkLst>
        </pc:spChg>
        <pc:spChg chg="mod">
          <ac:chgData name="Li, Sean" userId="f16ec6ca-d59c-400a-9237-f95c57e438ac" providerId="ADAL" clId="{2B73DA27-A652-4C28-9D2A-E91426AF9C9B}" dt="2025-06-18T09:13:18.842" v="7471" actId="14100"/>
          <ac:spMkLst>
            <pc:docMk/>
            <pc:sldMk cId="4093772359" sldId="262"/>
            <ac:spMk id="23" creationId="{EEBB4E39-759B-D2E3-06AC-F90114291AD7}"/>
          </ac:spMkLst>
        </pc:spChg>
        <pc:spChg chg="add mod">
          <ac:chgData name="Li, Sean" userId="f16ec6ca-d59c-400a-9237-f95c57e438ac" providerId="ADAL" clId="{2B73DA27-A652-4C28-9D2A-E91426AF9C9B}" dt="2025-06-18T09:19:45.036" v="7659" actId="1036"/>
          <ac:spMkLst>
            <pc:docMk/>
            <pc:sldMk cId="4093772359" sldId="262"/>
            <ac:spMk id="24" creationId="{F0D7E859-0DEA-D2DC-51E7-F72A86C2384D}"/>
          </ac:spMkLst>
        </pc:spChg>
        <pc:spChg chg="mod">
          <ac:chgData name="Li, Sean" userId="f16ec6ca-d59c-400a-9237-f95c57e438ac" providerId="ADAL" clId="{2B73DA27-A652-4C28-9D2A-E91426AF9C9B}" dt="2025-06-18T09:19:45.036" v="7659" actId="1036"/>
          <ac:spMkLst>
            <pc:docMk/>
            <pc:sldMk cId="4093772359" sldId="262"/>
            <ac:spMk id="25" creationId="{06E27E1E-00A7-FC0B-995C-E405EFE69F46}"/>
          </ac:spMkLst>
        </pc:spChg>
        <pc:spChg chg="mod">
          <ac:chgData name="Li, Sean" userId="f16ec6ca-d59c-400a-9237-f95c57e438ac" providerId="ADAL" clId="{2B73DA27-A652-4C28-9D2A-E91426AF9C9B}" dt="2025-06-18T09:18:41.953" v="7600" actId="1076"/>
          <ac:spMkLst>
            <pc:docMk/>
            <pc:sldMk cId="4093772359" sldId="262"/>
            <ac:spMk id="26" creationId="{063DA29E-7BB2-89E7-992E-DDF0BB34455E}"/>
          </ac:spMkLst>
        </pc:spChg>
        <pc:spChg chg="mod topLvl">
          <ac:chgData name="Li, Sean" userId="f16ec6ca-d59c-400a-9237-f95c57e438ac" providerId="ADAL" clId="{2B73DA27-A652-4C28-9D2A-E91426AF9C9B}" dt="2025-06-18T09:05:13.638" v="7293" actId="165"/>
          <ac:spMkLst>
            <pc:docMk/>
            <pc:sldMk cId="4093772359" sldId="262"/>
            <ac:spMk id="30" creationId="{B9EAF47C-EFC2-EAC6-03F0-8522F6F9D01D}"/>
          </ac:spMkLst>
        </pc:spChg>
        <pc:spChg chg="add mod topLvl">
          <ac:chgData name="Li, Sean" userId="f16ec6ca-d59c-400a-9237-f95c57e438ac" providerId="ADAL" clId="{2B73DA27-A652-4C28-9D2A-E91426AF9C9B}" dt="2025-06-18T09:05:58.828" v="7298" actId="14100"/>
          <ac:spMkLst>
            <pc:docMk/>
            <pc:sldMk cId="4093772359" sldId="262"/>
            <ac:spMk id="31" creationId="{7D396572-05CE-5ADD-9019-36EFB45BB963}"/>
          </ac:spMkLst>
        </pc:spChg>
        <pc:spChg chg="mod topLvl">
          <ac:chgData name="Li, Sean" userId="f16ec6ca-d59c-400a-9237-f95c57e438ac" providerId="ADAL" clId="{2B73DA27-A652-4C28-9D2A-E91426AF9C9B}" dt="2025-06-18T09:05:13.638" v="7293" actId="165"/>
          <ac:spMkLst>
            <pc:docMk/>
            <pc:sldMk cId="4093772359" sldId="262"/>
            <ac:spMk id="32" creationId="{85B2C3D6-4EB9-5F5A-0FF1-4920225E4364}"/>
          </ac:spMkLst>
        </pc:spChg>
        <pc:spChg chg="add mod topLvl">
          <ac:chgData name="Li, Sean" userId="f16ec6ca-d59c-400a-9237-f95c57e438ac" providerId="ADAL" clId="{2B73DA27-A652-4C28-9D2A-E91426AF9C9B}" dt="2025-06-18T09:05:13.638" v="7293" actId="165"/>
          <ac:spMkLst>
            <pc:docMk/>
            <pc:sldMk cId="4093772359" sldId="262"/>
            <ac:spMk id="33" creationId="{AF2C8225-E5A4-3372-DEF1-89948BA7FD55}"/>
          </ac:spMkLst>
        </pc:spChg>
        <pc:spChg chg="mod">
          <ac:chgData name="Li, Sean" userId="f16ec6ca-d59c-400a-9237-f95c57e438ac" providerId="ADAL" clId="{2B73DA27-A652-4C28-9D2A-E91426AF9C9B}" dt="2025-06-18T09:19:45.036" v="7659" actId="1036"/>
          <ac:spMkLst>
            <pc:docMk/>
            <pc:sldMk cId="4093772359" sldId="262"/>
            <ac:spMk id="34" creationId="{D6013B48-6736-45E5-2479-578773A66BD8}"/>
          </ac:spMkLst>
        </pc:spChg>
        <pc:spChg chg="mod">
          <ac:chgData name="Li, Sean" userId="f16ec6ca-d59c-400a-9237-f95c57e438ac" providerId="ADAL" clId="{2B73DA27-A652-4C28-9D2A-E91426AF9C9B}" dt="2025-06-18T09:19:45.036" v="7659" actId="1036"/>
          <ac:spMkLst>
            <pc:docMk/>
            <pc:sldMk cId="4093772359" sldId="262"/>
            <ac:spMk id="35" creationId="{F19ACB70-F869-D51C-4D43-78A96615598E}"/>
          </ac:spMkLst>
        </pc:spChg>
        <pc:spChg chg="mod">
          <ac:chgData name="Li, Sean" userId="f16ec6ca-d59c-400a-9237-f95c57e438ac" providerId="ADAL" clId="{2B73DA27-A652-4C28-9D2A-E91426AF9C9B}" dt="2025-06-18T09:19:45.036" v="7659" actId="1036"/>
          <ac:spMkLst>
            <pc:docMk/>
            <pc:sldMk cId="4093772359" sldId="262"/>
            <ac:spMk id="36" creationId="{84BAAEAE-8FF3-F239-4889-E41B7BCFEF95}"/>
          </ac:spMkLst>
        </pc:spChg>
        <pc:spChg chg="mod">
          <ac:chgData name="Li, Sean" userId="f16ec6ca-d59c-400a-9237-f95c57e438ac" providerId="ADAL" clId="{2B73DA27-A652-4C28-9D2A-E91426AF9C9B}" dt="2025-06-18T09:19:45.036" v="7659" actId="1036"/>
          <ac:spMkLst>
            <pc:docMk/>
            <pc:sldMk cId="4093772359" sldId="262"/>
            <ac:spMk id="37" creationId="{FB812BE4-43FC-DE42-23FB-8F6D980CF5AB}"/>
          </ac:spMkLst>
        </pc:spChg>
        <pc:spChg chg="mod">
          <ac:chgData name="Li, Sean" userId="f16ec6ca-d59c-400a-9237-f95c57e438ac" providerId="ADAL" clId="{2B73DA27-A652-4C28-9D2A-E91426AF9C9B}" dt="2025-06-18T09:19:45.036" v="7659" actId="1036"/>
          <ac:spMkLst>
            <pc:docMk/>
            <pc:sldMk cId="4093772359" sldId="262"/>
            <ac:spMk id="39" creationId="{387E1FAE-4CA2-E48F-C4AB-4899FB1339B5}"/>
          </ac:spMkLst>
        </pc:spChg>
        <pc:spChg chg="mod">
          <ac:chgData name="Li, Sean" userId="f16ec6ca-d59c-400a-9237-f95c57e438ac" providerId="ADAL" clId="{2B73DA27-A652-4C28-9D2A-E91426AF9C9B}" dt="2025-06-18T09:19:45.036" v="7659" actId="1036"/>
          <ac:spMkLst>
            <pc:docMk/>
            <pc:sldMk cId="4093772359" sldId="262"/>
            <ac:spMk id="40" creationId="{3D1413BA-CF5B-B0A0-386B-A535CB8CC7EC}"/>
          </ac:spMkLst>
        </pc:spChg>
        <pc:spChg chg="mod">
          <ac:chgData name="Li, Sean" userId="f16ec6ca-d59c-400a-9237-f95c57e438ac" providerId="ADAL" clId="{2B73DA27-A652-4C28-9D2A-E91426AF9C9B}" dt="2025-06-18T09:19:45.036" v="7659" actId="1036"/>
          <ac:spMkLst>
            <pc:docMk/>
            <pc:sldMk cId="4093772359" sldId="262"/>
            <ac:spMk id="43" creationId="{CD137994-4E8A-653E-D20D-C4246520987E}"/>
          </ac:spMkLst>
        </pc:spChg>
        <pc:spChg chg="mod">
          <ac:chgData name="Li, Sean" userId="f16ec6ca-d59c-400a-9237-f95c57e438ac" providerId="ADAL" clId="{2B73DA27-A652-4C28-9D2A-E91426AF9C9B}" dt="2025-06-18T09:03:49.879" v="7263" actId="1037"/>
          <ac:spMkLst>
            <pc:docMk/>
            <pc:sldMk cId="4093772359" sldId="262"/>
            <ac:spMk id="47" creationId="{D1572BDA-58DB-F857-E29C-A34709C098AB}"/>
          </ac:spMkLst>
        </pc:spChg>
        <pc:spChg chg="mod">
          <ac:chgData name="Li, Sean" userId="f16ec6ca-d59c-400a-9237-f95c57e438ac" providerId="ADAL" clId="{2B73DA27-A652-4C28-9D2A-E91426AF9C9B}" dt="2025-06-18T09:11:21.458" v="7411" actId="1035"/>
          <ac:spMkLst>
            <pc:docMk/>
            <pc:sldMk cId="4093772359" sldId="262"/>
            <ac:spMk id="48" creationId="{62226CFE-2BA7-0B3C-DF30-DE9BADD40BB3}"/>
          </ac:spMkLst>
        </pc:spChg>
        <pc:spChg chg="mod">
          <ac:chgData name="Li, Sean" userId="f16ec6ca-d59c-400a-9237-f95c57e438ac" providerId="ADAL" clId="{2B73DA27-A652-4C28-9D2A-E91426AF9C9B}" dt="2025-06-18T09:11:21.458" v="7411" actId="1035"/>
          <ac:spMkLst>
            <pc:docMk/>
            <pc:sldMk cId="4093772359" sldId="262"/>
            <ac:spMk id="49" creationId="{2D087213-DEBB-15A9-D8AB-8DB359ADD1E0}"/>
          </ac:spMkLst>
        </pc:spChg>
        <pc:spChg chg="mod">
          <ac:chgData name="Li, Sean" userId="f16ec6ca-d59c-400a-9237-f95c57e438ac" providerId="ADAL" clId="{2B73DA27-A652-4C28-9D2A-E91426AF9C9B}" dt="2025-06-18T09:18:41.953" v="7600" actId="1076"/>
          <ac:spMkLst>
            <pc:docMk/>
            <pc:sldMk cId="4093772359" sldId="262"/>
            <ac:spMk id="50" creationId="{60CC4E88-55D1-D6E5-2694-F681A476467B}"/>
          </ac:spMkLst>
        </pc:spChg>
        <pc:spChg chg="mod">
          <ac:chgData name="Li, Sean" userId="f16ec6ca-d59c-400a-9237-f95c57e438ac" providerId="ADAL" clId="{2B73DA27-A652-4C28-9D2A-E91426AF9C9B}" dt="2025-06-18T09:18:41.953" v="7600" actId="1076"/>
          <ac:spMkLst>
            <pc:docMk/>
            <pc:sldMk cId="4093772359" sldId="262"/>
            <ac:spMk id="51" creationId="{BAC5B2EC-7D82-220B-069D-E06F5D938D22}"/>
          </ac:spMkLst>
        </pc:spChg>
        <pc:spChg chg="mod">
          <ac:chgData name="Li, Sean" userId="f16ec6ca-d59c-400a-9237-f95c57e438ac" providerId="ADAL" clId="{2B73DA27-A652-4C28-9D2A-E91426AF9C9B}" dt="2025-06-18T09:18:41.953" v="7600" actId="1076"/>
          <ac:spMkLst>
            <pc:docMk/>
            <pc:sldMk cId="4093772359" sldId="262"/>
            <ac:spMk id="52" creationId="{BA4A2C9E-8701-6B93-725D-DBB799E91526}"/>
          </ac:spMkLst>
        </pc:spChg>
        <pc:spChg chg="mod">
          <ac:chgData name="Li, Sean" userId="f16ec6ca-d59c-400a-9237-f95c57e438ac" providerId="ADAL" clId="{2B73DA27-A652-4C28-9D2A-E91426AF9C9B}" dt="2025-06-18T09:18:41.953" v="7600" actId="1076"/>
          <ac:spMkLst>
            <pc:docMk/>
            <pc:sldMk cId="4093772359" sldId="262"/>
            <ac:spMk id="53" creationId="{5D15035A-B0C1-6A0C-6EAB-8930546AF3E8}"/>
          </ac:spMkLst>
        </pc:spChg>
        <pc:spChg chg="mod">
          <ac:chgData name="Li, Sean" userId="f16ec6ca-d59c-400a-9237-f95c57e438ac" providerId="ADAL" clId="{2B73DA27-A652-4C28-9D2A-E91426AF9C9B}" dt="2025-06-18T09:18:41.953" v="7600" actId="1076"/>
          <ac:spMkLst>
            <pc:docMk/>
            <pc:sldMk cId="4093772359" sldId="262"/>
            <ac:spMk id="54" creationId="{3E8C5560-678F-E4C7-A9E3-2ACF90503CE9}"/>
          </ac:spMkLst>
        </pc:spChg>
        <pc:spChg chg="mod">
          <ac:chgData name="Li, Sean" userId="f16ec6ca-d59c-400a-9237-f95c57e438ac" providerId="ADAL" clId="{2B73DA27-A652-4C28-9D2A-E91426AF9C9B}" dt="2025-06-18T09:18:41.953" v="7600" actId="1076"/>
          <ac:spMkLst>
            <pc:docMk/>
            <pc:sldMk cId="4093772359" sldId="262"/>
            <ac:spMk id="55" creationId="{010DAE86-A605-54DC-9D76-FA2584491653}"/>
          </ac:spMkLst>
        </pc:spChg>
        <pc:spChg chg="mod">
          <ac:chgData name="Li, Sean" userId="f16ec6ca-d59c-400a-9237-f95c57e438ac" providerId="ADAL" clId="{2B73DA27-A652-4C28-9D2A-E91426AF9C9B}" dt="2025-06-18T09:18:41.953" v="7600" actId="1076"/>
          <ac:spMkLst>
            <pc:docMk/>
            <pc:sldMk cId="4093772359" sldId="262"/>
            <ac:spMk id="56" creationId="{FB916D35-2CE4-7C33-4160-823C4B807F8F}"/>
          </ac:spMkLst>
        </pc:spChg>
        <pc:spChg chg="mod">
          <ac:chgData name="Li, Sean" userId="f16ec6ca-d59c-400a-9237-f95c57e438ac" providerId="ADAL" clId="{2B73DA27-A652-4C28-9D2A-E91426AF9C9B}" dt="2025-06-18T09:32:35.437" v="7842" actId="1035"/>
          <ac:spMkLst>
            <pc:docMk/>
            <pc:sldMk cId="4093772359" sldId="262"/>
            <ac:spMk id="57" creationId="{33414A67-E478-A237-E006-F41F26F4D143}"/>
          </ac:spMkLst>
        </pc:spChg>
        <pc:spChg chg="add mod">
          <ac:chgData name="Li, Sean" userId="f16ec6ca-d59c-400a-9237-f95c57e438ac" providerId="ADAL" clId="{2B73DA27-A652-4C28-9D2A-E91426AF9C9B}" dt="2025-06-18T09:32:35.437" v="7842" actId="1035"/>
          <ac:spMkLst>
            <pc:docMk/>
            <pc:sldMk cId="4093772359" sldId="262"/>
            <ac:spMk id="58" creationId="{E94F89AF-046C-F95B-37F0-08621C73FD46}"/>
          </ac:spMkLst>
        </pc:spChg>
        <pc:spChg chg="add mod">
          <ac:chgData name="Li, Sean" userId="f16ec6ca-d59c-400a-9237-f95c57e438ac" providerId="ADAL" clId="{2B73DA27-A652-4C28-9D2A-E91426AF9C9B}" dt="2025-06-18T09:32:35.437" v="7842" actId="1035"/>
          <ac:spMkLst>
            <pc:docMk/>
            <pc:sldMk cId="4093772359" sldId="262"/>
            <ac:spMk id="59" creationId="{6880C8DC-CAD6-14EA-B5E1-2207F4004FFB}"/>
          </ac:spMkLst>
        </pc:spChg>
        <pc:spChg chg="add mod modVis">
          <ac:chgData name="Li, Sean" userId="f16ec6ca-d59c-400a-9237-f95c57e438ac" providerId="ADAL" clId="{2B73DA27-A652-4C28-9D2A-E91426AF9C9B}" dt="2025-06-18T09:12:43.181" v="7458" actId="14100"/>
          <ac:spMkLst>
            <pc:docMk/>
            <pc:sldMk cId="4093772359" sldId="262"/>
            <ac:spMk id="61" creationId="{30C17694-A5D7-A7A8-4FFE-B60B0A57FD68}"/>
          </ac:spMkLst>
        </pc:spChg>
        <pc:spChg chg="add mod modVis">
          <ac:chgData name="Li, Sean" userId="f16ec6ca-d59c-400a-9237-f95c57e438ac" providerId="ADAL" clId="{2B73DA27-A652-4C28-9D2A-E91426AF9C9B}" dt="2025-06-18T09:09:02.571" v="7367" actId="14429"/>
          <ac:spMkLst>
            <pc:docMk/>
            <pc:sldMk cId="4093772359" sldId="262"/>
            <ac:spMk id="62" creationId="{15BA71DB-1E05-B426-5645-6F2D4DD20617}"/>
          </ac:spMkLst>
        </pc:spChg>
        <pc:spChg chg="add del mod">
          <ac:chgData name="Li, Sean" userId="f16ec6ca-d59c-400a-9237-f95c57e438ac" providerId="ADAL" clId="{2B73DA27-A652-4C28-9D2A-E91426AF9C9B}" dt="2025-06-18T09:04:33.983" v="7289" actId="478"/>
          <ac:spMkLst>
            <pc:docMk/>
            <pc:sldMk cId="4093772359" sldId="262"/>
            <ac:spMk id="65" creationId="{2402B419-FEA2-BAE5-3458-C66A551F4C66}"/>
          </ac:spMkLst>
        </pc:spChg>
        <pc:spChg chg="add mod">
          <ac:chgData name="Li, Sean" userId="f16ec6ca-d59c-400a-9237-f95c57e438ac" providerId="ADAL" clId="{2B73DA27-A652-4C28-9D2A-E91426AF9C9B}" dt="2025-06-18T09:16:15.953" v="7500" actId="12789"/>
          <ac:spMkLst>
            <pc:docMk/>
            <pc:sldMk cId="4093772359" sldId="262"/>
            <ac:spMk id="67" creationId="{A7EFBE0F-9157-2C73-E69F-F7BE8ECBAF20}"/>
          </ac:spMkLst>
        </pc:spChg>
        <pc:spChg chg="add mod">
          <ac:chgData name="Li, Sean" userId="f16ec6ca-d59c-400a-9237-f95c57e438ac" providerId="ADAL" clId="{2B73DA27-A652-4C28-9D2A-E91426AF9C9B}" dt="2025-06-18T09:16:15.953" v="7500" actId="12789"/>
          <ac:spMkLst>
            <pc:docMk/>
            <pc:sldMk cId="4093772359" sldId="262"/>
            <ac:spMk id="68" creationId="{21EE7614-96E2-9941-A380-345AD8E15ACE}"/>
          </ac:spMkLst>
        </pc:spChg>
        <pc:spChg chg="add mod">
          <ac:chgData name="Li, Sean" userId="f16ec6ca-d59c-400a-9237-f95c57e438ac" providerId="ADAL" clId="{2B73DA27-A652-4C28-9D2A-E91426AF9C9B}" dt="2025-06-18T09:16:15.953" v="7500" actId="12789"/>
          <ac:spMkLst>
            <pc:docMk/>
            <pc:sldMk cId="4093772359" sldId="262"/>
            <ac:spMk id="69" creationId="{F9CB03A5-8599-823F-C42C-C0E1FE2AD3B7}"/>
          </ac:spMkLst>
        </pc:spChg>
        <pc:spChg chg="add mod">
          <ac:chgData name="Li, Sean" userId="f16ec6ca-d59c-400a-9237-f95c57e438ac" providerId="ADAL" clId="{2B73DA27-A652-4C28-9D2A-E91426AF9C9B}" dt="2025-06-18T09:16:33.456" v="7510" actId="1076"/>
          <ac:spMkLst>
            <pc:docMk/>
            <pc:sldMk cId="4093772359" sldId="262"/>
            <ac:spMk id="70" creationId="{384E0D5A-D469-B692-3251-4197C0633670}"/>
          </ac:spMkLst>
        </pc:spChg>
        <pc:spChg chg="add mod">
          <ac:chgData name="Li, Sean" userId="f16ec6ca-d59c-400a-9237-f95c57e438ac" providerId="ADAL" clId="{2B73DA27-A652-4C28-9D2A-E91426AF9C9B}" dt="2025-06-18T09:15:52.580" v="7496" actId="121"/>
          <ac:spMkLst>
            <pc:docMk/>
            <pc:sldMk cId="4093772359" sldId="262"/>
            <ac:spMk id="71" creationId="{A0059666-4AFD-53D5-09BA-DDA2254691E2}"/>
          </ac:spMkLst>
        </pc:spChg>
        <pc:spChg chg="add del mod ord">
          <ac:chgData name="Li, Sean" userId="f16ec6ca-d59c-400a-9237-f95c57e438ac" providerId="ADAL" clId="{2B73DA27-A652-4C28-9D2A-E91426AF9C9B}" dt="2025-06-18T09:12:55.249" v="7462" actId="478"/>
          <ac:spMkLst>
            <pc:docMk/>
            <pc:sldMk cId="4093772359" sldId="262"/>
            <ac:spMk id="72" creationId="{551CB307-D567-6DBD-C5AA-51871234FC65}"/>
          </ac:spMkLst>
        </pc:spChg>
        <pc:spChg chg="add mod ord">
          <ac:chgData name="Li, Sean" userId="f16ec6ca-d59c-400a-9237-f95c57e438ac" providerId="ADAL" clId="{2B73DA27-A652-4C28-9D2A-E91426AF9C9B}" dt="2025-06-18T09:19:17.863" v="7629" actId="14100"/>
          <ac:spMkLst>
            <pc:docMk/>
            <pc:sldMk cId="4093772359" sldId="262"/>
            <ac:spMk id="75" creationId="{689E3F2A-10E4-07E2-E6CE-82ACB8DE27C7}"/>
          </ac:spMkLst>
        </pc:spChg>
        <pc:spChg chg="add mod">
          <ac:chgData name="Li, Sean" userId="f16ec6ca-d59c-400a-9237-f95c57e438ac" providerId="ADAL" clId="{2B73DA27-A652-4C28-9D2A-E91426AF9C9B}" dt="2025-06-18T09:17:10.359" v="7555" actId="12789"/>
          <ac:spMkLst>
            <pc:docMk/>
            <pc:sldMk cId="4093772359" sldId="262"/>
            <ac:spMk id="78" creationId="{B5F1C151-4747-5B24-B5C2-00272716D5B1}"/>
          </ac:spMkLst>
        </pc:spChg>
        <pc:spChg chg="add mod">
          <ac:chgData name="Li, Sean" userId="f16ec6ca-d59c-400a-9237-f95c57e438ac" providerId="ADAL" clId="{2B73DA27-A652-4C28-9D2A-E91426AF9C9B}" dt="2025-06-18T09:17:14.666" v="7568" actId="20577"/>
          <ac:spMkLst>
            <pc:docMk/>
            <pc:sldMk cId="4093772359" sldId="262"/>
            <ac:spMk id="79" creationId="{5E5048AA-4FE5-7687-083B-4E7A9FDB4D2B}"/>
          </ac:spMkLst>
        </pc:spChg>
        <pc:spChg chg="add mod">
          <ac:chgData name="Li, Sean" userId="f16ec6ca-d59c-400a-9237-f95c57e438ac" providerId="ADAL" clId="{2B73DA27-A652-4C28-9D2A-E91426AF9C9B}" dt="2025-06-18T09:17:18.021" v="7571" actId="20577"/>
          <ac:spMkLst>
            <pc:docMk/>
            <pc:sldMk cId="4093772359" sldId="262"/>
            <ac:spMk id="80" creationId="{7DF2C128-D6F1-C781-9F0E-4DA759EB4217}"/>
          </ac:spMkLst>
        </pc:spChg>
        <pc:spChg chg="add mod">
          <ac:chgData name="Li, Sean" userId="f16ec6ca-d59c-400a-9237-f95c57e438ac" providerId="ADAL" clId="{2B73DA27-A652-4C28-9D2A-E91426AF9C9B}" dt="2025-06-18T09:17:22.087" v="7579" actId="20577"/>
          <ac:spMkLst>
            <pc:docMk/>
            <pc:sldMk cId="4093772359" sldId="262"/>
            <ac:spMk id="81" creationId="{DCA37BC3-C37F-E00D-0A4A-F925C803FCE7}"/>
          </ac:spMkLst>
        </pc:spChg>
        <pc:spChg chg="add mod">
          <ac:chgData name="Li, Sean" userId="f16ec6ca-d59c-400a-9237-f95c57e438ac" providerId="ADAL" clId="{2B73DA27-A652-4C28-9D2A-E91426AF9C9B}" dt="2025-06-18T09:17:26.215" v="7594" actId="20577"/>
          <ac:spMkLst>
            <pc:docMk/>
            <pc:sldMk cId="4093772359" sldId="262"/>
            <ac:spMk id="82" creationId="{5A8BE4E9-5C3D-320D-3E8D-E9587CEB436C}"/>
          </ac:spMkLst>
        </pc:spChg>
        <pc:spChg chg="add mod">
          <ac:chgData name="Li, Sean" userId="f16ec6ca-d59c-400a-9237-f95c57e438ac" providerId="ADAL" clId="{2B73DA27-A652-4C28-9D2A-E91426AF9C9B}" dt="2025-06-18T09:21:05.263" v="7714" actId="14100"/>
          <ac:spMkLst>
            <pc:docMk/>
            <pc:sldMk cId="4093772359" sldId="262"/>
            <ac:spMk id="87" creationId="{2F512B39-229A-C9A3-E12F-37E02ED4AFFB}"/>
          </ac:spMkLst>
        </pc:spChg>
        <pc:spChg chg="add mod ord">
          <ac:chgData name="Li, Sean" userId="f16ec6ca-d59c-400a-9237-f95c57e438ac" providerId="ADAL" clId="{2B73DA27-A652-4C28-9D2A-E91426AF9C9B}" dt="2025-06-18T09:21:41.851" v="7725" actId="167"/>
          <ac:spMkLst>
            <pc:docMk/>
            <pc:sldMk cId="4093772359" sldId="262"/>
            <ac:spMk id="88" creationId="{2EA66EF8-CC38-71D6-9965-5C3413D17FC2}"/>
          </ac:spMkLst>
        </pc:spChg>
        <pc:spChg chg="mod">
          <ac:chgData name="Li, Sean" userId="f16ec6ca-d59c-400a-9237-f95c57e438ac" providerId="ADAL" clId="{2B73DA27-A652-4C28-9D2A-E91426AF9C9B}" dt="2025-06-18T09:38:40.269" v="7851"/>
          <ac:spMkLst>
            <pc:docMk/>
            <pc:sldMk cId="4093772359" sldId="262"/>
            <ac:spMk id="94" creationId="{E7C71D56-2ECA-62F2-93DC-635DC1B14C1C}"/>
          </ac:spMkLst>
        </pc:spChg>
        <pc:grpChg chg="del mod">
          <ac:chgData name="Li, Sean" userId="f16ec6ca-d59c-400a-9237-f95c57e438ac" providerId="ADAL" clId="{2B73DA27-A652-4C28-9D2A-E91426AF9C9B}" dt="2025-06-18T09:38:40.021" v="7850" actId="478"/>
          <ac:grpSpMkLst>
            <pc:docMk/>
            <pc:sldMk cId="4093772359" sldId="262"/>
            <ac:grpSpMk id="44" creationId="{F9654EF0-BF0A-0E30-8D20-AB3B4772D8B1}"/>
          </ac:grpSpMkLst>
        </pc:grpChg>
        <pc:grpChg chg="mod">
          <ac:chgData name="Li, Sean" userId="f16ec6ca-d59c-400a-9237-f95c57e438ac" providerId="ADAL" clId="{2B73DA27-A652-4C28-9D2A-E91426AF9C9B}" dt="2025-06-18T09:40:05.680" v="7857" actId="14100"/>
          <ac:grpSpMkLst>
            <pc:docMk/>
            <pc:sldMk cId="4093772359" sldId="262"/>
            <ac:grpSpMk id="64" creationId="{E85D7387-7D21-715D-0681-E6CB787E83BB}"/>
          </ac:grpSpMkLst>
        </pc:grpChg>
        <pc:grpChg chg="add del mod">
          <ac:chgData name="Li, Sean" userId="f16ec6ca-d59c-400a-9237-f95c57e438ac" providerId="ADAL" clId="{2B73DA27-A652-4C28-9D2A-E91426AF9C9B}" dt="2025-06-18T09:05:13.638" v="7293" actId="165"/>
          <ac:grpSpMkLst>
            <pc:docMk/>
            <pc:sldMk cId="4093772359" sldId="262"/>
            <ac:grpSpMk id="66" creationId="{8BD9AADF-1A84-55A7-EEDC-50B2437333E9}"/>
          </ac:grpSpMkLst>
        </pc:grpChg>
        <pc:grpChg chg="add mod">
          <ac:chgData name="Li, Sean" userId="f16ec6ca-d59c-400a-9237-f95c57e438ac" providerId="ADAL" clId="{2B73DA27-A652-4C28-9D2A-E91426AF9C9B}" dt="2025-06-18T09:23:50.992" v="7737" actId="164"/>
          <ac:grpSpMkLst>
            <pc:docMk/>
            <pc:sldMk cId="4093772359" sldId="262"/>
            <ac:grpSpMk id="90" creationId="{4AB4ADBB-491E-C1E2-2FB0-393E01BF3D8F}"/>
          </ac:grpSpMkLst>
        </pc:grpChg>
        <pc:grpChg chg="add mod">
          <ac:chgData name="Li, Sean" userId="f16ec6ca-d59c-400a-9237-f95c57e438ac" providerId="ADAL" clId="{2B73DA27-A652-4C28-9D2A-E91426AF9C9B}" dt="2025-06-18T09:24:35.050" v="7752" actId="1076"/>
          <ac:grpSpMkLst>
            <pc:docMk/>
            <pc:sldMk cId="4093772359" sldId="262"/>
            <ac:grpSpMk id="92" creationId="{B06DFA4F-F70C-6E30-8AA8-C33A58E58835}"/>
          </ac:grpSpMkLst>
        </pc:grpChg>
        <pc:grpChg chg="add del mod">
          <ac:chgData name="Li, Sean" userId="f16ec6ca-d59c-400a-9237-f95c57e438ac" providerId="ADAL" clId="{2B73DA27-A652-4C28-9D2A-E91426AF9C9B}" dt="2025-06-18T09:39:51.991" v="7853" actId="478"/>
          <ac:grpSpMkLst>
            <pc:docMk/>
            <pc:sldMk cId="4093772359" sldId="262"/>
            <ac:grpSpMk id="93" creationId="{50392C32-A462-8440-F529-E26D515E9F21}"/>
          </ac:grpSpMkLst>
        </pc:grpChg>
        <pc:graphicFrameChg chg="mod">
          <ac:chgData name="Li, Sean" userId="f16ec6ca-d59c-400a-9237-f95c57e438ac" providerId="ADAL" clId="{2B73DA27-A652-4C28-9D2A-E91426AF9C9B}" dt="2025-06-18T09:19:38.052" v="7645" actId="1035"/>
          <ac:graphicFrameMkLst>
            <pc:docMk/>
            <pc:sldMk cId="4093772359" sldId="262"/>
            <ac:graphicFrameMk id="17" creationId="{2B33C740-AE78-2261-E0EB-EB1BF94B7E88}"/>
          </ac:graphicFrameMkLst>
        </pc:graphicFrameChg>
        <pc:graphicFrameChg chg="mod modGraphic">
          <ac:chgData name="Li, Sean" userId="f16ec6ca-d59c-400a-9237-f95c57e438ac" providerId="ADAL" clId="{2B73DA27-A652-4C28-9D2A-E91426AF9C9B}" dt="2025-06-18T18:35:36.792" v="7951" actId="20577"/>
          <ac:graphicFrameMkLst>
            <pc:docMk/>
            <pc:sldMk cId="4093772359" sldId="262"/>
            <ac:graphicFrameMk id="41" creationId="{CA1D1A04-0035-392F-7FB2-9A1BC8EB370B}"/>
          </ac:graphicFrameMkLst>
        </pc:graphicFrameChg>
        <pc:graphicFrameChg chg="del">
          <ac:chgData name="Li, Sean" userId="f16ec6ca-d59c-400a-9237-f95c57e438ac" providerId="ADAL" clId="{2B73DA27-A652-4C28-9D2A-E91426AF9C9B}" dt="2025-06-18T09:04:41.176" v="7290" actId="478"/>
          <ac:graphicFrameMkLst>
            <pc:docMk/>
            <pc:sldMk cId="4093772359" sldId="262"/>
            <ac:graphicFrameMk id="42" creationId="{2A18D1AD-10E0-3CF9-EEBB-E409584D7428}"/>
          </ac:graphicFrameMkLst>
        </pc:graphicFrameChg>
        <pc:graphicFrameChg chg="mod">
          <ac:chgData name="Li, Sean" userId="f16ec6ca-d59c-400a-9237-f95c57e438ac" providerId="ADAL" clId="{2B73DA27-A652-4C28-9D2A-E91426AF9C9B}" dt="2025-06-18T09:34:03.338" v="7849"/>
          <ac:graphicFrameMkLst>
            <pc:docMk/>
            <pc:sldMk cId="4093772359" sldId="262"/>
            <ac:graphicFrameMk id="46" creationId="{8E3D029A-7ABD-C89D-22AA-67F834208D9C}"/>
          </ac:graphicFrameMkLst>
        </pc:graphicFrameChg>
        <pc:graphicFrameChg chg="mod modGraphic">
          <ac:chgData name="Li, Sean" userId="f16ec6ca-d59c-400a-9237-f95c57e438ac" providerId="ADAL" clId="{2B73DA27-A652-4C28-9D2A-E91426AF9C9B}" dt="2025-06-18T09:31:25.122" v="7824" actId="20577"/>
          <ac:graphicFrameMkLst>
            <pc:docMk/>
            <pc:sldMk cId="4093772359" sldId="262"/>
            <ac:graphicFrameMk id="60" creationId="{514EFBB1-12B1-9CF1-4A4B-B37D89B87A58}"/>
          </ac:graphicFrameMkLst>
        </pc:graphicFrameChg>
        <pc:graphicFrameChg chg="mod">
          <ac:chgData name="Li, Sean" userId="f16ec6ca-d59c-400a-9237-f95c57e438ac" providerId="ADAL" clId="{2B73DA27-A652-4C28-9D2A-E91426AF9C9B}" dt="2025-06-18T09:40:10.625" v="7860"/>
          <ac:graphicFrameMkLst>
            <pc:docMk/>
            <pc:sldMk cId="4093772359" sldId="262"/>
            <ac:graphicFrameMk id="76" creationId="{A7043DBE-F24B-4B67-2748-4F202377A998}"/>
          </ac:graphicFrameMkLst>
        </pc:graphicFrameChg>
        <pc:graphicFrameChg chg="mod">
          <ac:chgData name="Li, Sean" userId="f16ec6ca-d59c-400a-9237-f95c57e438ac" providerId="ADAL" clId="{2B73DA27-A652-4C28-9D2A-E91426AF9C9B}" dt="2025-06-18T09:38:40.269" v="7851"/>
          <ac:graphicFrameMkLst>
            <pc:docMk/>
            <pc:sldMk cId="4093772359" sldId="262"/>
            <ac:graphicFrameMk id="95" creationId="{CB591E73-6F3A-A5B4-A75D-6B9F8E31D781}"/>
          </ac:graphicFrameMkLst>
        </pc:graphicFrameChg>
        <pc:picChg chg="mod ord">
          <ac:chgData name="Li, Sean" userId="f16ec6ca-d59c-400a-9237-f95c57e438ac" providerId="ADAL" clId="{2B73DA27-A652-4C28-9D2A-E91426AF9C9B}" dt="2025-06-18T18:30:04.144" v="7876" actId="166"/>
          <ac:picMkLst>
            <pc:docMk/>
            <pc:sldMk cId="4093772359" sldId="262"/>
            <ac:picMk id="12" creationId="{37BE3FBC-7378-4F30-6F79-AB191E3E6E17}"/>
          </ac:picMkLst>
        </pc:picChg>
        <pc:picChg chg="mod modVis">
          <ac:chgData name="Li, Sean" userId="f16ec6ca-d59c-400a-9237-f95c57e438ac" providerId="ADAL" clId="{2B73DA27-A652-4C28-9D2A-E91426AF9C9B}" dt="2025-06-18T09:40:27.670" v="7861" actId="14429"/>
          <ac:picMkLst>
            <pc:docMk/>
            <pc:sldMk cId="4093772359" sldId="262"/>
            <ac:picMk id="13" creationId="{7BB7965E-EBEC-E7CB-F6E8-8B4A86214B00}"/>
          </ac:picMkLst>
        </pc:picChg>
        <pc:picChg chg="mod">
          <ac:chgData name="Li, Sean" userId="f16ec6ca-d59c-400a-9237-f95c57e438ac" providerId="ADAL" clId="{2B73DA27-A652-4C28-9D2A-E91426AF9C9B}" dt="2025-06-18T09:11:21.458" v="7411" actId="1035"/>
          <ac:picMkLst>
            <pc:docMk/>
            <pc:sldMk cId="4093772359" sldId="262"/>
            <ac:picMk id="15" creationId="{3F7347D7-0EBF-E0E1-1405-1DD66C60E42C}"/>
          </ac:picMkLst>
        </pc:picChg>
        <pc:picChg chg="add del mod topLvl modCrop">
          <ac:chgData name="Li, Sean" userId="f16ec6ca-d59c-400a-9237-f95c57e438ac" providerId="ADAL" clId="{2B73DA27-A652-4C28-9D2A-E91426AF9C9B}" dt="2025-06-18T09:15:44.026" v="7493" actId="14100"/>
          <ac:picMkLst>
            <pc:docMk/>
            <pc:sldMk cId="4093772359" sldId="262"/>
            <ac:picMk id="28" creationId="{5E64B646-4458-BC9C-BA9A-C24C461272B5}"/>
          </ac:picMkLst>
        </pc:picChg>
        <pc:picChg chg="add mod modVis">
          <ac:chgData name="Li, Sean" userId="f16ec6ca-d59c-400a-9237-f95c57e438ac" providerId="ADAL" clId="{2B73DA27-A652-4C28-9D2A-E91426AF9C9B}" dt="2025-06-18T09:09:01.997" v="7366" actId="14429"/>
          <ac:picMkLst>
            <pc:docMk/>
            <pc:sldMk cId="4093772359" sldId="262"/>
            <ac:picMk id="63" creationId="{5CF5A8A0-FD5C-1CB1-1AED-6A6A13C1F8E4}"/>
          </ac:picMkLst>
        </pc:picChg>
        <pc:picChg chg="add del mod ord">
          <ac:chgData name="Li, Sean" userId="f16ec6ca-d59c-400a-9237-f95c57e438ac" providerId="ADAL" clId="{2B73DA27-A652-4C28-9D2A-E91426AF9C9B}" dt="2025-06-18T09:13:16.620" v="7470" actId="478"/>
          <ac:picMkLst>
            <pc:docMk/>
            <pc:sldMk cId="4093772359" sldId="262"/>
            <ac:picMk id="73" creationId="{01741B9D-F9BB-AB38-5C2A-E7C057D24359}"/>
          </ac:picMkLst>
        </pc:picChg>
        <pc:picChg chg="add del mod ord modCrop">
          <ac:chgData name="Li, Sean" userId="f16ec6ca-d59c-400a-9237-f95c57e438ac" providerId="ADAL" clId="{2B73DA27-A652-4C28-9D2A-E91426AF9C9B}" dt="2025-06-18T09:24:25.590" v="7748" actId="164"/>
          <ac:picMkLst>
            <pc:docMk/>
            <pc:sldMk cId="4093772359" sldId="262"/>
            <ac:picMk id="74" creationId="{10C7D4B4-C8B1-B9D5-7D4D-4F4DEC77190A}"/>
          </ac:picMkLst>
        </pc:picChg>
        <pc:picChg chg="add mod">
          <ac:chgData name="Li, Sean" userId="f16ec6ca-d59c-400a-9237-f95c57e438ac" providerId="ADAL" clId="{2B73DA27-A652-4C28-9D2A-E91426AF9C9B}" dt="2025-06-18T09:14:21.982" v="7484" actId="1076"/>
          <ac:picMkLst>
            <pc:docMk/>
            <pc:sldMk cId="4093772359" sldId="262"/>
            <ac:picMk id="77" creationId="{0A9AE201-7CD8-8B53-39AE-83B187CAA0B9}"/>
          </ac:picMkLst>
        </pc:picChg>
        <pc:picChg chg="add del mod">
          <ac:chgData name="Li, Sean" userId="f16ec6ca-d59c-400a-9237-f95c57e438ac" providerId="ADAL" clId="{2B73DA27-A652-4C28-9D2A-E91426AF9C9B}" dt="2025-06-18T09:23:56.894" v="7740" actId="478"/>
          <ac:picMkLst>
            <pc:docMk/>
            <pc:sldMk cId="4093772359" sldId="262"/>
            <ac:picMk id="89" creationId="{C6B779A3-2A81-653A-9444-AF016B1655C1}"/>
          </ac:picMkLst>
        </pc:picChg>
        <pc:picChg chg="add mod">
          <ac:chgData name="Li, Sean" userId="f16ec6ca-d59c-400a-9237-f95c57e438ac" providerId="ADAL" clId="{2B73DA27-A652-4C28-9D2A-E91426AF9C9B}" dt="2025-06-18T09:24:25.590" v="7748" actId="164"/>
          <ac:picMkLst>
            <pc:docMk/>
            <pc:sldMk cId="4093772359" sldId="262"/>
            <ac:picMk id="91" creationId="{DE83745A-6242-1FFC-7874-5EDD4C9C64FD}"/>
          </ac:picMkLst>
        </pc:picChg>
        <pc:cxnChg chg="mod topLvl">
          <ac:chgData name="Li, Sean" userId="f16ec6ca-d59c-400a-9237-f95c57e438ac" providerId="ADAL" clId="{2B73DA27-A652-4C28-9D2A-E91426AF9C9B}" dt="2025-06-18T09:05:13.638" v="7293" actId="165"/>
          <ac:cxnSpMkLst>
            <pc:docMk/>
            <pc:sldMk cId="4093772359" sldId="262"/>
            <ac:cxnSpMk id="29" creationId="{36D76145-2323-72BB-0F96-A56A60FE304E}"/>
          </ac:cxnSpMkLst>
        </pc:cxnChg>
        <pc:cxnChg chg="add del mod">
          <ac:chgData name="Li, Sean" userId="f16ec6ca-d59c-400a-9237-f95c57e438ac" providerId="ADAL" clId="{2B73DA27-A652-4C28-9D2A-E91426AF9C9B}" dt="2025-06-18T09:18:52.300" v="7604" actId="478"/>
          <ac:cxnSpMkLst>
            <pc:docMk/>
            <pc:sldMk cId="4093772359" sldId="262"/>
            <ac:cxnSpMk id="84" creationId="{FA9C5C83-2FB8-6D3F-5132-7AA234A86611}"/>
          </ac:cxnSpMkLst>
        </pc:cxnChg>
        <pc:cxnChg chg="add del mod">
          <ac:chgData name="Li, Sean" userId="f16ec6ca-d59c-400a-9237-f95c57e438ac" providerId="ADAL" clId="{2B73DA27-A652-4C28-9D2A-E91426AF9C9B}" dt="2025-06-18T09:18:51.598" v="7603" actId="478"/>
          <ac:cxnSpMkLst>
            <pc:docMk/>
            <pc:sldMk cId="4093772359" sldId="262"/>
            <ac:cxnSpMk id="85" creationId="{404AA4CB-4A71-2A10-8485-37A6F9F4CB04}"/>
          </ac:cxnSpMkLst>
        </pc:cxnChg>
        <pc:cxnChg chg="add del mod">
          <ac:chgData name="Li, Sean" userId="f16ec6ca-d59c-400a-9237-f95c57e438ac" providerId="ADAL" clId="{2B73DA27-A652-4C28-9D2A-E91426AF9C9B}" dt="2025-06-18T09:18:50.865" v="7602" actId="478"/>
          <ac:cxnSpMkLst>
            <pc:docMk/>
            <pc:sldMk cId="4093772359" sldId="262"/>
            <ac:cxnSpMk id="86" creationId="{A13ECCE5-F2E6-56A4-BBD4-5B47BE7BACBF}"/>
          </ac:cxnSpMkLst>
        </pc:cxnChg>
      </pc:sldChg>
      <pc:sldMasterChg chg="delSp modSldLayout">
        <pc:chgData name="Li, Sean" userId="f16ec6ca-d59c-400a-9237-f95c57e438ac" providerId="ADAL" clId="{2B73DA27-A652-4C28-9D2A-E91426AF9C9B}" dt="2025-06-17T18:03:08.481" v="2" actId="478"/>
        <pc:sldMasterMkLst>
          <pc:docMk/>
          <pc:sldMasterMk cId="1145082161" sldId="2147483648"/>
        </pc:sldMasterMkLst>
        <pc:spChg chg="del">
          <ac:chgData name="Li, Sean" userId="f16ec6ca-d59c-400a-9237-f95c57e438ac" providerId="ADAL" clId="{2B73DA27-A652-4C28-9D2A-E91426AF9C9B}" dt="2025-06-17T18:03:08.481" v="2" actId="478"/>
          <ac:spMkLst>
            <pc:docMk/>
            <pc:sldMasterMk cId="1145082161" sldId="2147483648"/>
            <ac:spMk id="5" creationId="{5EC0FC7A-298A-77A0-6596-56B0B3FD8C37}"/>
          </ac:spMkLst>
        </pc:spChg>
        <pc:spChg chg="del">
          <ac:chgData name="Li, Sean" userId="f16ec6ca-d59c-400a-9237-f95c57e438ac" providerId="ADAL" clId="{2B73DA27-A652-4C28-9D2A-E91426AF9C9B}" dt="2025-06-17T18:03:08.481" v="2" actId="478"/>
          <ac:spMkLst>
            <pc:docMk/>
            <pc:sldMasterMk cId="1145082161" sldId="2147483648"/>
            <ac:spMk id="7" creationId="{D296CDD9-97E9-735B-8549-0F3AE3CCAC58}"/>
          </ac:spMkLst>
        </pc:spChg>
        <pc:grpChg chg="del">
          <ac:chgData name="Li, Sean" userId="f16ec6ca-d59c-400a-9237-f95c57e438ac" providerId="ADAL" clId="{2B73DA27-A652-4C28-9D2A-E91426AF9C9B}" dt="2025-06-17T18:03:08.481" v="2" actId="478"/>
          <ac:grpSpMkLst>
            <pc:docMk/>
            <pc:sldMasterMk cId="1145082161" sldId="2147483648"/>
            <ac:grpSpMk id="8" creationId="{F91C624B-E48A-0D81-B251-46EF51EC83B3}"/>
          </ac:grpSpMkLst>
        </pc:grpChg>
        <pc:cxnChg chg="del">
          <ac:chgData name="Li, Sean" userId="f16ec6ca-d59c-400a-9237-f95c57e438ac" providerId="ADAL" clId="{2B73DA27-A652-4C28-9D2A-E91426AF9C9B}" dt="2025-06-17T18:03:08.481" v="2" actId="478"/>
          <ac:cxnSpMkLst>
            <pc:docMk/>
            <pc:sldMasterMk cId="1145082161" sldId="2147483648"/>
            <ac:cxnSpMk id="21" creationId="{7B0F1BC1-E68D-0921-9C05-B7E16303C4E8}"/>
          </ac:cxnSpMkLst>
        </pc:cxnChg>
        <pc:cxnChg chg="del">
          <ac:chgData name="Li, Sean" userId="f16ec6ca-d59c-400a-9237-f95c57e438ac" providerId="ADAL" clId="{2B73DA27-A652-4C28-9D2A-E91426AF9C9B}" dt="2025-06-17T18:03:08.481" v="2" actId="478"/>
          <ac:cxnSpMkLst>
            <pc:docMk/>
            <pc:sldMasterMk cId="1145082161" sldId="2147483648"/>
            <ac:cxnSpMk id="22" creationId="{1975747F-1017-4D31-5505-A8430B838C69}"/>
          </ac:cxnSpMkLst>
        </pc:cxnChg>
        <pc:cxnChg chg="del">
          <ac:chgData name="Li, Sean" userId="f16ec6ca-d59c-400a-9237-f95c57e438ac" providerId="ADAL" clId="{2B73DA27-A652-4C28-9D2A-E91426AF9C9B}" dt="2025-06-17T18:03:08.481" v="2" actId="478"/>
          <ac:cxnSpMkLst>
            <pc:docMk/>
            <pc:sldMasterMk cId="1145082161" sldId="2147483648"/>
            <ac:cxnSpMk id="23" creationId="{F73FABCA-D867-B923-AEC5-2529DDAF191A}"/>
          </ac:cxnSpMkLst>
        </pc:cxnChg>
        <pc:cxnChg chg="del">
          <ac:chgData name="Li, Sean" userId="f16ec6ca-d59c-400a-9237-f95c57e438ac" providerId="ADAL" clId="{2B73DA27-A652-4C28-9D2A-E91426AF9C9B}" dt="2025-06-17T18:03:08.481" v="2" actId="478"/>
          <ac:cxnSpMkLst>
            <pc:docMk/>
            <pc:sldMasterMk cId="1145082161" sldId="2147483648"/>
            <ac:cxnSpMk id="26" creationId="{90A522AD-270D-814A-95B1-9E0337444A84}"/>
          </ac:cxnSpMkLst>
        </pc:cxnChg>
        <pc:sldLayoutChg chg="modSp">
          <pc:chgData name="Li, Sean" userId="f16ec6ca-d59c-400a-9237-f95c57e438ac" providerId="ADAL" clId="{2B73DA27-A652-4C28-9D2A-E91426AF9C9B}" dt="2025-06-17T18:03:08.481" v="2" actId="478"/>
          <pc:sldLayoutMkLst>
            <pc:docMk/>
            <pc:sldMasterMk cId="1145082161" sldId="2147483648"/>
            <pc:sldLayoutMk cId="718462128" sldId="2147483650"/>
          </pc:sldLayoutMkLst>
          <pc:spChg chg="mod">
            <ac:chgData name="Li, Sean" userId="f16ec6ca-d59c-400a-9237-f95c57e438ac" providerId="ADAL" clId="{2B73DA27-A652-4C28-9D2A-E91426AF9C9B}" dt="2025-06-17T18:03:08.481" v="2" actId="478"/>
            <ac:spMkLst>
              <pc:docMk/>
              <pc:sldMasterMk cId="1145082161" sldId="2147483648"/>
              <pc:sldLayoutMk cId="718462128" sldId="2147483650"/>
              <ac:spMk id="8" creationId="{09601A43-521E-7D2C-E6A2-455F8466DBC3}"/>
            </ac:spMkLst>
          </pc:spChg>
        </pc:sldLayoutChg>
        <pc:sldLayoutChg chg="modSp">
          <pc:chgData name="Li, Sean" userId="f16ec6ca-d59c-400a-9237-f95c57e438ac" providerId="ADAL" clId="{2B73DA27-A652-4C28-9D2A-E91426AF9C9B}" dt="2025-06-17T18:03:08.481" v="2" actId="478"/>
          <pc:sldLayoutMkLst>
            <pc:docMk/>
            <pc:sldMasterMk cId="1145082161" sldId="2147483648"/>
            <pc:sldLayoutMk cId="2279320210" sldId="2147483651"/>
          </pc:sldLayoutMkLst>
          <pc:spChg chg="mod">
            <ac:chgData name="Li, Sean" userId="f16ec6ca-d59c-400a-9237-f95c57e438ac" providerId="ADAL" clId="{2B73DA27-A652-4C28-9D2A-E91426AF9C9B}" dt="2025-06-17T18:03:08.481" v="2" actId="478"/>
            <ac:spMkLst>
              <pc:docMk/>
              <pc:sldMasterMk cId="1145082161" sldId="2147483648"/>
              <pc:sldLayoutMk cId="2279320210" sldId="2147483651"/>
              <ac:spMk id="8" creationId="{09601A43-521E-7D2C-E6A2-455F8466DBC3}"/>
            </ac:spMkLst>
          </pc:spChg>
        </pc:sldLayoutChg>
      </pc:sldMasterChg>
    </pc:docChg>
  </pc:docChgLst>
  <pc:docChgLst>
    <pc:chgData name="Li, Hanchen F" userId="3aee791e-6a2d-4da7-a77b-fbdf7bf15886" providerId="ADAL" clId="{3C7F645A-F32E-4541-8A56-76B3CEA6D81E}"/>
    <pc:docChg chg="undo custSel addSld delSld modSld">
      <pc:chgData name="Li, Hanchen F" userId="3aee791e-6a2d-4da7-a77b-fbdf7bf15886" providerId="ADAL" clId="{3C7F645A-F32E-4541-8A56-76B3CEA6D81E}" dt="2025-06-18T03:43:42.786" v="123" actId="14734"/>
      <pc:docMkLst>
        <pc:docMk/>
      </pc:docMkLst>
      <pc:sldChg chg="modSp mod">
        <pc:chgData name="Li, Hanchen F" userId="3aee791e-6a2d-4da7-a77b-fbdf7bf15886" providerId="ADAL" clId="{3C7F645A-F32E-4541-8A56-76B3CEA6D81E}" dt="2025-06-18T03:43:42.786" v="123" actId="14734"/>
        <pc:sldMkLst>
          <pc:docMk/>
          <pc:sldMk cId="1662491414" sldId="256"/>
        </pc:sldMkLst>
        <pc:graphicFrameChg chg="modGraphic">
          <ac:chgData name="Li, Hanchen F" userId="3aee791e-6a2d-4da7-a77b-fbdf7bf15886" providerId="ADAL" clId="{3C7F645A-F32E-4541-8A56-76B3CEA6D81E}" dt="2025-06-18T03:15:01.475" v="122" actId="14734"/>
          <ac:graphicFrameMkLst>
            <pc:docMk/>
            <pc:sldMk cId="1662491414" sldId="256"/>
            <ac:graphicFrameMk id="28" creationId="{7CC2775F-B90F-FC46-D75F-CC7F8E9AC087}"/>
          </ac:graphicFrameMkLst>
        </pc:graphicFrameChg>
        <pc:graphicFrameChg chg="modGraphic">
          <ac:chgData name="Li, Hanchen F" userId="3aee791e-6a2d-4da7-a77b-fbdf7bf15886" providerId="ADAL" clId="{3C7F645A-F32E-4541-8A56-76B3CEA6D81E}" dt="2025-06-18T03:06:10.830" v="120" actId="14734"/>
          <ac:graphicFrameMkLst>
            <pc:docMk/>
            <pc:sldMk cId="1662491414" sldId="256"/>
            <ac:graphicFrameMk id="29" creationId="{28CEFE56-8994-653F-BA2C-C0D9CE8209AE}"/>
          </ac:graphicFrameMkLst>
        </pc:graphicFrameChg>
        <pc:graphicFrameChg chg="modGraphic">
          <ac:chgData name="Li, Hanchen F" userId="3aee791e-6a2d-4da7-a77b-fbdf7bf15886" providerId="ADAL" clId="{3C7F645A-F32E-4541-8A56-76B3CEA6D81E}" dt="2025-06-18T03:43:42.786" v="123" actId="14734"/>
          <ac:graphicFrameMkLst>
            <pc:docMk/>
            <pc:sldMk cId="1662491414" sldId="256"/>
            <ac:graphicFrameMk id="37" creationId="{59AAAFF4-7C4F-3D73-C86A-9B49624F0C78}"/>
          </ac:graphicFrameMkLst>
        </pc:graphicFrameChg>
        <pc:picChg chg="mod">
          <ac:chgData name="Li, Hanchen F" userId="3aee791e-6a2d-4da7-a77b-fbdf7bf15886" providerId="ADAL" clId="{3C7F645A-F32E-4541-8A56-76B3CEA6D81E}" dt="2025-06-18T02:30:31.968" v="15" actId="1076"/>
          <ac:picMkLst>
            <pc:docMk/>
            <pc:sldMk cId="1662491414" sldId="256"/>
            <ac:picMk id="3" creationId="{629D5477-3BA5-E42B-9FBA-6E1B6DF57613}"/>
          </ac:picMkLst>
        </pc:picChg>
      </pc:sldChg>
      <pc:sldChg chg="addSp delSp modSp add mod">
        <pc:chgData name="Li, Hanchen F" userId="3aee791e-6a2d-4da7-a77b-fbdf7bf15886" providerId="ADAL" clId="{3C7F645A-F32E-4541-8A56-76B3CEA6D81E}" dt="2025-06-18T02:53:32.879" v="119"/>
        <pc:sldMkLst>
          <pc:docMk/>
          <pc:sldMk cId="3217514374" sldId="260"/>
        </pc:sldMkLst>
        <pc:spChg chg="add del mod">
          <ac:chgData name="Li, Hanchen F" userId="3aee791e-6a2d-4da7-a77b-fbdf7bf15886" providerId="ADAL" clId="{3C7F645A-F32E-4541-8A56-76B3CEA6D81E}" dt="2025-06-18T02:29:48.541" v="10" actId="478"/>
          <ac:spMkLst>
            <pc:docMk/>
            <pc:sldMk cId="3217514374" sldId="260"/>
            <ac:spMk id="4" creationId="{B4BD16B8-F8A4-363A-F2A9-F827CA6FE019}"/>
          </ac:spMkLst>
        </pc:spChg>
        <pc:spChg chg="add del mod">
          <ac:chgData name="Li, Hanchen F" userId="3aee791e-6a2d-4da7-a77b-fbdf7bf15886" providerId="ADAL" clId="{3C7F645A-F32E-4541-8A56-76B3CEA6D81E}" dt="2025-06-18T02:29:49.530" v="11" actId="478"/>
          <ac:spMkLst>
            <pc:docMk/>
            <pc:sldMk cId="3217514374" sldId="260"/>
            <ac:spMk id="6" creationId="{6F777775-AD7D-7960-BB36-DF27413D602C}"/>
          </ac:spMkLst>
        </pc:spChg>
        <pc:spChg chg="del">
          <ac:chgData name="Li, Hanchen F" userId="3aee791e-6a2d-4da7-a77b-fbdf7bf15886" providerId="ADAL" clId="{3C7F645A-F32E-4541-8A56-76B3CEA6D81E}" dt="2025-06-18T02:29:37.289" v="1" actId="478"/>
          <ac:spMkLst>
            <pc:docMk/>
            <pc:sldMk cId="3217514374" sldId="260"/>
            <ac:spMk id="7" creationId="{2806B9C6-D37A-80C4-F83A-6913CCC04BE6}"/>
          </ac:spMkLst>
        </pc:spChg>
        <pc:spChg chg="add del mod">
          <ac:chgData name="Li, Hanchen F" userId="3aee791e-6a2d-4da7-a77b-fbdf7bf15886" providerId="ADAL" clId="{3C7F645A-F32E-4541-8A56-76B3CEA6D81E}" dt="2025-06-18T02:29:42.145" v="3" actId="478"/>
          <ac:spMkLst>
            <pc:docMk/>
            <pc:sldMk cId="3217514374" sldId="260"/>
            <ac:spMk id="9" creationId="{3F9E911E-4C05-862C-498E-8142236215CF}"/>
          </ac:spMkLst>
        </pc:spChg>
        <pc:spChg chg="add del mod">
          <ac:chgData name="Li, Hanchen F" userId="3aee791e-6a2d-4da7-a77b-fbdf7bf15886" providerId="ADAL" clId="{3C7F645A-F32E-4541-8A56-76B3CEA6D81E}" dt="2025-06-18T02:29:43.473" v="4" actId="478"/>
          <ac:spMkLst>
            <pc:docMk/>
            <pc:sldMk cId="3217514374" sldId="260"/>
            <ac:spMk id="12" creationId="{B6321F23-5911-3F02-1ACC-CAE51AA694BA}"/>
          </ac:spMkLst>
        </pc:spChg>
        <pc:spChg chg="add del mod">
          <ac:chgData name="Li, Hanchen F" userId="3aee791e-6a2d-4da7-a77b-fbdf7bf15886" providerId="ADAL" clId="{3C7F645A-F32E-4541-8A56-76B3CEA6D81E}" dt="2025-06-18T02:29:47.592" v="9" actId="478"/>
          <ac:spMkLst>
            <pc:docMk/>
            <pc:sldMk cId="3217514374" sldId="260"/>
            <ac:spMk id="14" creationId="{99F1B2A2-D8D9-25EF-AA11-2592422A7020}"/>
          </ac:spMkLst>
        </pc:spChg>
        <pc:spChg chg="add del mod">
          <ac:chgData name="Li, Hanchen F" userId="3aee791e-6a2d-4da7-a77b-fbdf7bf15886" providerId="ADAL" clId="{3C7F645A-F32E-4541-8A56-76B3CEA6D81E}" dt="2025-06-18T02:30:45.594" v="25" actId="478"/>
          <ac:spMkLst>
            <pc:docMk/>
            <pc:sldMk cId="3217514374" sldId="260"/>
            <ac:spMk id="18" creationId="{D01EAAB9-EFAD-D8E3-18B9-95E33D6A3C67}"/>
          </ac:spMkLst>
        </pc:spChg>
        <pc:spChg chg="add del mod">
          <ac:chgData name="Li, Hanchen F" userId="3aee791e-6a2d-4da7-a77b-fbdf7bf15886" providerId="ADAL" clId="{3C7F645A-F32E-4541-8A56-76B3CEA6D81E}" dt="2025-06-18T02:30:44.300" v="24" actId="478"/>
          <ac:spMkLst>
            <pc:docMk/>
            <pc:sldMk cId="3217514374" sldId="260"/>
            <ac:spMk id="21" creationId="{EA28D448-9CC7-0213-D3B5-6305E3ABA4B9}"/>
          </ac:spMkLst>
        </pc:spChg>
        <pc:spChg chg="del mod">
          <ac:chgData name="Li, Hanchen F" userId="3aee791e-6a2d-4da7-a77b-fbdf7bf15886" providerId="ADAL" clId="{3C7F645A-F32E-4541-8A56-76B3CEA6D81E}" dt="2025-06-18T02:30:40.326" v="19" actId="478"/>
          <ac:spMkLst>
            <pc:docMk/>
            <pc:sldMk cId="3217514374" sldId="260"/>
            <ac:spMk id="23" creationId="{AE429788-AA08-8BEC-3F6F-5F37E99CAB2D}"/>
          </ac:spMkLst>
        </pc:spChg>
        <pc:spChg chg="del">
          <ac:chgData name="Li, Hanchen F" userId="3aee791e-6a2d-4da7-a77b-fbdf7bf15886" providerId="ADAL" clId="{3C7F645A-F32E-4541-8A56-76B3CEA6D81E}" dt="2025-06-18T02:29:52.486" v="12" actId="478"/>
          <ac:spMkLst>
            <pc:docMk/>
            <pc:sldMk cId="3217514374" sldId="260"/>
            <ac:spMk id="24" creationId="{7F78662D-8AFD-4690-D8A8-C17F8B2EA4AF}"/>
          </ac:spMkLst>
        </pc:spChg>
        <pc:spChg chg="add mod">
          <ac:chgData name="Li, Hanchen F" userId="3aee791e-6a2d-4da7-a77b-fbdf7bf15886" providerId="ADAL" clId="{3C7F645A-F32E-4541-8A56-76B3CEA6D81E}" dt="2025-06-18T02:35:18.318" v="85" actId="14100"/>
          <ac:spMkLst>
            <pc:docMk/>
            <pc:sldMk cId="3217514374" sldId="260"/>
            <ac:spMk id="25" creationId="{B71DD4C6-2C0C-BB93-060A-EE75942647E5}"/>
          </ac:spMkLst>
        </pc:spChg>
        <pc:spChg chg="del">
          <ac:chgData name="Li, Hanchen F" userId="3aee791e-6a2d-4da7-a77b-fbdf7bf15886" providerId="ADAL" clId="{3C7F645A-F32E-4541-8A56-76B3CEA6D81E}" dt="2025-06-18T02:29:39.058" v="2" actId="478"/>
          <ac:spMkLst>
            <pc:docMk/>
            <pc:sldMk cId="3217514374" sldId="260"/>
            <ac:spMk id="33" creationId="{142E9E36-6DFA-D2EA-1FEF-9D7EBDC3D075}"/>
          </ac:spMkLst>
        </pc:spChg>
        <pc:spChg chg="add mod">
          <ac:chgData name="Li, Hanchen F" userId="3aee791e-6a2d-4da7-a77b-fbdf7bf15886" providerId="ADAL" clId="{3C7F645A-F32E-4541-8A56-76B3CEA6D81E}" dt="2025-06-18T02:35:06.807" v="82"/>
          <ac:spMkLst>
            <pc:docMk/>
            <pc:sldMk cId="3217514374" sldId="260"/>
            <ac:spMk id="35" creationId="{A2A6A454-2DEF-3746-16BB-B59E8FB0C72A}"/>
          </ac:spMkLst>
        </pc:spChg>
        <pc:spChg chg="del">
          <ac:chgData name="Li, Hanchen F" userId="3aee791e-6a2d-4da7-a77b-fbdf7bf15886" providerId="ADAL" clId="{3C7F645A-F32E-4541-8A56-76B3CEA6D81E}" dt="2025-06-18T02:29:39.058" v="2" actId="478"/>
          <ac:spMkLst>
            <pc:docMk/>
            <pc:sldMk cId="3217514374" sldId="260"/>
            <ac:spMk id="38" creationId="{B750F70C-EE8C-5E1E-4729-DB1156FDE88F}"/>
          </ac:spMkLst>
        </pc:spChg>
        <pc:spChg chg="add mod">
          <ac:chgData name="Li, Hanchen F" userId="3aee791e-6a2d-4da7-a77b-fbdf7bf15886" providerId="ADAL" clId="{3C7F645A-F32E-4541-8A56-76B3CEA6D81E}" dt="2025-06-18T02:35:48.015" v="99" actId="1076"/>
          <ac:spMkLst>
            <pc:docMk/>
            <pc:sldMk cId="3217514374" sldId="260"/>
            <ac:spMk id="39" creationId="{6DBA2DF5-1315-BD46-AD94-251A76194D1F}"/>
          </ac:spMkLst>
        </pc:spChg>
        <pc:spChg chg="add del">
          <ac:chgData name="Li, Hanchen F" userId="3aee791e-6a2d-4da7-a77b-fbdf7bf15886" providerId="ADAL" clId="{3C7F645A-F32E-4541-8A56-76B3CEA6D81E}" dt="2025-06-18T02:36:28.791" v="101" actId="22"/>
          <ac:spMkLst>
            <pc:docMk/>
            <pc:sldMk cId="3217514374" sldId="260"/>
            <ac:spMk id="43" creationId="{2ED9BD3E-498D-DE3C-C12D-9F4E5950631F}"/>
          </ac:spMkLst>
        </pc:spChg>
        <pc:spChg chg="del">
          <ac:chgData name="Li, Hanchen F" userId="3aee791e-6a2d-4da7-a77b-fbdf7bf15886" providerId="ADAL" clId="{3C7F645A-F32E-4541-8A56-76B3CEA6D81E}" dt="2025-06-18T02:29:39.058" v="2" actId="478"/>
          <ac:spMkLst>
            <pc:docMk/>
            <pc:sldMk cId="3217514374" sldId="260"/>
            <ac:spMk id="45" creationId="{3D0C246A-3189-D6E9-3423-3E54ABB84906}"/>
          </ac:spMkLst>
        </pc:spChg>
        <pc:spChg chg="add del">
          <ac:chgData name="Li, Hanchen F" userId="3aee791e-6a2d-4da7-a77b-fbdf7bf15886" providerId="ADAL" clId="{3C7F645A-F32E-4541-8A56-76B3CEA6D81E}" dt="2025-06-18T02:36:30.703" v="103" actId="22"/>
          <ac:spMkLst>
            <pc:docMk/>
            <pc:sldMk cId="3217514374" sldId="260"/>
            <ac:spMk id="48" creationId="{4BAB7FDB-CB76-C284-24B3-B8F735119388}"/>
          </ac:spMkLst>
        </pc:spChg>
        <pc:spChg chg="del">
          <ac:chgData name="Li, Hanchen F" userId="3aee791e-6a2d-4da7-a77b-fbdf7bf15886" providerId="ADAL" clId="{3C7F645A-F32E-4541-8A56-76B3CEA6D81E}" dt="2025-06-18T02:30:42.219" v="21" actId="478"/>
          <ac:spMkLst>
            <pc:docMk/>
            <pc:sldMk cId="3217514374" sldId="260"/>
            <ac:spMk id="49" creationId="{E3767FDD-7A26-C8DA-A409-072594BED3C2}"/>
          </ac:spMkLst>
        </pc:spChg>
        <pc:spChg chg="del">
          <ac:chgData name="Li, Hanchen F" userId="3aee791e-6a2d-4da7-a77b-fbdf7bf15886" providerId="ADAL" clId="{3C7F645A-F32E-4541-8A56-76B3CEA6D81E}" dt="2025-06-18T02:29:46.756" v="8" actId="478"/>
          <ac:spMkLst>
            <pc:docMk/>
            <pc:sldMk cId="3217514374" sldId="260"/>
            <ac:spMk id="50" creationId="{E3070C8F-25D6-3D06-573C-31931A826A65}"/>
          </ac:spMkLst>
        </pc:spChg>
        <pc:spChg chg="del">
          <ac:chgData name="Li, Hanchen F" userId="3aee791e-6a2d-4da7-a77b-fbdf7bf15886" providerId="ADAL" clId="{3C7F645A-F32E-4541-8A56-76B3CEA6D81E}" dt="2025-06-18T02:29:39.058" v="2" actId="478"/>
          <ac:spMkLst>
            <pc:docMk/>
            <pc:sldMk cId="3217514374" sldId="260"/>
            <ac:spMk id="51" creationId="{26833CD8-CB3F-E8B0-130F-CD77F0C69F42}"/>
          </ac:spMkLst>
        </pc:spChg>
        <pc:spChg chg="del mod">
          <ac:chgData name="Li, Hanchen F" userId="3aee791e-6a2d-4da7-a77b-fbdf7bf15886" providerId="ADAL" clId="{3C7F645A-F32E-4541-8A56-76B3CEA6D81E}" dt="2025-06-18T02:29:45.543" v="7" actId="478"/>
          <ac:spMkLst>
            <pc:docMk/>
            <pc:sldMk cId="3217514374" sldId="260"/>
            <ac:spMk id="52" creationId="{AA5F14D1-1D9A-5F4F-5683-4931BAF03B54}"/>
          </ac:spMkLst>
        </pc:spChg>
        <pc:spChg chg="mod">
          <ac:chgData name="Li, Hanchen F" userId="3aee791e-6a2d-4da7-a77b-fbdf7bf15886" providerId="ADAL" clId="{3C7F645A-F32E-4541-8A56-76B3CEA6D81E}" dt="2025-06-18T02:53:32.879" v="119"/>
          <ac:spMkLst>
            <pc:docMk/>
            <pc:sldMk cId="3217514374" sldId="260"/>
            <ac:spMk id="55" creationId="{AF3D942C-9DEA-78F6-60B4-656A43CA3F31}"/>
          </ac:spMkLst>
        </pc:spChg>
        <pc:spChg chg="del">
          <ac:chgData name="Li, Hanchen F" userId="3aee791e-6a2d-4da7-a77b-fbdf7bf15886" providerId="ADAL" clId="{3C7F645A-F32E-4541-8A56-76B3CEA6D81E}" dt="2025-06-18T02:30:42.750" v="22" actId="478"/>
          <ac:spMkLst>
            <pc:docMk/>
            <pc:sldMk cId="3217514374" sldId="260"/>
            <ac:spMk id="77" creationId="{2D43BF6D-3A43-1018-D9FF-D33D502172AE}"/>
          </ac:spMkLst>
        </pc:spChg>
        <pc:spChg chg="del">
          <ac:chgData name="Li, Hanchen F" userId="3aee791e-6a2d-4da7-a77b-fbdf7bf15886" providerId="ADAL" clId="{3C7F645A-F32E-4541-8A56-76B3CEA6D81E}" dt="2025-06-18T02:29:39.058" v="2" actId="478"/>
          <ac:spMkLst>
            <pc:docMk/>
            <pc:sldMk cId="3217514374" sldId="260"/>
            <ac:spMk id="81" creationId="{80449B47-C2BF-1B79-0CE3-0C16052EA594}"/>
          </ac:spMkLst>
        </pc:spChg>
        <pc:grpChg chg="add mod">
          <ac:chgData name="Li, Hanchen F" userId="3aee791e-6a2d-4da7-a77b-fbdf7bf15886" providerId="ADAL" clId="{3C7F645A-F32E-4541-8A56-76B3CEA6D81E}" dt="2025-06-18T02:53:32.879" v="119"/>
          <ac:grpSpMkLst>
            <pc:docMk/>
            <pc:sldMk cId="3217514374" sldId="260"/>
            <ac:grpSpMk id="53" creationId="{9DD42082-E6CB-BC7E-17DF-49D68B37909C}"/>
          </ac:grpSpMkLst>
        </pc:grpChg>
        <pc:graphicFrameChg chg="mod">
          <ac:chgData name="Li, Hanchen F" userId="3aee791e-6a2d-4da7-a77b-fbdf7bf15886" providerId="ADAL" clId="{3C7F645A-F32E-4541-8A56-76B3CEA6D81E}" dt="2025-06-18T02:53:32.879" v="119"/>
          <ac:graphicFrameMkLst>
            <pc:docMk/>
            <pc:sldMk cId="3217514374" sldId="260"/>
            <ac:graphicFrameMk id="54" creationId="{71C5BBC8-50F4-F084-78E1-EFA9B4A83E48}"/>
          </ac:graphicFrameMkLst>
        </pc:graphicFrameChg>
        <pc:picChg chg="add del mod">
          <ac:chgData name="Li, Hanchen F" userId="3aee791e-6a2d-4da7-a77b-fbdf7bf15886" providerId="ADAL" clId="{3C7F645A-F32E-4541-8A56-76B3CEA6D81E}" dt="2025-06-18T02:30:43.663" v="23" actId="478"/>
          <ac:picMkLst>
            <pc:docMk/>
            <pc:sldMk cId="3217514374" sldId="260"/>
            <ac:picMk id="15" creationId="{1F1EB4A1-7369-B4FC-FC2D-F7C9818BC645}"/>
          </ac:picMkLst>
        </pc:picChg>
        <pc:picChg chg="del">
          <ac:chgData name="Li, Hanchen F" userId="3aee791e-6a2d-4da7-a77b-fbdf7bf15886" providerId="ADAL" clId="{3C7F645A-F32E-4541-8A56-76B3CEA6D81E}" dt="2025-06-18T02:29:53.441" v="13" actId="478"/>
          <ac:picMkLst>
            <pc:docMk/>
            <pc:sldMk cId="3217514374" sldId="260"/>
            <ac:picMk id="16" creationId="{998591CA-23CA-077C-862A-223A1C684019}"/>
          </ac:picMkLst>
        </pc:picChg>
        <pc:picChg chg="add del mod">
          <ac:chgData name="Li, Hanchen F" userId="3aee791e-6a2d-4da7-a77b-fbdf7bf15886" providerId="ADAL" clId="{3C7F645A-F32E-4541-8A56-76B3CEA6D81E}" dt="2025-06-18T02:34:49.459" v="75" actId="478"/>
          <ac:picMkLst>
            <pc:docMk/>
            <pc:sldMk cId="3217514374" sldId="260"/>
            <ac:picMk id="22" creationId="{61A49DDE-1416-88FB-7F35-EFEBA540DB96}"/>
          </ac:picMkLst>
        </pc:picChg>
        <pc:picChg chg="add mod">
          <ac:chgData name="Li, Hanchen F" userId="3aee791e-6a2d-4da7-a77b-fbdf7bf15886" providerId="ADAL" clId="{3C7F645A-F32E-4541-8A56-76B3CEA6D81E}" dt="2025-06-18T02:35:29.107" v="89" actId="1076"/>
          <ac:picMkLst>
            <pc:docMk/>
            <pc:sldMk cId="3217514374" sldId="260"/>
            <ac:picMk id="26" creationId="{0089E97B-82EC-0951-890C-3CD4881861ED}"/>
          </ac:picMkLst>
        </pc:picChg>
        <pc:picChg chg="del">
          <ac:chgData name="Li, Hanchen F" userId="3aee791e-6a2d-4da7-a77b-fbdf7bf15886" providerId="ADAL" clId="{3C7F645A-F32E-4541-8A56-76B3CEA6D81E}" dt="2025-06-18T02:30:41.677" v="20" actId="478"/>
          <ac:picMkLst>
            <pc:docMk/>
            <pc:sldMk cId="3217514374" sldId="260"/>
            <ac:picMk id="42" creationId="{E19518EF-5E40-67D2-A7FE-0FD78DD5723A}"/>
          </ac:picMkLst>
        </pc:picChg>
      </pc:sldChg>
      <pc:sldChg chg="addSp modSp add del mod">
        <pc:chgData name="Li, Hanchen F" userId="3aee791e-6a2d-4da7-a77b-fbdf7bf15886" providerId="ADAL" clId="{3C7F645A-F32E-4541-8A56-76B3CEA6D81E}" dt="2025-06-18T02:38:31.324" v="118" actId="2696"/>
        <pc:sldMkLst>
          <pc:docMk/>
          <pc:sldMk cId="1527112824" sldId="261"/>
        </pc:sldMkLst>
        <pc:spChg chg="add mod">
          <ac:chgData name="Li, Hanchen F" userId="3aee791e-6a2d-4da7-a77b-fbdf7bf15886" providerId="ADAL" clId="{3C7F645A-F32E-4541-8A56-76B3CEA6D81E}" dt="2025-06-18T02:37:06.797" v="117" actId="404"/>
          <ac:spMkLst>
            <pc:docMk/>
            <pc:sldMk cId="1527112824" sldId="261"/>
            <ac:spMk id="18" creationId="{AE5B7CB3-EF2F-86DB-B735-39EA1778776F}"/>
          </ac:spMkLst>
        </pc:spChg>
      </pc:sldChg>
    </pc:docChg>
  </pc:docChgLst>
  <pc:docChgLst>
    <pc:chgData name="Yeo, Chiaw Soong" userId="783c513d-251c-447e-87e7-9a25fa2b1bcd" providerId="ADAL" clId="{AB8CBCB0-802A-4F4B-8085-900F8C3B0E79}"/>
    <pc:docChg chg="undo custSel modSld">
      <pc:chgData name="Yeo, Chiaw Soong" userId="783c513d-251c-447e-87e7-9a25fa2b1bcd" providerId="ADAL" clId="{AB8CBCB0-802A-4F4B-8085-900F8C3B0E79}" dt="2025-06-18T09:38:25.999" v="6" actId="27918"/>
      <pc:docMkLst>
        <pc:docMk/>
      </pc:docMkLst>
      <pc:sldChg chg="modSp mod">
        <pc:chgData name="Yeo, Chiaw Soong" userId="783c513d-251c-447e-87e7-9a25fa2b1bcd" providerId="ADAL" clId="{AB8CBCB0-802A-4F4B-8085-900F8C3B0E79}" dt="2025-06-18T09:38:25.999" v="6" actId="27918"/>
        <pc:sldMkLst>
          <pc:docMk/>
          <pc:sldMk cId="4093772359" sldId="262"/>
        </pc:sldMkLst>
        <pc:spChg chg="ord">
          <ac:chgData name="Yeo, Chiaw Soong" userId="783c513d-251c-447e-87e7-9a25fa2b1bcd" providerId="ADAL" clId="{AB8CBCB0-802A-4F4B-8085-900F8C3B0E79}" dt="2025-06-18T09:32:26.575" v="1" actId="166"/>
          <ac:spMkLst>
            <pc:docMk/>
            <pc:sldMk cId="4093772359" sldId="262"/>
            <ac:spMk id="75" creationId="{689E3F2A-10E4-07E2-E6CE-82ACB8DE27C7}"/>
          </ac:spMkLst>
        </pc:spChg>
        <pc:graphicFrameChg chg="mod">
          <ac:chgData name="Yeo, Chiaw Soong" userId="783c513d-251c-447e-87e7-9a25fa2b1bcd" providerId="ADAL" clId="{AB8CBCB0-802A-4F4B-8085-900F8C3B0E79}" dt="2025-06-18T09:38:19.806" v="4" actId="14100"/>
          <ac:graphicFrameMkLst>
            <pc:docMk/>
            <pc:sldMk cId="4093772359" sldId="262"/>
            <ac:graphicFrameMk id="46" creationId="{8E3D029A-7ABD-C89D-22AA-67F834208D9C}"/>
          </ac:graphicFrameMkLst>
        </pc:graphicFrameChg>
      </pc:sldChg>
    </pc:docChg>
  </pc:docChgLst>
  <pc:docChgLst>
    <pc:chgData name="Chen, Nick" userId="S::nc1322@ic.ac.uk::1a462349-0991-4557-b936-f212647f3ca9" providerId="AD" clId="Web-{B78D78D0-29D5-4E45-8CAE-892240ABCAB9}"/>
    <pc:docChg chg="modSld">
      <pc:chgData name="Chen, Nick" userId="S::nc1322@ic.ac.uk::1a462349-0991-4557-b936-f212647f3ca9" providerId="AD" clId="Web-{B78D78D0-29D5-4E45-8CAE-892240ABCAB9}" dt="2025-06-17T23:06:50.890" v="21"/>
      <pc:docMkLst>
        <pc:docMk/>
      </pc:docMkLst>
      <pc:sldChg chg="modSp">
        <pc:chgData name="Chen, Nick" userId="S::nc1322@ic.ac.uk::1a462349-0991-4557-b936-f212647f3ca9" providerId="AD" clId="Web-{B78D78D0-29D5-4E45-8CAE-892240ABCAB9}" dt="2025-06-17T23:06:50.890" v="21"/>
        <pc:sldMkLst>
          <pc:docMk/>
          <pc:sldMk cId="1662491414" sldId="256"/>
        </pc:sldMkLst>
        <pc:graphicFrameChg chg="modGraphic">
          <ac:chgData name="Chen, Nick" userId="S::nc1322@ic.ac.uk::1a462349-0991-4557-b936-f212647f3ca9" providerId="AD" clId="Web-{B78D78D0-29D5-4E45-8CAE-892240ABCAB9}" dt="2025-06-17T23:05:46.791" v="0"/>
          <ac:graphicFrameMkLst>
            <pc:docMk/>
            <pc:sldMk cId="1662491414" sldId="256"/>
            <ac:graphicFrameMk id="27" creationId="{D806EBF3-D422-6208-1DD0-5380C2D79468}"/>
          </ac:graphicFrameMkLst>
        </pc:graphicFrameChg>
        <pc:graphicFrameChg chg="modGraphic">
          <ac:chgData name="Chen, Nick" userId="S::nc1322@ic.ac.uk::1a462349-0991-4557-b936-f212647f3ca9" providerId="AD" clId="Web-{B78D78D0-29D5-4E45-8CAE-892240ABCAB9}" dt="2025-06-17T23:06:50.890" v="21"/>
          <ac:graphicFrameMkLst>
            <pc:docMk/>
            <pc:sldMk cId="1662491414" sldId="256"/>
            <ac:graphicFrameMk id="34" creationId="{A545D901-869F-E0C7-BC30-032B41F09DBD}"/>
          </ac:graphicFrameMkLst>
        </pc:graphicFrameChg>
        <pc:graphicFrameChg chg="mod modGraphic">
          <ac:chgData name="Chen, Nick" userId="S::nc1322@ic.ac.uk::1a462349-0991-4557-b936-f212647f3ca9" providerId="AD" clId="Web-{B78D78D0-29D5-4E45-8CAE-892240ABCAB9}" dt="2025-06-17T23:06:37.405" v="18"/>
          <ac:graphicFrameMkLst>
            <pc:docMk/>
            <pc:sldMk cId="1662491414" sldId="256"/>
            <ac:graphicFrameMk id="37" creationId="{59AAAFF4-7C4F-3D73-C86A-9B49624F0C78}"/>
          </ac:graphicFrameMkLst>
        </pc:graphicFrameChg>
      </pc:sldChg>
    </pc:docChg>
  </pc:docChgLst>
  <pc:docChgLst>
    <pc:chgData name="Pratt, Mercury" userId="a594c288-fe5c-423d-8835-d76541caaad4" providerId="ADAL" clId="{ABCD2502-C4CC-48CF-B7FC-D611AF3BBD9E}"/>
    <pc:docChg chg="undo custSel addSld delSld modSld">
      <pc:chgData name="Pratt, Mercury" userId="a594c288-fe5c-423d-8835-d76541caaad4" providerId="ADAL" clId="{ABCD2502-C4CC-48CF-B7FC-D611AF3BBD9E}" dt="2025-06-18T09:39:59.181" v="658" actId="1076"/>
      <pc:docMkLst>
        <pc:docMk/>
      </pc:docMkLst>
      <pc:sldChg chg="addSp delSp modSp mod">
        <pc:chgData name="Pratt, Mercury" userId="a594c288-fe5c-423d-8835-d76541caaad4" providerId="ADAL" clId="{ABCD2502-C4CC-48CF-B7FC-D611AF3BBD9E}" dt="2025-06-18T08:58:01.332" v="519" actId="207"/>
        <pc:sldMkLst>
          <pc:docMk/>
          <pc:sldMk cId="1662491414" sldId="256"/>
        </pc:sldMkLst>
        <pc:spChg chg="add del mod">
          <ac:chgData name="Pratt, Mercury" userId="a594c288-fe5c-423d-8835-d76541caaad4" providerId="ADAL" clId="{ABCD2502-C4CC-48CF-B7FC-D611AF3BBD9E}" dt="2025-06-17T14:43:28.158" v="83" actId="21"/>
          <ac:spMkLst>
            <pc:docMk/>
            <pc:sldMk cId="1662491414" sldId="256"/>
            <ac:spMk id="8" creationId="{8E7F472B-A109-4E94-F276-18C03C542E3E}"/>
          </ac:spMkLst>
        </pc:spChg>
        <pc:spChg chg="add mod">
          <ac:chgData name="Pratt, Mercury" userId="a594c288-fe5c-423d-8835-d76541caaad4" providerId="ADAL" clId="{ABCD2502-C4CC-48CF-B7FC-D611AF3BBD9E}" dt="2025-06-17T14:45:18.283" v="104" actId="1076"/>
          <ac:spMkLst>
            <pc:docMk/>
            <pc:sldMk cId="1662491414" sldId="256"/>
            <ac:spMk id="11" creationId="{C7EB8F41-6D74-D621-642B-D95471EDE53D}"/>
          </ac:spMkLst>
        </pc:spChg>
        <pc:spChg chg="add del">
          <ac:chgData name="Pratt, Mercury" userId="a594c288-fe5c-423d-8835-d76541caaad4" providerId="ADAL" clId="{ABCD2502-C4CC-48CF-B7FC-D611AF3BBD9E}" dt="2025-06-17T14:42:58.098" v="71" actId="931"/>
          <ac:spMkLst>
            <pc:docMk/>
            <pc:sldMk cId="1662491414" sldId="256"/>
            <ac:spMk id="17" creationId="{4257CD50-04AF-8C51-A336-798F5EA565BF}"/>
          </ac:spMkLst>
        </pc:spChg>
        <pc:spChg chg="add del mod">
          <ac:chgData name="Pratt, Mercury" userId="a594c288-fe5c-423d-8835-d76541caaad4" providerId="ADAL" clId="{ABCD2502-C4CC-48CF-B7FC-D611AF3BBD9E}" dt="2025-06-17T14:47:31.626" v="177" actId="478"/>
          <ac:spMkLst>
            <pc:docMk/>
            <pc:sldMk cId="1662491414" sldId="256"/>
            <ac:spMk id="18" creationId="{007B519A-CDB0-A1F0-AA31-4CF8F2BAF872}"/>
          </ac:spMkLst>
        </pc:spChg>
        <pc:spChg chg="mod">
          <ac:chgData name="Pratt, Mercury" userId="a594c288-fe5c-423d-8835-d76541caaad4" providerId="ADAL" clId="{ABCD2502-C4CC-48CF-B7FC-D611AF3BBD9E}" dt="2025-06-17T14:40:57.476" v="65" actId="20577"/>
          <ac:spMkLst>
            <pc:docMk/>
            <pc:sldMk cId="1662491414" sldId="256"/>
            <ac:spMk id="19" creationId="{04D395BD-0D25-E868-B641-CAF2153EBF9E}"/>
          </ac:spMkLst>
        </pc:spChg>
        <pc:spChg chg="add del">
          <ac:chgData name="Pratt, Mercury" userId="a594c288-fe5c-423d-8835-d76541caaad4" providerId="ADAL" clId="{ABCD2502-C4CC-48CF-B7FC-D611AF3BBD9E}" dt="2025-06-17T14:47:25.806" v="174"/>
          <ac:spMkLst>
            <pc:docMk/>
            <pc:sldMk cId="1662491414" sldId="256"/>
            <ac:spMk id="21" creationId="{9335F5C7-F72A-81D3-F079-373C12DF871F}"/>
          </ac:spMkLst>
        </pc:spChg>
        <pc:spChg chg="mod">
          <ac:chgData name="Pratt, Mercury" userId="a594c288-fe5c-423d-8835-d76541caaad4" providerId="ADAL" clId="{ABCD2502-C4CC-48CF-B7FC-D611AF3BBD9E}" dt="2025-06-18T07:33:27.700" v="514" actId="20577"/>
          <ac:spMkLst>
            <pc:docMk/>
            <pc:sldMk cId="1662491414" sldId="256"/>
            <ac:spMk id="51" creationId="{8A8AEAAB-4A40-3945-265A-077EBC378E50}"/>
          </ac:spMkLst>
        </pc:spChg>
        <pc:spChg chg="mod">
          <ac:chgData name="Pratt, Mercury" userId="a594c288-fe5c-423d-8835-d76541caaad4" providerId="ADAL" clId="{ABCD2502-C4CC-48CF-B7FC-D611AF3BBD9E}" dt="2025-06-17T20:04:52.214" v="475" actId="20577"/>
          <ac:spMkLst>
            <pc:docMk/>
            <pc:sldMk cId="1662491414" sldId="256"/>
            <ac:spMk id="80" creationId="{BE41314F-EF9D-A322-D5C3-A7E7A413E6CC}"/>
          </ac:spMkLst>
        </pc:spChg>
        <pc:spChg chg="mod">
          <ac:chgData name="Pratt, Mercury" userId="a594c288-fe5c-423d-8835-d76541caaad4" providerId="ADAL" clId="{ABCD2502-C4CC-48CF-B7FC-D611AF3BBD9E}" dt="2025-06-17T14:46:07.106" v="167" actId="20577"/>
          <ac:spMkLst>
            <pc:docMk/>
            <pc:sldMk cId="1662491414" sldId="256"/>
            <ac:spMk id="81" creationId="{3708CE02-8653-0F15-7E49-768A0AC906D8}"/>
          </ac:spMkLst>
        </pc:spChg>
        <pc:graphicFrameChg chg="add mod">
          <ac:chgData name="Pratt, Mercury" userId="a594c288-fe5c-423d-8835-d76541caaad4" providerId="ADAL" clId="{ABCD2502-C4CC-48CF-B7FC-D611AF3BBD9E}" dt="2025-06-17T14:44:53.578" v="101"/>
          <ac:graphicFrameMkLst>
            <pc:docMk/>
            <pc:sldMk cId="1662491414" sldId="256"/>
            <ac:graphicFrameMk id="10" creationId="{724EB1B6-8767-418F-1946-0C331A720318}"/>
          </ac:graphicFrameMkLst>
        </pc:graphicFrameChg>
        <pc:graphicFrameChg chg="modGraphic">
          <ac:chgData name="Pratt, Mercury" userId="a594c288-fe5c-423d-8835-d76541caaad4" providerId="ADAL" clId="{ABCD2502-C4CC-48CF-B7FC-D611AF3BBD9E}" dt="2025-06-18T07:32:20.848" v="499" actId="20577"/>
          <ac:graphicFrameMkLst>
            <pc:docMk/>
            <pc:sldMk cId="1662491414" sldId="256"/>
            <ac:graphicFrameMk id="27" creationId="{D806EBF3-D422-6208-1DD0-5380C2D79468}"/>
          </ac:graphicFrameMkLst>
        </pc:graphicFrameChg>
        <pc:graphicFrameChg chg="modGraphic">
          <ac:chgData name="Pratt, Mercury" userId="a594c288-fe5c-423d-8835-d76541caaad4" providerId="ADAL" clId="{ABCD2502-C4CC-48CF-B7FC-D611AF3BBD9E}" dt="2025-06-18T08:50:46.137" v="518" actId="20577"/>
          <ac:graphicFrameMkLst>
            <pc:docMk/>
            <pc:sldMk cId="1662491414" sldId="256"/>
            <ac:graphicFrameMk id="28" creationId="{7CC2775F-B90F-FC46-D75F-CC7F8E9AC087}"/>
          </ac:graphicFrameMkLst>
        </pc:graphicFrameChg>
        <pc:graphicFrameChg chg="modGraphic">
          <ac:chgData name="Pratt, Mercury" userId="a594c288-fe5c-423d-8835-d76541caaad4" providerId="ADAL" clId="{ABCD2502-C4CC-48CF-B7FC-D611AF3BBD9E}" dt="2025-06-18T08:58:01.332" v="519" actId="207"/>
          <ac:graphicFrameMkLst>
            <pc:docMk/>
            <pc:sldMk cId="1662491414" sldId="256"/>
            <ac:graphicFrameMk id="29" creationId="{28CEFE56-8994-653F-BA2C-C0D9CE8209AE}"/>
          </ac:graphicFrameMkLst>
        </pc:graphicFrameChg>
        <pc:graphicFrameChg chg="modGraphic">
          <ac:chgData name="Pratt, Mercury" userId="a594c288-fe5c-423d-8835-d76541caaad4" providerId="ADAL" clId="{ABCD2502-C4CC-48CF-B7FC-D611AF3BBD9E}" dt="2025-06-18T07:31:41.400" v="477" actId="20577"/>
          <ac:graphicFrameMkLst>
            <pc:docMk/>
            <pc:sldMk cId="1662491414" sldId="256"/>
            <ac:graphicFrameMk id="32" creationId="{04892F2B-3420-45D9-C483-7610B1EA600D}"/>
          </ac:graphicFrameMkLst>
        </pc:graphicFrameChg>
        <pc:picChg chg="mod">
          <ac:chgData name="Pratt, Mercury" userId="a594c288-fe5c-423d-8835-d76541caaad4" providerId="ADAL" clId="{ABCD2502-C4CC-48CF-B7FC-D611AF3BBD9E}" dt="2025-06-18T07:32:31.640" v="512" actId="1036"/>
          <ac:picMkLst>
            <pc:docMk/>
            <pc:sldMk cId="1662491414" sldId="256"/>
            <ac:picMk id="3" creationId="{629D5477-3BA5-E42B-9FBA-6E1B6DF57613}"/>
          </ac:picMkLst>
        </pc:picChg>
        <pc:picChg chg="add mod">
          <ac:chgData name="Pratt, Mercury" userId="a594c288-fe5c-423d-8835-d76541caaad4" providerId="ADAL" clId="{ABCD2502-C4CC-48CF-B7FC-D611AF3BBD9E}" dt="2025-06-17T14:42:51.776" v="70" actId="931"/>
          <ac:picMkLst>
            <pc:docMk/>
            <pc:sldMk cId="1662491414" sldId="256"/>
            <ac:picMk id="3" creationId="{C813ED47-96BA-5249-E5FF-053A33440A14}"/>
          </ac:picMkLst>
        </pc:picChg>
        <pc:picChg chg="add del mod">
          <ac:chgData name="Pratt, Mercury" userId="a594c288-fe5c-423d-8835-d76541caaad4" providerId="ADAL" clId="{ABCD2502-C4CC-48CF-B7FC-D611AF3BBD9E}" dt="2025-06-17T14:47:38.374" v="181" actId="1076"/>
          <ac:picMkLst>
            <pc:docMk/>
            <pc:sldMk cId="1662491414" sldId="256"/>
            <ac:picMk id="6" creationId="{FBC359FE-507D-9486-E3A7-9FB3FA8CFD9F}"/>
          </ac:picMkLst>
        </pc:picChg>
        <pc:picChg chg="add mod">
          <ac:chgData name="Pratt, Mercury" userId="a594c288-fe5c-423d-8835-d76541caaad4" providerId="ADAL" clId="{ABCD2502-C4CC-48CF-B7FC-D611AF3BBD9E}" dt="2025-06-17T14:43:53.579" v="95" actId="14100"/>
          <ac:picMkLst>
            <pc:docMk/>
            <pc:sldMk cId="1662491414" sldId="256"/>
            <ac:picMk id="9" creationId="{66474418-9836-FCBC-DB58-26DD6581861E}"/>
          </ac:picMkLst>
        </pc:picChg>
        <pc:picChg chg="add mod">
          <ac:chgData name="Pratt, Mercury" userId="a594c288-fe5c-423d-8835-d76541caaad4" providerId="ADAL" clId="{ABCD2502-C4CC-48CF-B7FC-D611AF3BBD9E}" dt="2025-06-17T14:46:31.991" v="172" actId="14100"/>
          <ac:picMkLst>
            <pc:docMk/>
            <pc:sldMk cId="1662491414" sldId="256"/>
            <ac:picMk id="12" creationId="{C0148E5B-EB52-FBE1-57BA-0E28C434FDDB}"/>
          </ac:picMkLst>
        </pc:picChg>
        <pc:picChg chg="add mod">
          <ac:chgData name="Pratt, Mercury" userId="a594c288-fe5c-423d-8835-d76541caaad4" providerId="ADAL" clId="{ABCD2502-C4CC-48CF-B7FC-D611AF3BBD9E}" dt="2025-06-17T14:47:25.806" v="174"/>
          <ac:picMkLst>
            <pc:docMk/>
            <pc:sldMk cId="1662491414" sldId="256"/>
            <ac:picMk id="13" creationId="{FA164943-D638-4E88-BDF1-64F5384AB2C0}"/>
          </ac:picMkLst>
        </pc:picChg>
        <pc:picChg chg="add mod">
          <ac:chgData name="Pratt, Mercury" userId="a594c288-fe5c-423d-8835-d76541caaad4" providerId="ADAL" clId="{ABCD2502-C4CC-48CF-B7FC-D611AF3BBD9E}" dt="2025-06-17T14:47:29.914" v="176"/>
          <ac:picMkLst>
            <pc:docMk/>
            <pc:sldMk cId="1662491414" sldId="256"/>
            <ac:picMk id="14" creationId="{06687AEA-E7A9-EC80-057D-9B1E0D5435D5}"/>
          </ac:picMkLst>
        </pc:picChg>
        <pc:picChg chg="add mod">
          <ac:chgData name="Pratt, Mercury" userId="a594c288-fe5c-423d-8835-d76541caaad4" providerId="ADAL" clId="{ABCD2502-C4CC-48CF-B7FC-D611AF3BBD9E}" dt="2025-06-17T14:47:46.173" v="182" actId="1076"/>
          <ac:picMkLst>
            <pc:docMk/>
            <pc:sldMk cId="1662491414" sldId="256"/>
            <ac:picMk id="15" creationId="{A4F4F0E6-607F-D9EB-29D6-60BCC67FEF3F}"/>
          </ac:picMkLst>
        </pc:picChg>
      </pc:sldChg>
      <pc:sldChg chg="addSp modSp new mod">
        <pc:chgData name="Pratt, Mercury" userId="a594c288-fe5c-423d-8835-d76541caaad4" providerId="ADAL" clId="{ABCD2502-C4CC-48CF-B7FC-D611AF3BBD9E}" dt="2025-06-17T15:17:24.884" v="407" actId="1076"/>
        <pc:sldMkLst>
          <pc:docMk/>
          <pc:sldMk cId="3567668515" sldId="257"/>
        </pc:sldMkLst>
        <pc:spChg chg="mod">
          <ac:chgData name="Pratt, Mercury" userId="a594c288-fe5c-423d-8835-d76541caaad4" providerId="ADAL" clId="{ABCD2502-C4CC-48CF-B7FC-D611AF3BBD9E}" dt="2025-06-17T14:48:51.771" v="214" actId="20577"/>
          <ac:spMkLst>
            <pc:docMk/>
            <pc:sldMk cId="3567668515" sldId="257"/>
            <ac:spMk id="3" creationId="{827D4DF4-6B0D-7706-B356-8E1D257DFA9E}"/>
          </ac:spMkLst>
        </pc:spChg>
        <pc:spChg chg="mod">
          <ac:chgData name="Pratt, Mercury" userId="a594c288-fe5c-423d-8835-d76541caaad4" providerId="ADAL" clId="{ABCD2502-C4CC-48CF-B7FC-D611AF3BBD9E}" dt="2025-06-17T14:51:43.605" v="240" actId="20577"/>
          <ac:spMkLst>
            <pc:docMk/>
            <pc:sldMk cId="3567668515" sldId="257"/>
            <ac:spMk id="6" creationId="{643D8C76-AC95-7203-64C8-29E9208F1BA5}"/>
          </ac:spMkLst>
        </pc:spChg>
        <pc:spChg chg="mod">
          <ac:chgData name="Pratt, Mercury" userId="a594c288-fe5c-423d-8835-d76541caaad4" providerId="ADAL" clId="{ABCD2502-C4CC-48CF-B7FC-D611AF3BBD9E}" dt="2025-06-17T14:52:10.884" v="309" actId="404"/>
          <ac:spMkLst>
            <pc:docMk/>
            <pc:sldMk cId="3567668515" sldId="257"/>
            <ac:spMk id="7" creationId="{23A146BC-08E4-4078-18D0-A89866B82831}"/>
          </ac:spMkLst>
        </pc:spChg>
        <pc:spChg chg="mod">
          <ac:chgData name="Pratt, Mercury" userId="a594c288-fe5c-423d-8835-d76541caaad4" providerId="ADAL" clId="{ABCD2502-C4CC-48CF-B7FC-D611AF3BBD9E}" dt="2025-06-17T15:15:15.748" v="399" actId="20577"/>
          <ac:spMkLst>
            <pc:docMk/>
            <pc:sldMk cId="3567668515" sldId="257"/>
            <ac:spMk id="8" creationId="{171B0CF1-E334-BB93-24B8-7FF42129D309}"/>
          </ac:spMkLst>
        </pc:spChg>
        <pc:spChg chg="add mod">
          <ac:chgData name="Pratt, Mercury" userId="a594c288-fe5c-423d-8835-d76541caaad4" providerId="ADAL" clId="{ABCD2502-C4CC-48CF-B7FC-D611AF3BBD9E}" dt="2025-06-17T14:49:12.572" v="232" actId="1076"/>
          <ac:spMkLst>
            <pc:docMk/>
            <pc:sldMk cId="3567668515" sldId="257"/>
            <ac:spMk id="14" creationId="{E183076F-4A71-934F-E29B-1D8A45504FC8}"/>
          </ac:spMkLst>
        </pc:spChg>
        <pc:graphicFrameChg chg="add mod">
          <ac:chgData name="Pratt, Mercury" userId="a594c288-fe5c-423d-8835-d76541caaad4" providerId="ADAL" clId="{ABCD2502-C4CC-48CF-B7FC-D611AF3BBD9E}" dt="2025-06-17T14:50:56.611" v="234" actId="1076"/>
          <ac:graphicFrameMkLst>
            <pc:docMk/>
            <pc:sldMk cId="3567668515" sldId="257"/>
            <ac:graphicFrameMk id="15" creationId="{A7A20C5F-8F13-4D67-C0FE-FE48E8FA423B}"/>
          </ac:graphicFrameMkLst>
        </pc:graphicFrameChg>
        <pc:picChg chg="add mod">
          <ac:chgData name="Pratt, Mercury" userId="a594c288-fe5c-423d-8835-d76541caaad4" providerId="ADAL" clId="{ABCD2502-C4CC-48CF-B7FC-D611AF3BBD9E}" dt="2025-06-17T14:48:55.743" v="217" actId="1076"/>
          <ac:picMkLst>
            <pc:docMk/>
            <pc:sldMk cId="3567668515" sldId="257"/>
            <ac:picMk id="12" creationId="{EE120BF3-7F23-C674-3ABD-0636D438C5DD}"/>
          </ac:picMkLst>
        </pc:picChg>
        <pc:picChg chg="add mod">
          <ac:chgData name="Pratt, Mercury" userId="a594c288-fe5c-423d-8835-d76541caaad4" providerId="ADAL" clId="{ABCD2502-C4CC-48CF-B7FC-D611AF3BBD9E}" dt="2025-06-17T14:51:35.537" v="236" actId="1076"/>
          <ac:picMkLst>
            <pc:docMk/>
            <pc:sldMk cId="3567668515" sldId="257"/>
            <ac:picMk id="17" creationId="{8ECDD550-36A1-F6F8-A4DA-AD5D86F97B99}"/>
          </ac:picMkLst>
        </pc:picChg>
        <pc:picChg chg="add mod">
          <ac:chgData name="Pratt, Mercury" userId="a594c288-fe5c-423d-8835-d76541caaad4" providerId="ADAL" clId="{ABCD2502-C4CC-48CF-B7FC-D611AF3BBD9E}" dt="2025-06-17T14:52:38.870" v="312" actId="1076"/>
          <ac:picMkLst>
            <pc:docMk/>
            <pc:sldMk cId="3567668515" sldId="257"/>
            <ac:picMk id="19" creationId="{33D04819-0D3D-02C9-6F41-F6217D2E8E6E}"/>
          </ac:picMkLst>
        </pc:picChg>
        <pc:picChg chg="add mod">
          <ac:chgData name="Pratt, Mercury" userId="a594c288-fe5c-423d-8835-d76541caaad4" providerId="ADAL" clId="{ABCD2502-C4CC-48CF-B7FC-D611AF3BBD9E}" dt="2025-06-17T14:54:38.689" v="315" actId="14100"/>
          <ac:picMkLst>
            <pc:docMk/>
            <pc:sldMk cId="3567668515" sldId="257"/>
            <ac:picMk id="21" creationId="{AB56B363-E0C2-7F7A-D783-FB8E3892D1BD}"/>
          </ac:picMkLst>
        </pc:picChg>
        <pc:picChg chg="add">
          <ac:chgData name="Pratt, Mercury" userId="a594c288-fe5c-423d-8835-d76541caaad4" providerId="ADAL" clId="{ABCD2502-C4CC-48CF-B7FC-D611AF3BBD9E}" dt="2025-06-17T15:16:08.578" v="400" actId="22"/>
          <ac:picMkLst>
            <pc:docMk/>
            <pc:sldMk cId="3567668515" sldId="257"/>
            <ac:picMk id="23" creationId="{B1209763-C92B-4B72-59F4-616CD7B8860B}"/>
          </ac:picMkLst>
        </pc:picChg>
        <pc:picChg chg="add mod">
          <ac:chgData name="Pratt, Mercury" userId="a594c288-fe5c-423d-8835-d76541caaad4" providerId="ADAL" clId="{ABCD2502-C4CC-48CF-B7FC-D611AF3BBD9E}" dt="2025-06-17T15:16:47.727" v="403" actId="1076"/>
          <ac:picMkLst>
            <pc:docMk/>
            <pc:sldMk cId="3567668515" sldId="257"/>
            <ac:picMk id="25" creationId="{755D3497-8D63-B9D0-D59B-AC84D81639B1}"/>
          </ac:picMkLst>
        </pc:picChg>
        <pc:picChg chg="add mod">
          <ac:chgData name="Pratt, Mercury" userId="a594c288-fe5c-423d-8835-d76541caaad4" providerId="ADAL" clId="{ABCD2502-C4CC-48CF-B7FC-D611AF3BBD9E}" dt="2025-06-17T15:17:24.884" v="407" actId="1076"/>
          <ac:picMkLst>
            <pc:docMk/>
            <pc:sldMk cId="3567668515" sldId="257"/>
            <ac:picMk id="27" creationId="{2F9A00CE-6B52-90F4-1A6C-8F7542823176}"/>
          </ac:picMkLst>
        </pc:picChg>
      </pc:sldChg>
      <pc:sldChg chg="modSp new mod">
        <pc:chgData name="Pratt, Mercury" userId="a594c288-fe5c-423d-8835-d76541caaad4" providerId="ADAL" clId="{ABCD2502-C4CC-48CF-B7FC-D611AF3BBD9E}" dt="2025-06-17T15:17:47.819" v="474" actId="20577"/>
        <pc:sldMkLst>
          <pc:docMk/>
          <pc:sldMk cId="1778653993" sldId="258"/>
        </pc:sldMkLst>
        <pc:spChg chg="mod">
          <ac:chgData name="Pratt, Mercury" userId="a594c288-fe5c-423d-8835-d76541caaad4" providerId="ADAL" clId="{ABCD2502-C4CC-48CF-B7FC-D611AF3BBD9E}" dt="2025-06-17T15:17:47.819" v="474" actId="20577"/>
          <ac:spMkLst>
            <pc:docMk/>
            <pc:sldMk cId="1778653993" sldId="258"/>
            <ac:spMk id="6" creationId="{101B2C99-AE75-3D74-81BC-02E66BA08908}"/>
          </ac:spMkLst>
        </pc:spChg>
      </pc:sldChg>
      <pc:sldChg chg="addSp delSp modSp add mod">
        <pc:chgData name="Pratt, Mercury" userId="a594c288-fe5c-423d-8835-d76541caaad4" providerId="ADAL" clId="{ABCD2502-C4CC-48CF-B7FC-D611AF3BBD9E}" dt="2025-06-18T09:39:34.970" v="653" actId="207"/>
        <pc:sldMkLst>
          <pc:docMk/>
          <pc:sldMk cId="328009270" sldId="261"/>
        </pc:sldMkLst>
        <pc:spChg chg="add mod">
          <ac:chgData name="Pratt, Mercury" userId="a594c288-fe5c-423d-8835-d76541caaad4" providerId="ADAL" clId="{ABCD2502-C4CC-48CF-B7FC-D611AF3BBD9E}" dt="2025-06-18T08:58:38.791" v="524"/>
          <ac:spMkLst>
            <pc:docMk/>
            <pc:sldMk cId="328009270" sldId="261"/>
            <ac:spMk id="2" creationId="{6CC5E1B5-7DB8-19EA-5066-3D37D484B42A}"/>
          </ac:spMkLst>
        </pc:spChg>
        <pc:spChg chg="add mod">
          <ac:chgData name="Pratt, Mercury" userId="a594c288-fe5c-423d-8835-d76541caaad4" providerId="ADAL" clId="{ABCD2502-C4CC-48CF-B7FC-D611AF3BBD9E}" dt="2025-06-18T08:58:38.791" v="524"/>
          <ac:spMkLst>
            <pc:docMk/>
            <pc:sldMk cId="328009270" sldId="261"/>
            <ac:spMk id="4" creationId="{0CD1E54B-F5C6-6BC6-A11A-2D1B5E1A8384}"/>
          </ac:spMkLst>
        </pc:spChg>
        <pc:spChg chg="add mod">
          <ac:chgData name="Pratt, Mercury" userId="a594c288-fe5c-423d-8835-d76541caaad4" providerId="ADAL" clId="{ABCD2502-C4CC-48CF-B7FC-D611AF3BBD9E}" dt="2025-06-18T08:59:28.651" v="543" actId="14100"/>
          <ac:spMkLst>
            <pc:docMk/>
            <pc:sldMk cId="328009270" sldId="261"/>
            <ac:spMk id="5" creationId="{D7CA2D5D-2B04-13E0-F42C-03C443F9A6B2}"/>
          </ac:spMkLst>
        </pc:spChg>
        <pc:spChg chg="add mod">
          <ac:chgData name="Pratt, Mercury" userId="a594c288-fe5c-423d-8835-d76541caaad4" providerId="ADAL" clId="{ABCD2502-C4CC-48CF-B7FC-D611AF3BBD9E}" dt="2025-06-18T08:59:38.143" v="548" actId="114"/>
          <ac:spMkLst>
            <pc:docMk/>
            <pc:sldMk cId="328009270" sldId="261"/>
            <ac:spMk id="6" creationId="{4BB89785-B4A3-2399-23BB-9943A633C869}"/>
          </ac:spMkLst>
        </pc:spChg>
        <pc:graphicFrameChg chg="mod">
          <ac:chgData name="Pratt, Mercury" userId="a594c288-fe5c-423d-8835-d76541caaad4" providerId="ADAL" clId="{ABCD2502-C4CC-48CF-B7FC-D611AF3BBD9E}" dt="2025-06-18T09:39:34.970" v="653" actId="207"/>
          <ac:graphicFrameMkLst>
            <pc:docMk/>
            <pc:sldMk cId="328009270" sldId="261"/>
            <ac:graphicFrameMk id="10" creationId="{A69641BB-E99F-3DE2-738C-E4D8891C708B}"/>
          </ac:graphicFrameMkLst>
        </pc:graphicFrameChg>
        <pc:graphicFrameChg chg="add del mod modGraphic">
          <ac:chgData name="Pratt, Mercury" userId="a594c288-fe5c-423d-8835-d76541caaad4" providerId="ADAL" clId="{ABCD2502-C4CC-48CF-B7FC-D611AF3BBD9E}" dt="2025-06-18T09:00:49.793" v="570"/>
          <ac:graphicFrameMkLst>
            <pc:docMk/>
            <pc:sldMk cId="328009270" sldId="261"/>
            <ac:graphicFrameMk id="29" creationId="{6D8F5EF2-CB91-2D18-5E7E-A2FD6FC7620C}"/>
          </ac:graphicFrameMkLst>
        </pc:graphicFrameChg>
        <pc:graphicFrameChg chg="modGraphic">
          <ac:chgData name="Pratt, Mercury" userId="a594c288-fe5c-423d-8835-d76541caaad4" providerId="ADAL" clId="{ABCD2502-C4CC-48CF-B7FC-D611AF3BBD9E}" dt="2025-06-18T09:02:28.009" v="583" actId="122"/>
          <ac:graphicFrameMkLst>
            <pc:docMk/>
            <pc:sldMk cId="328009270" sldId="261"/>
            <ac:graphicFrameMk id="34" creationId="{4AE74C03-C150-4B00-0ACE-7EC41C1C6B0C}"/>
          </ac:graphicFrameMkLst>
        </pc:graphicFrameChg>
        <pc:graphicFrameChg chg="modGraphic">
          <ac:chgData name="Pratt, Mercury" userId="a594c288-fe5c-423d-8835-d76541caaad4" providerId="ADAL" clId="{ABCD2502-C4CC-48CF-B7FC-D611AF3BBD9E}" dt="2025-06-18T09:02:36.944" v="586" actId="20577"/>
          <ac:graphicFrameMkLst>
            <pc:docMk/>
            <pc:sldMk cId="328009270" sldId="261"/>
            <ac:graphicFrameMk id="37" creationId="{E8F5E04D-6AC6-4A2B-C91B-C3A966841A17}"/>
          </ac:graphicFrameMkLst>
        </pc:graphicFrameChg>
      </pc:sldChg>
      <pc:sldChg chg="new del">
        <pc:chgData name="Pratt, Mercury" userId="a594c288-fe5c-423d-8835-d76541caaad4" providerId="ADAL" clId="{ABCD2502-C4CC-48CF-B7FC-D611AF3BBD9E}" dt="2025-06-18T08:58:30.559" v="521" actId="680"/>
        <pc:sldMkLst>
          <pc:docMk/>
          <pc:sldMk cId="455089361" sldId="261"/>
        </pc:sldMkLst>
      </pc:sldChg>
      <pc:sldChg chg="addSp modSp mod">
        <pc:chgData name="Pratt, Mercury" userId="a594c288-fe5c-423d-8835-d76541caaad4" providerId="ADAL" clId="{ABCD2502-C4CC-48CF-B7FC-D611AF3BBD9E}" dt="2025-06-18T09:39:59.181" v="658" actId="1076"/>
        <pc:sldMkLst>
          <pc:docMk/>
          <pc:sldMk cId="4093772359" sldId="262"/>
        </pc:sldMkLst>
        <pc:spChg chg="mod">
          <ac:chgData name="Pratt, Mercury" userId="a594c288-fe5c-423d-8835-d76541caaad4" providerId="ADAL" clId="{ABCD2502-C4CC-48CF-B7FC-D611AF3BBD9E}" dt="2025-06-18T09:09:47.965" v="592" actId="1076"/>
          <ac:spMkLst>
            <pc:docMk/>
            <pc:sldMk cId="4093772359" sldId="262"/>
            <ac:spMk id="20" creationId="{6F340EEA-13F1-205F-511C-478949C77CE8}"/>
          </ac:spMkLst>
        </pc:spChg>
        <pc:spChg chg="mod">
          <ac:chgData name="Pratt, Mercury" userId="a594c288-fe5c-423d-8835-d76541caaad4" providerId="ADAL" clId="{ABCD2502-C4CC-48CF-B7FC-D611AF3BBD9E}" dt="2025-06-18T09:18:27.664" v="604" actId="1035"/>
          <ac:spMkLst>
            <pc:docMk/>
            <pc:sldMk cId="4093772359" sldId="262"/>
            <ac:spMk id="49" creationId="{2D087213-DEBB-15A9-D8AB-8DB359ADD1E0}"/>
          </ac:spMkLst>
        </pc:spChg>
        <pc:spChg chg="mod">
          <ac:chgData name="Pratt, Mercury" userId="a594c288-fe5c-423d-8835-d76541caaad4" providerId="ADAL" clId="{ABCD2502-C4CC-48CF-B7FC-D611AF3BBD9E}" dt="2025-06-18T09:39:48.423" v="654"/>
          <ac:spMkLst>
            <pc:docMk/>
            <pc:sldMk cId="4093772359" sldId="262"/>
            <ac:spMk id="83" creationId="{E223C983-99A0-540E-A588-C061CA41DC6D}"/>
          </ac:spMkLst>
        </pc:spChg>
        <pc:grpChg chg="mod">
          <ac:chgData name="Pratt, Mercury" userId="a594c288-fe5c-423d-8835-d76541caaad4" providerId="ADAL" clId="{ABCD2502-C4CC-48CF-B7FC-D611AF3BBD9E}" dt="2025-06-18T09:09:48.551" v="594" actId="1076"/>
          <ac:grpSpMkLst>
            <pc:docMk/>
            <pc:sldMk cId="4093772359" sldId="262"/>
            <ac:grpSpMk id="44" creationId="{F9654EF0-BF0A-0E30-8D20-AB3B4772D8B1}"/>
          </ac:grpSpMkLst>
        </pc:grpChg>
        <pc:grpChg chg="add mod">
          <ac:chgData name="Pratt, Mercury" userId="a594c288-fe5c-423d-8835-d76541caaad4" providerId="ADAL" clId="{ABCD2502-C4CC-48CF-B7FC-D611AF3BBD9E}" dt="2025-06-18T09:39:59.181" v="658" actId="1076"/>
          <ac:grpSpMkLst>
            <pc:docMk/>
            <pc:sldMk cId="4093772359" sldId="262"/>
            <ac:grpSpMk id="64" creationId="{E85D7387-7D21-715D-0681-E6CB787E83BB}"/>
          </ac:grpSpMkLst>
        </pc:grpChg>
        <pc:graphicFrameChg chg="mod">
          <ac:chgData name="Pratt, Mercury" userId="a594c288-fe5c-423d-8835-d76541caaad4" providerId="ADAL" clId="{ABCD2502-C4CC-48CF-B7FC-D611AF3BBD9E}" dt="2025-06-18T09:37:38.929" v="639" actId="207"/>
          <ac:graphicFrameMkLst>
            <pc:docMk/>
            <pc:sldMk cId="4093772359" sldId="262"/>
            <ac:graphicFrameMk id="46" creationId="{8E3D029A-7ABD-C89D-22AA-67F834208D9C}"/>
          </ac:graphicFrameMkLst>
        </pc:graphicFrameChg>
        <pc:graphicFrameChg chg="mod">
          <ac:chgData name="Pratt, Mercury" userId="a594c288-fe5c-423d-8835-d76541caaad4" providerId="ADAL" clId="{ABCD2502-C4CC-48CF-B7FC-D611AF3BBD9E}" dt="2025-06-18T09:39:49.918" v="655"/>
          <ac:graphicFrameMkLst>
            <pc:docMk/>
            <pc:sldMk cId="4093772359" sldId="262"/>
            <ac:graphicFrameMk id="76" creationId="{A7043DBE-F24B-4B67-2748-4F202377A998}"/>
          </ac:graphicFrameMkLst>
        </pc:graphicFrameChg>
        <pc:picChg chg="mod">
          <ac:chgData name="Pratt, Mercury" userId="a594c288-fe5c-423d-8835-d76541caaad4" providerId="ADAL" clId="{ABCD2502-C4CC-48CF-B7FC-D611AF3BBD9E}" dt="2025-06-18T09:09:47.729" v="591" actId="1076"/>
          <ac:picMkLst>
            <pc:docMk/>
            <pc:sldMk cId="4093772359" sldId="262"/>
            <ac:picMk id="13" creationId="{7BB7965E-EBEC-E7CB-F6E8-8B4A86214B00}"/>
          </ac:picMkLst>
        </pc:picChg>
      </pc:sldChg>
    </pc:docChg>
  </pc:docChgLst>
  <pc:docChgLst>
    <pc:chgData name="Robson, Ash" userId="dce7a02d-bc6e-4a6e-ae8e-04e318d73f64" providerId="ADAL" clId="{29758AA8-BE5C-4061-AE4C-698FC9AEEFCB}"/>
    <pc:docChg chg="undo custSel modSld">
      <pc:chgData name="Robson, Ash" userId="dce7a02d-bc6e-4a6e-ae8e-04e318d73f64" providerId="ADAL" clId="{29758AA8-BE5C-4061-AE4C-698FC9AEEFCB}" dt="2025-06-18T08:43:57.535" v="968" actId="20577"/>
      <pc:docMkLst>
        <pc:docMk/>
      </pc:docMkLst>
      <pc:sldChg chg="modSp mod">
        <pc:chgData name="Robson, Ash" userId="dce7a02d-bc6e-4a6e-ae8e-04e318d73f64" providerId="ADAL" clId="{29758AA8-BE5C-4061-AE4C-698FC9AEEFCB}" dt="2025-06-18T08:43:57.535" v="968" actId="20577"/>
        <pc:sldMkLst>
          <pc:docMk/>
          <pc:sldMk cId="1662491414" sldId="256"/>
        </pc:sldMkLst>
        <pc:spChg chg="mod">
          <ac:chgData name="Robson, Ash" userId="dce7a02d-bc6e-4a6e-ae8e-04e318d73f64" providerId="ADAL" clId="{29758AA8-BE5C-4061-AE4C-698FC9AEEFCB}" dt="2025-06-18T08:24:01.040" v="0" actId="1076"/>
          <ac:spMkLst>
            <pc:docMk/>
            <pc:sldMk cId="1662491414" sldId="256"/>
            <ac:spMk id="50" creationId="{0A95D560-F084-29A5-11F5-3F9645C41042}"/>
          </ac:spMkLst>
        </pc:spChg>
        <pc:spChg chg="mod">
          <ac:chgData name="Robson, Ash" userId="dce7a02d-bc6e-4a6e-ae8e-04e318d73f64" providerId="ADAL" clId="{29758AA8-BE5C-4061-AE4C-698FC9AEEFCB}" dt="2025-06-18T08:43:57.535" v="968" actId="20577"/>
          <ac:spMkLst>
            <pc:docMk/>
            <pc:sldMk cId="1662491414" sldId="256"/>
            <ac:spMk id="80" creationId="{BE41314F-EF9D-A322-D5C3-A7E7A413E6C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0_63179B16.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05_138D0636.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06_F4020247.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03_6A51C535.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Mass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6CA-4187-820A-71E14B62A12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6CA-4187-820A-71E14B62A12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6CA-4187-820A-71E14B62A12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6CA-4187-820A-71E14B62A12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6CA-4187-820A-71E14B62A12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6CA-4187-820A-71E14B62A12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6CA-4187-820A-71E14B62A123}"/>
              </c:ext>
            </c:extLst>
          </c:dPt>
          <c:dLbls>
            <c:dLbl>
              <c:idx val="0"/>
              <c:layout>
                <c:manualLayout>
                  <c:x val="0.28133849775519626"/>
                  <c:y val="-0.15074888005139955"/>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6CA-4187-820A-71E14B62A123}"/>
                </c:ext>
              </c:extLst>
            </c:dLbl>
            <c:dLbl>
              <c:idx val="1"/>
              <c:layout>
                <c:manualLayout>
                  <c:x val="0.12428740046583318"/>
                  <c:y val="5.489763644061880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6CA-4187-820A-71E14B62A123}"/>
                </c:ext>
              </c:extLst>
            </c:dLbl>
            <c:dLbl>
              <c:idx val="2"/>
              <c:layout>
                <c:manualLayout>
                  <c:x val="0.12847318809200847"/>
                  <c:y val="0.1134557584127924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6CA-4187-820A-71E14B62A123}"/>
                </c:ext>
              </c:extLst>
            </c:dLbl>
            <c:dLbl>
              <c:idx val="3"/>
              <c:layout>
                <c:manualLayout>
                  <c:x val="-0.15941210059748159"/>
                  <c:y val="0.1592031456777944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06CA-4187-820A-71E14B62A123}"/>
                </c:ext>
              </c:extLst>
            </c:dLbl>
            <c:dLbl>
              <c:idx val="4"/>
              <c:layout>
                <c:manualLayout>
                  <c:x val="-0.21919488048615315"/>
                  <c:y val="4.129749733373614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06CA-4187-820A-71E14B62A123}"/>
                </c:ext>
              </c:extLst>
            </c:dLbl>
            <c:dLbl>
              <c:idx val="5"/>
              <c:layout>
                <c:manualLayout>
                  <c:x val="-0.2732603578070078"/>
                  <c:y val="-8.541977190954352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06CA-4187-820A-71E14B62A123}"/>
                </c:ext>
              </c:extLst>
            </c:dLbl>
            <c:dLbl>
              <c:idx val="6"/>
              <c:layout>
                <c:manualLayout>
                  <c:x val="-0.15930516788551324"/>
                  <c:y val="-0.12427920577236064"/>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06CA-4187-820A-71E14B62A123}"/>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24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c:v>
                </c:pt>
                <c:pt idx="1">
                  <c:v>Systems</c:v>
                </c:pt>
                <c:pt idx="2">
                  <c:v>Payload</c:v>
                </c:pt>
                <c:pt idx="3">
                  <c:v>Fuel</c:v>
                </c:pt>
                <c:pt idx="4">
                  <c:v>Fuselage</c:v>
                </c:pt>
                <c:pt idx="5">
                  <c:v>Skids</c:v>
                </c:pt>
                <c:pt idx="6">
                  <c:v>Rotor</c:v>
                </c:pt>
              </c:strCache>
            </c:strRef>
          </c:cat>
          <c:val>
            <c:numRef>
              <c:f>Sheet1!$B$2:$B$8</c:f>
              <c:numCache>
                <c:formatCode>General</c:formatCode>
                <c:ptCount val="7"/>
                <c:pt idx="0">
                  <c:v>495</c:v>
                </c:pt>
                <c:pt idx="1">
                  <c:v>504</c:v>
                </c:pt>
                <c:pt idx="2">
                  <c:v>886</c:v>
                </c:pt>
                <c:pt idx="3">
                  <c:v>700</c:v>
                </c:pt>
                <c:pt idx="4">
                  <c:v>355</c:v>
                </c:pt>
                <c:pt idx="5">
                  <c:v>70</c:v>
                </c:pt>
                <c:pt idx="6">
                  <c:v>238</c:v>
                </c:pt>
              </c:numCache>
            </c:numRef>
          </c:val>
          <c:extLst>
            <c:ext xmlns:c16="http://schemas.microsoft.com/office/drawing/2014/chart" uri="{C3380CC4-5D6E-409C-BE32-E72D297353CC}">
              <c16:uniqueId val="{0000000E-06CA-4187-820A-71E14B62A123}"/>
            </c:ext>
          </c:extLst>
        </c:ser>
        <c:dLbls>
          <c:showLegendKey val="0"/>
          <c:showVal val="1"/>
          <c:showCatName val="1"/>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Mass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6CA-4187-820A-71E14B62A12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6CA-4187-820A-71E14B62A12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6CA-4187-820A-71E14B62A12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6CA-4187-820A-71E14B62A12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6CA-4187-820A-71E14B62A12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6CA-4187-820A-71E14B62A12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6CA-4187-820A-71E14B62A123}"/>
              </c:ext>
            </c:extLst>
          </c:dPt>
          <c:dLbls>
            <c:dLbl>
              <c:idx val="0"/>
              <c:layout>
                <c:manualLayout>
                  <c:x val="0.28133849775519626"/>
                  <c:y val="-0.15074888005139955"/>
                </c:manualLayout>
              </c:layout>
              <c:tx>
                <c:rich>
                  <a:bodyPr/>
                  <a:lstStyle/>
                  <a:p>
                    <a:fld id="{D9405474-EB0B-4F04-9C8D-6229572481CF}" type="CATEGORYNAME">
                      <a:rPr lang="en-US" b="1">
                        <a:solidFill>
                          <a:srgbClr val="0000CD"/>
                        </a:solidFill>
                      </a:rPr>
                      <a:pPr/>
                      <a:t>[CATEGORY NAME]</a:t>
                    </a:fld>
                    <a:r>
                      <a:rPr lang="en-US" baseline="0"/>
                      <a:t>
</a:t>
                    </a:r>
                    <a:fld id="{9EE113B7-6B38-4086-91A0-DCF521FBAA4A}"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6CA-4187-820A-71E14B62A123}"/>
                </c:ext>
              </c:extLst>
            </c:dLbl>
            <c:dLbl>
              <c:idx val="1"/>
              <c:layout>
                <c:manualLayout>
                  <c:x val="0.12428740046583318"/>
                  <c:y val="5.4897636440618805E-2"/>
                </c:manualLayout>
              </c:layout>
              <c:tx>
                <c:rich>
                  <a:bodyPr/>
                  <a:lstStyle/>
                  <a:p>
                    <a:fld id="{6EFD2428-41E3-406E-A915-FEB5B447ED0A}" type="CATEGORYNAME">
                      <a:rPr lang="en-US" b="1">
                        <a:solidFill>
                          <a:srgbClr val="C71585"/>
                        </a:solidFill>
                      </a:rPr>
                      <a:pPr/>
                      <a:t>[CATEGORY NAME]</a:t>
                    </a:fld>
                    <a:r>
                      <a:rPr lang="en-US" baseline="0"/>
                      <a:t>
</a:t>
                    </a:r>
                    <a:fld id="{35C50321-6006-424C-B13B-704D0E53B660}"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6CA-4187-820A-71E14B62A123}"/>
                </c:ext>
              </c:extLst>
            </c:dLbl>
            <c:dLbl>
              <c:idx val="2"/>
              <c:layout>
                <c:manualLayout>
                  <c:x val="0.12847318809200847"/>
                  <c:y val="0.11345575841279244"/>
                </c:manualLayout>
              </c:layout>
              <c:tx>
                <c:rich>
                  <a:bodyPr/>
                  <a:lstStyle/>
                  <a:p>
                    <a:fld id="{0024957D-8645-49E5-BB97-2D663DC9B87A}" type="CATEGORYNAME">
                      <a:rPr lang="en-US" b="1">
                        <a:solidFill>
                          <a:srgbClr val="7B68EE"/>
                        </a:solidFill>
                      </a:rPr>
                      <a:pPr/>
                      <a:t>[CATEGORY NAME]</a:t>
                    </a:fld>
                    <a:r>
                      <a:rPr lang="en-US" baseline="0"/>
                      <a:t>
</a:t>
                    </a:r>
                    <a:fld id="{717AEFB9-4523-4CC6-9667-8DBE8FD657E7}"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06CA-4187-820A-71E14B62A123}"/>
                </c:ext>
              </c:extLst>
            </c:dLbl>
            <c:dLbl>
              <c:idx val="3"/>
              <c:layout>
                <c:manualLayout>
                  <c:x val="-0.15941210059748159"/>
                  <c:y val="0.15920314567779442"/>
                </c:manualLayout>
              </c:layout>
              <c:tx>
                <c:rich>
                  <a:bodyPr/>
                  <a:lstStyle/>
                  <a:p>
                    <a:fld id="{7FE4AC29-CCE1-4436-B48D-0B35D3A1A4D9}" type="CATEGORYNAME">
                      <a:rPr lang="en-US" b="1">
                        <a:solidFill>
                          <a:srgbClr val="FF0000"/>
                        </a:solidFill>
                      </a:rPr>
                      <a:pPr/>
                      <a:t>[CATEGORY NAME]</a:t>
                    </a:fld>
                    <a:r>
                      <a:rPr lang="en-US" baseline="0"/>
                      <a:t>
</a:t>
                    </a:r>
                    <a:fld id="{33B59B24-16A9-4EB3-8457-95FB88FEC64D}"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6CA-4187-820A-71E14B62A123}"/>
                </c:ext>
              </c:extLst>
            </c:dLbl>
            <c:dLbl>
              <c:idx val="4"/>
              <c:layout>
                <c:manualLayout>
                  <c:x val="-0.21919488048615315"/>
                  <c:y val="4.1297497333736145E-2"/>
                </c:manualLayout>
              </c:layout>
              <c:tx>
                <c:rich>
                  <a:bodyPr/>
                  <a:lstStyle/>
                  <a:p>
                    <a:fld id="{05145924-216D-4537-AE32-6DC342E88453}" type="CATEGORYNAME">
                      <a:rPr lang="en-US" b="1">
                        <a:solidFill>
                          <a:srgbClr val="FF8C00"/>
                        </a:solidFill>
                      </a:rPr>
                      <a:pPr/>
                      <a:t>[CATEGORY NAME]</a:t>
                    </a:fld>
                    <a:r>
                      <a:rPr lang="en-US" baseline="0"/>
                      <a:t>
</a:t>
                    </a:r>
                    <a:fld id="{02698FE8-DD6E-4D65-9F5A-3032213E28CD}"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06CA-4187-820A-71E14B62A123}"/>
                </c:ext>
              </c:extLst>
            </c:dLbl>
            <c:dLbl>
              <c:idx val="5"/>
              <c:layout>
                <c:manualLayout>
                  <c:x val="-0.2732603578070078"/>
                  <c:y val="-8.5419771909543529E-2"/>
                </c:manualLayout>
              </c:layout>
              <c:tx>
                <c:rich>
                  <a:bodyPr/>
                  <a:lstStyle/>
                  <a:p>
                    <a:fld id="{75A2AED0-7D53-4D43-BD3B-D6A87E8FA58E}" type="CATEGORYNAME">
                      <a:rPr lang="en-US" b="1">
                        <a:solidFill>
                          <a:srgbClr val="006400"/>
                        </a:solidFill>
                      </a:rPr>
                      <a:pPr/>
                      <a:t>[CATEGORY NAME]</a:t>
                    </a:fld>
                    <a:r>
                      <a:rPr lang="en-US" baseline="0"/>
                      <a:t>
</a:t>
                    </a:r>
                    <a:fld id="{6C26B00A-6905-4A48-B2AC-08A974798D5E}"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06CA-4187-820A-71E14B62A123}"/>
                </c:ext>
              </c:extLst>
            </c:dLbl>
            <c:dLbl>
              <c:idx val="6"/>
              <c:layout>
                <c:manualLayout>
                  <c:x val="-0.15930516788551324"/>
                  <c:y val="-0.12427920577236064"/>
                </c:manualLayout>
              </c:layout>
              <c:tx>
                <c:rich>
                  <a:bodyPr/>
                  <a:lstStyle/>
                  <a:p>
                    <a:fld id="{B2E38080-D0E4-472E-A338-2D15743934B9}" type="CATEGORYNAME">
                      <a:rPr lang="en-US" b="1">
                        <a:solidFill>
                          <a:srgbClr val="000080"/>
                        </a:solidFill>
                      </a:rPr>
                      <a:pPr/>
                      <a:t>[CATEGORY NAME]</a:t>
                    </a:fld>
                    <a:r>
                      <a:rPr lang="en-US" baseline="0"/>
                      <a:t>
</a:t>
                    </a:r>
                    <a:fld id="{C19A7E4C-C6FB-45FE-968E-E8B3023B403A}"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06CA-4187-820A-71E14B62A123}"/>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24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c:v>
                </c:pt>
                <c:pt idx="1">
                  <c:v>Systems</c:v>
                </c:pt>
                <c:pt idx="2">
                  <c:v>Payload</c:v>
                </c:pt>
                <c:pt idx="3">
                  <c:v>Fuel</c:v>
                </c:pt>
                <c:pt idx="4">
                  <c:v>Fuselage</c:v>
                </c:pt>
                <c:pt idx="5">
                  <c:v>Skids</c:v>
                </c:pt>
                <c:pt idx="6">
                  <c:v>Rotor</c:v>
                </c:pt>
              </c:strCache>
            </c:strRef>
          </c:cat>
          <c:val>
            <c:numRef>
              <c:f>Sheet1!$B$2:$B$8</c:f>
              <c:numCache>
                <c:formatCode>General</c:formatCode>
                <c:ptCount val="7"/>
                <c:pt idx="0">
                  <c:v>495</c:v>
                </c:pt>
                <c:pt idx="1">
                  <c:v>504</c:v>
                </c:pt>
                <c:pt idx="2">
                  <c:v>886</c:v>
                </c:pt>
                <c:pt idx="3">
                  <c:v>700</c:v>
                </c:pt>
                <c:pt idx="4">
                  <c:v>355</c:v>
                </c:pt>
                <c:pt idx="5">
                  <c:v>70</c:v>
                </c:pt>
                <c:pt idx="6">
                  <c:v>238</c:v>
                </c:pt>
              </c:numCache>
            </c:numRef>
          </c:val>
          <c:extLst>
            <c:ext xmlns:c16="http://schemas.microsoft.com/office/drawing/2014/chart" uri="{C3380CC4-5D6E-409C-BE32-E72D297353CC}">
              <c16:uniqueId val="{0000000E-06CA-4187-820A-71E14B62A123}"/>
            </c:ext>
          </c:extLst>
        </c:ser>
        <c:dLbls>
          <c:showLegendKey val="0"/>
          <c:showVal val="1"/>
          <c:showCatName val="1"/>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Mass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F93-43EE-9555-2B9CD2DF49D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F93-43EE-9555-2B9CD2DF49D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F93-43EE-9555-2B9CD2DF49D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F93-43EE-9555-2B9CD2DF49D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8F93-43EE-9555-2B9CD2DF49D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8F93-43EE-9555-2B9CD2DF49D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8F93-43EE-9555-2B9CD2DF49DF}"/>
              </c:ext>
            </c:extLst>
          </c:dPt>
          <c:dLbls>
            <c:dLbl>
              <c:idx val="0"/>
              <c:layout>
                <c:manualLayout>
                  <c:x val="0.28133849775519626"/>
                  <c:y val="-0.15074888005139955"/>
                </c:manualLayout>
              </c:layout>
              <c:tx>
                <c:rich>
                  <a:bodyPr/>
                  <a:lstStyle/>
                  <a:p>
                    <a:fld id="{D9405474-EB0B-4F04-9C8D-6229572481CF}" type="CATEGORYNAME">
                      <a:rPr lang="en-US" b="1">
                        <a:solidFill>
                          <a:srgbClr val="0000CD"/>
                        </a:solidFill>
                      </a:rPr>
                      <a:pPr/>
                      <a:t>[CATEGORY NAME]</a:t>
                    </a:fld>
                    <a:r>
                      <a:rPr lang="en-US" baseline="0"/>
                      <a:t>
</a:t>
                    </a:r>
                    <a:fld id="{9EE113B7-6B38-4086-91A0-DCF521FBAA4A}"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F93-43EE-9555-2B9CD2DF49DF}"/>
                </c:ext>
              </c:extLst>
            </c:dLbl>
            <c:dLbl>
              <c:idx val="1"/>
              <c:layout>
                <c:manualLayout>
                  <c:x val="0.12428740046583318"/>
                  <c:y val="5.4897636440618805E-2"/>
                </c:manualLayout>
              </c:layout>
              <c:tx>
                <c:rich>
                  <a:bodyPr/>
                  <a:lstStyle/>
                  <a:p>
                    <a:fld id="{6EFD2428-41E3-406E-A915-FEB5B447ED0A}" type="CATEGORYNAME">
                      <a:rPr lang="en-US" b="1">
                        <a:solidFill>
                          <a:srgbClr val="C71585"/>
                        </a:solidFill>
                      </a:rPr>
                      <a:pPr/>
                      <a:t>[CATEGORY NAME]</a:t>
                    </a:fld>
                    <a:r>
                      <a:rPr lang="en-US" baseline="0"/>
                      <a:t>
</a:t>
                    </a:r>
                    <a:fld id="{35C50321-6006-424C-B13B-704D0E53B660}"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F93-43EE-9555-2B9CD2DF49DF}"/>
                </c:ext>
              </c:extLst>
            </c:dLbl>
            <c:dLbl>
              <c:idx val="2"/>
              <c:layout>
                <c:manualLayout>
                  <c:x val="0.12847318809200847"/>
                  <c:y val="0.11345575841279244"/>
                </c:manualLayout>
              </c:layout>
              <c:tx>
                <c:rich>
                  <a:bodyPr/>
                  <a:lstStyle/>
                  <a:p>
                    <a:fld id="{0024957D-8645-49E5-BB97-2D663DC9B87A}" type="CATEGORYNAME">
                      <a:rPr lang="en-US" b="1">
                        <a:solidFill>
                          <a:srgbClr val="7B68EE"/>
                        </a:solidFill>
                      </a:rPr>
                      <a:pPr/>
                      <a:t>[CATEGORY NAME]</a:t>
                    </a:fld>
                    <a:r>
                      <a:rPr lang="en-US" baseline="0"/>
                      <a:t>
</a:t>
                    </a:r>
                    <a:fld id="{717AEFB9-4523-4CC6-9667-8DBE8FD657E7}"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F93-43EE-9555-2B9CD2DF49DF}"/>
                </c:ext>
              </c:extLst>
            </c:dLbl>
            <c:dLbl>
              <c:idx val="3"/>
              <c:layout>
                <c:manualLayout>
                  <c:x val="-0.10905247011006386"/>
                  <c:y val="0.18987520177090883"/>
                </c:manualLayout>
              </c:layout>
              <c:tx>
                <c:rich>
                  <a:bodyPr/>
                  <a:lstStyle/>
                  <a:p>
                    <a:fld id="{7FE4AC29-CCE1-4436-B48D-0B35D3A1A4D9}" type="CATEGORYNAME">
                      <a:rPr lang="en-US" b="1">
                        <a:solidFill>
                          <a:srgbClr val="FF0000"/>
                        </a:solidFill>
                      </a:rPr>
                      <a:pPr/>
                      <a:t>[CATEGORY NAME]</a:t>
                    </a:fld>
                    <a:r>
                      <a:rPr lang="en-US" baseline="0"/>
                      <a:t>
</a:t>
                    </a:r>
                    <a:fld id="{33B59B24-16A9-4EB3-8457-95FB88FEC64D}"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F93-43EE-9555-2B9CD2DF49DF}"/>
                </c:ext>
              </c:extLst>
            </c:dLbl>
            <c:dLbl>
              <c:idx val="4"/>
              <c:layout>
                <c:manualLayout>
                  <c:x val="-0.25630196987918807"/>
                  <c:y val="4.1297461339425891E-2"/>
                </c:manualLayout>
              </c:layout>
              <c:tx>
                <c:rich>
                  <a:bodyPr/>
                  <a:lstStyle/>
                  <a:p>
                    <a:fld id="{05145924-216D-4537-AE32-6DC342E88453}" type="CATEGORYNAME">
                      <a:rPr lang="en-US" b="1">
                        <a:solidFill>
                          <a:srgbClr val="FF8C00"/>
                        </a:solidFill>
                      </a:rPr>
                      <a:pPr/>
                      <a:t>[CATEGORY NAME]</a:t>
                    </a:fld>
                    <a:r>
                      <a:rPr lang="en-US" baseline="0"/>
                      <a:t>
</a:t>
                    </a:r>
                    <a:fld id="{02698FE8-DD6E-4D65-9F5A-3032213E28CD}"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8F93-43EE-9555-2B9CD2DF49DF}"/>
                </c:ext>
              </c:extLst>
            </c:dLbl>
            <c:dLbl>
              <c:idx val="5"/>
              <c:layout>
                <c:manualLayout>
                  <c:x val="-0.29048870013017741"/>
                  <c:y val="-0.11390100429599312"/>
                </c:manualLayout>
              </c:layout>
              <c:tx>
                <c:rich>
                  <a:bodyPr/>
                  <a:lstStyle/>
                  <a:p>
                    <a:fld id="{75A2AED0-7D53-4D43-BD3B-D6A87E8FA58E}" type="CATEGORYNAME">
                      <a:rPr lang="en-US" b="1">
                        <a:solidFill>
                          <a:srgbClr val="006400"/>
                        </a:solidFill>
                      </a:rPr>
                      <a:pPr/>
                      <a:t>[CATEGORY NAME]</a:t>
                    </a:fld>
                    <a:r>
                      <a:rPr lang="en-US" baseline="0"/>
                      <a:t>
</a:t>
                    </a:r>
                    <a:fld id="{6C26B00A-6905-4A48-B2AC-08A974798D5E}"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8F93-43EE-9555-2B9CD2DF49DF}"/>
                </c:ext>
              </c:extLst>
            </c:dLbl>
            <c:dLbl>
              <c:idx val="6"/>
              <c:layout>
                <c:manualLayout>
                  <c:x val="-0.15930516788551324"/>
                  <c:y val="-0.12427920577236064"/>
                </c:manualLayout>
              </c:layout>
              <c:tx>
                <c:rich>
                  <a:bodyPr/>
                  <a:lstStyle/>
                  <a:p>
                    <a:fld id="{B2E38080-D0E4-472E-A338-2D15743934B9}" type="CATEGORYNAME">
                      <a:rPr lang="en-US" b="1">
                        <a:solidFill>
                          <a:srgbClr val="000080"/>
                        </a:solidFill>
                      </a:rPr>
                      <a:pPr/>
                      <a:t>[CATEGORY NAME]</a:t>
                    </a:fld>
                    <a:r>
                      <a:rPr lang="en-US" baseline="0"/>
                      <a:t>
</a:t>
                    </a:r>
                    <a:fld id="{C19A7E4C-C6FB-45FE-968E-E8B3023B403A}" type="PERCENTAGE">
                      <a:rPr lang="en-US" baseline="0"/>
                      <a:pPr/>
                      <a:t>[PERCENTAGE]</a:t>
                    </a:fld>
                    <a:endParaRPr lang="en-US" baseline="0"/>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8F93-43EE-9555-2B9CD2DF49DF}"/>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24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c:v>
                </c:pt>
                <c:pt idx="1">
                  <c:v>Systems</c:v>
                </c:pt>
                <c:pt idx="2">
                  <c:v>Payload</c:v>
                </c:pt>
                <c:pt idx="3">
                  <c:v>Fuel</c:v>
                </c:pt>
                <c:pt idx="4">
                  <c:v>Fuselage</c:v>
                </c:pt>
                <c:pt idx="5">
                  <c:v>Skids</c:v>
                </c:pt>
                <c:pt idx="6">
                  <c:v>Rotor</c:v>
                </c:pt>
              </c:strCache>
            </c:strRef>
          </c:cat>
          <c:val>
            <c:numRef>
              <c:f>Sheet1!$B$2:$B$8</c:f>
              <c:numCache>
                <c:formatCode>General</c:formatCode>
                <c:ptCount val="7"/>
                <c:pt idx="0">
                  <c:v>495</c:v>
                </c:pt>
                <c:pt idx="1">
                  <c:v>504</c:v>
                </c:pt>
                <c:pt idx="2">
                  <c:v>886</c:v>
                </c:pt>
                <c:pt idx="3">
                  <c:v>700</c:v>
                </c:pt>
                <c:pt idx="4">
                  <c:v>355</c:v>
                </c:pt>
                <c:pt idx="5">
                  <c:v>70</c:v>
                </c:pt>
                <c:pt idx="6">
                  <c:v>238</c:v>
                </c:pt>
              </c:numCache>
            </c:numRef>
          </c:val>
          <c:extLst>
            <c:ext xmlns:c16="http://schemas.microsoft.com/office/drawing/2014/chart" uri="{C3380CC4-5D6E-409C-BE32-E72D297353CC}">
              <c16:uniqueId val="{0000000E-8F93-43EE-9555-2B9CD2DF49DF}"/>
            </c:ext>
          </c:extLst>
        </c:ser>
        <c:dLbls>
          <c:showLegendKey val="0"/>
          <c:showVal val="1"/>
          <c:showCatName val="1"/>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Mass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6CA-4187-820A-71E14B62A12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6CA-4187-820A-71E14B62A12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6CA-4187-820A-71E14B62A12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6CA-4187-820A-71E14B62A123}"/>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06CA-4187-820A-71E14B62A123}"/>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06CA-4187-820A-71E14B62A123}"/>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06CA-4187-820A-71E14B62A123}"/>
              </c:ext>
            </c:extLst>
          </c:dPt>
          <c:dLbls>
            <c:dLbl>
              <c:idx val="0"/>
              <c:layout>
                <c:manualLayout>
                  <c:x val="0.24857480093166617"/>
                  <c:y val="-0.14547873656763982"/>
                </c:manualLayout>
              </c:layout>
              <c:tx>
                <c:rich>
                  <a:bodyPr/>
                  <a:lstStyle/>
                  <a:p>
                    <a:fld id="{1AEC203E-81D6-4D4E-A718-9E707710602F}" type="CATEGORYNAME">
                      <a:rPr lang="en-US" smtClean="0"/>
                      <a:pPr/>
                      <a:t>[CATEGORY NAME]</a:t>
                    </a:fld>
                    <a:r>
                      <a:rPr lang="en-US" baseline="0"/>
                      <a:t>, 521.4</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6CA-4187-820A-71E14B62A123}"/>
                </c:ext>
              </c:extLst>
            </c:dLbl>
            <c:dLbl>
              <c:idx val="1"/>
              <c:layout>
                <c:manualLayout>
                  <c:x val="0.12428740046583318"/>
                  <c:y val="5.4897636440618805E-2"/>
                </c:manualLayout>
              </c:layout>
              <c:tx>
                <c:rich>
                  <a:bodyPr/>
                  <a:lstStyle/>
                  <a:p>
                    <a:fld id="{71A07DA2-522F-4C22-A4AF-1B8EA7E8AC8E}" type="CATEGORYNAME">
                      <a:rPr lang="en-US"/>
                      <a:pPr/>
                      <a:t>[CATEGORY NAME]</a:t>
                    </a:fld>
                    <a:r>
                      <a:rPr lang="en-US" baseline="0"/>
                      <a:t>,</a:t>
                    </a:r>
                  </a:p>
                  <a:p>
                    <a:r>
                      <a:rPr lang="en-US" baseline="0"/>
                      <a:t>542</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6CA-4187-820A-71E14B62A123}"/>
                </c:ext>
              </c:extLst>
            </c:dLbl>
            <c:dLbl>
              <c:idx val="2"/>
              <c:layout>
                <c:manualLayout>
                  <c:x val="0.13509500050634032"/>
                  <c:y val="0.1454787365676398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6CA-4187-820A-71E14B62A123}"/>
                </c:ext>
              </c:extLst>
            </c:dLbl>
            <c:dLbl>
              <c:idx val="3"/>
              <c:layout>
                <c:manualLayout>
                  <c:x val="-0.15941210059748159"/>
                  <c:y val="0.1592031456777944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6CA-4187-820A-71E14B62A123}"/>
                </c:ext>
              </c:extLst>
            </c:dLbl>
            <c:dLbl>
              <c:idx val="4"/>
              <c:layout>
                <c:manualLayout>
                  <c:x val="-0.18643110069874963"/>
                  <c:y val="-9.3325981949051992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06CA-4187-820A-71E14B62A123}"/>
                </c:ext>
              </c:extLst>
            </c:dLbl>
            <c:dLbl>
              <c:idx val="5"/>
              <c:layout>
                <c:manualLayout>
                  <c:x val="-0.15130640056710118"/>
                  <c:y val="-0.1701826729659183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06CA-4187-820A-71E14B62A123}"/>
                </c:ext>
              </c:extLst>
            </c:dLbl>
            <c:dLbl>
              <c:idx val="6"/>
              <c:layout>
                <c:manualLayout>
                  <c:x val="-2.8250130700734271E-2"/>
                  <c:y val="-0.17915464592628133"/>
                </c:manualLayout>
              </c:layout>
              <c:tx>
                <c:rich>
                  <a:bodyPr/>
                  <a:lstStyle/>
                  <a:p>
                    <a:fld id="{38BE8967-CB54-44C0-8FEC-186D8B7EC962}" type="CATEGORYNAME">
                      <a:rPr lang="en-US"/>
                      <a:pPr/>
                      <a:t>[CATEGORY NAME]</a:t>
                    </a:fld>
                    <a:r>
                      <a:rPr lang="en-US" baseline="0"/>
                      <a:t>, 249</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06CA-4187-820A-71E14B62A123}"/>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Sheet1!$A$2:$A$8</c:f>
              <c:strCache>
                <c:ptCount val="7"/>
                <c:pt idx="0">
                  <c:v>Engine</c:v>
                </c:pt>
                <c:pt idx="1">
                  <c:v>Systems</c:v>
                </c:pt>
                <c:pt idx="2">
                  <c:v>Payload</c:v>
                </c:pt>
                <c:pt idx="3">
                  <c:v>Fuel</c:v>
                </c:pt>
                <c:pt idx="4">
                  <c:v>Fuselage</c:v>
                </c:pt>
                <c:pt idx="5">
                  <c:v>Skids</c:v>
                </c:pt>
                <c:pt idx="6">
                  <c:v>Rotor</c:v>
                </c:pt>
              </c:strCache>
            </c:strRef>
          </c:cat>
          <c:val>
            <c:numRef>
              <c:f>Sheet1!$B$2:$B$8</c:f>
              <c:numCache>
                <c:formatCode>General</c:formatCode>
                <c:ptCount val="7"/>
                <c:pt idx="0">
                  <c:v>495</c:v>
                </c:pt>
                <c:pt idx="1">
                  <c:v>504</c:v>
                </c:pt>
                <c:pt idx="2">
                  <c:v>886</c:v>
                </c:pt>
                <c:pt idx="3">
                  <c:v>700</c:v>
                </c:pt>
                <c:pt idx="4">
                  <c:v>355</c:v>
                </c:pt>
                <c:pt idx="5">
                  <c:v>70</c:v>
                </c:pt>
                <c:pt idx="6">
                  <c:v>238</c:v>
                </c:pt>
              </c:numCache>
            </c:numRef>
          </c:val>
          <c:extLst>
            <c:ext xmlns:c16="http://schemas.microsoft.com/office/drawing/2014/chart" uri="{C3380CC4-5D6E-409C-BE32-E72D297353CC}">
              <c16:uniqueId val="{0000000E-06CA-4187-820A-71E14B62A123}"/>
            </c:ext>
          </c:extLst>
        </c:ser>
        <c:dLbls>
          <c:showLegendKey val="0"/>
          <c:showVal val="1"/>
          <c:showCatName val="1"/>
          <c:showSerName val="0"/>
          <c:showPercent val="0"/>
          <c:showBubbleSize val="0"/>
          <c:showLeaderLines val="0"/>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6/18/2025</a:t>
            </a:fld>
            <a:endParaRPr lang="en-US"/>
          </a:p>
        </p:txBody>
      </p:sp>
      <p:sp>
        <p:nvSpPr>
          <p:cNvPr id="4" name="Slide Image Placeholder 3"/>
          <p:cNvSpPr>
            <a:spLocks noGrp="1" noRot="1" noChangeAspect="1"/>
          </p:cNvSpPr>
          <p:nvPr>
            <p:ph type="sldImg" idx="2"/>
          </p:nvPr>
        </p:nvSpPr>
        <p:spPr>
          <a:xfrm>
            <a:off x="1244600" y="1143000"/>
            <a:ext cx="4368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4598F73-76A6-6E2C-AEC6-8D44F465D455}"/>
              </a:ext>
            </a:extLst>
          </p:cNvPr>
          <p:cNvSpPr>
            <a:spLocks noGrp="1"/>
          </p:cNvSpPr>
          <p:nvPr>
            <p:ph sz="quarter" idx="31" hasCustomPrompt="1"/>
          </p:nvPr>
        </p:nvSpPr>
        <p:spPr>
          <a:xfrm>
            <a:off x="8042280" y="9145074"/>
            <a:ext cx="6977225" cy="9666001"/>
          </a:xfrm>
        </p:spPr>
        <p:txBody>
          <a:bodyPr/>
          <a:lstStyle>
            <a:lvl1pPr>
              <a:defRPr/>
            </a:lvl1pPr>
          </a:lstStyle>
          <a:p>
            <a:pPr lvl="0"/>
            <a:r>
              <a:rPr lang="en-US"/>
              <a:t>Click an icon to add content</a:t>
            </a:r>
          </a:p>
        </p:txBody>
      </p:sp>
      <p:sp>
        <p:nvSpPr>
          <p:cNvPr id="14" name="Content Placeholder 5">
            <a:extLst>
              <a:ext uri="{FF2B5EF4-FFF2-40B4-BE49-F238E27FC236}">
                <a16:creationId xmlns:a16="http://schemas.microsoft.com/office/drawing/2014/main" id="{1D559B33-1F24-DE0B-8922-C36BD2E88CB8}"/>
              </a:ext>
            </a:extLst>
          </p:cNvPr>
          <p:cNvSpPr>
            <a:spLocks noGrp="1"/>
          </p:cNvSpPr>
          <p:nvPr>
            <p:ph sz="quarter" idx="32" hasCustomPrompt="1"/>
          </p:nvPr>
        </p:nvSpPr>
        <p:spPr>
          <a:xfrm>
            <a:off x="15263814" y="4119563"/>
            <a:ext cx="6977225" cy="4006800"/>
          </a:xfrm>
        </p:spPr>
        <p:txBody>
          <a:bodyPr/>
          <a:lstStyle>
            <a:lvl1pPr>
              <a:defRPr/>
            </a:lvl1pPr>
          </a:lstStyle>
          <a:p>
            <a:pPr lvl="0"/>
            <a:r>
              <a:rPr lang="en-US"/>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18/06/2025</a:t>
            </a:fld>
            <a:endParaRPr lang="en-GB" noProof="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a:xfrm>
            <a:off x="16570661" y="20163543"/>
            <a:ext cx="12910802" cy="428022"/>
          </a:xfrm>
          <a:prstGeom prst="rect">
            <a:avLst/>
          </a:prstGeom>
        </p:spPr>
        <p:txBody>
          <a:bodyPr/>
          <a:lstStyle/>
          <a:p>
            <a:r>
              <a:rPr lang="en-GB" noProof="0"/>
              <a:t>imperial.ac.uk</a:t>
            </a:r>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23299200" y="2206800"/>
            <a:ext cx="6182263" cy="1296053"/>
          </a:xfrm>
        </p:spPr>
        <p:txBody>
          <a:bodyPr/>
          <a:lstStyle>
            <a:lvl1pPr marL="0" indent="0" algn="l">
              <a:buNone/>
              <a:defRPr sz="2600" b="0">
                <a:solidFill>
                  <a:schemeClr val="accent1"/>
                </a:solidFill>
                <a:latin typeface="+mj-lt"/>
                <a:ea typeface="Inter Medium" panose="02000503000000020004" pitchFamily="2" charset="0"/>
              </a:defRPr>
            </a:lvl1pPr>
            <a:lvl2pPr marL="851418" indent="0" algn="ctr">
              <a:buNone/>
              <a:defRPr sz="3725"/>
            </a:lvl2pPr>
            <a:lvl3pPr marL="1702836" indent="0" algn="ctr">
              <a:buNone/>
              <a:defRPr sz="3353"/>
            </a:lvl3pPr>
            <a:lvl4pPr marL="2554255" indent="0" algn="ctr">
              <a:buNone/>
              <a:defRPr sz="2980"/>
            </a:lvl4pPr>
            <a:lvl5pPr marL="3405674" indent="0" algn="ctr">
              <a:buNone/>
              <a:defRPr sz="2980"/>
            </a:lvl5pPr>
            <a:lvl6pPr marL="4257093" indent="0" algn="ctr">
              <a:buNone/>
              <a:defRPr sz="2980"/>
            </a:lvl6pPr>
            <a:lvl7pPr marL="5108512" indent="0" algn="ctr">
              <a:buNone/>
              <a:defRPr sz="2980"/>
            </a:lvl7pPr>
            <a:lvl8pPr marL="5959929" indent="0" algn="ctr">
              <a:buNone/>
              <a:defRPr sz="2980"/>
            </a:lvl8pPr>
            <a:lvl9pPr marL="6811350" indent="0" algn="ctr">
              <a:buNone/>
              <a:defRPr sz="2980"/>
            </a:lvl9pPr>
          </a:lstStyle>
          <a:p>
            <a:r>
              <a:rPr lang="en-US" noProof="0"/>
              <a:t>Click to edit Master subtitle style</a:t>
            </a:r>
            <a:endParaRPr lang="en-GB" noProof="0"/>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22513929" y="17137574"/>
            <a:ext cx="3405600" cy="2322000"/>
          </a:xfrm>
          <a:noFill/>
          <a:ln>
            <a:noFill/>
          </a:ln>
        </p:spPr>
        <p:txBody>
          <a:bodyPr/>
          <a:lstStyle>
            <a:lvl1pPr>
              <a:defRPr sz="2265"/>
            </a:lvl1pPr>
          </a:lstStyle>
          <a:p>
            <a:r>
              <a:rPr lang="en-GB" noProof="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26075863" y="17137574"/>
            <a:ext cx="3405600" cy="2322000"/>
          </a:xfrm>
          <a:noFill/>
          <a:ln>
            <a:noFill/>
          </a:ln>
        </p:spPr>
        <p:txBody>
          <a:bodyPr/>
          <a:lstStyle>
            <a:lvl1pPr>
              <a:defRPr sz="2265"/>
            </a:lvl1pPr>
          </a:lstStyle>
          <a:p>
            <a:r>
              <a:rPr lang="en-GB" noProof="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2000" y="4119563"/>
            <a:ext cx="6977225" cy="1534001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ext Placeholder 2">
            <a:extLst>
              <a:ext uri="{FF2B5EF4-FFF2-40B4-BE49-F238E27FC236}">
                <a16:creationId xmlns:a16="http://schemas.microsoft.com/office/drawing/2014/main" id="{D066D9B2-61D9-46F5-7BE1-7E23DFB51F4D}"/>
              </a:ext>
            </a:extLst>
          </p:cNvPr>
          <p:cNvSpPr>
            <a:spLocks noGrp="1"/>
          </p:cNvSpPr>
          <p:nvPr>
            <p:ph type="body" sz="quarter" idx="27"/>
          </p:nvPr>
        </p:nvSpPr>
        <p:spPr>
          <a:xfrm>
            <a:off x="8032750" y="4119563"/>
            <a:ext cx="6977225" cy="487431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1" name="Text Placeholder 2">
            <a:extLst>
              <a:ext uri="{FF2B5EF4-FFF2-40B4-BE49-F238E27FC236}">
                <a16:creationId xmlns:a16="http://schemas.microsoft.com/office/drawing/2014/main" id="{63A9E9AB-800B-B4C3-4006-0BFDFC0B949F}"/>
              </a:ext>
            </a:extLst>
          </p:cNvPr>
          <p:cNvSpPr>
            <a:spLocks noGrp="1"/>
          </p:cNvSpPr>
          <p:nvPr>
            <p:ph type="body" sz="quarter" idx="28"/>
          </p:nvPr>
        </p:nvSpPr>
        <p:spPr>
          <a:xfrm>
            <a:off x="15263649" y="9147600"/>
            <a:ext cx="6977225" cy="10311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Text Placeholder 2">
            <a:extLst>
              <a:ext uri="{FF2B5EF4-FFF2-40B4-BE49-F238E27FC236}">
                <a16:creationId xmlns:a16="http://schemas.microsoft.com/office/drawing/2014/main" id="{033125D0-DD6D-7AFB-EB25-4FFAD170A35F}"/>
              </a:ext>
            </a:extLst>
          </p:cNvPr>
          <p:cNvSpPr>
            <a:spLocks noGrp="1"/>
          </p:cNvSpPr>
          <p:nvPr>
            <p:ph type="body" sz="quarter" idx="29"/>
          </p:nvPr>
        </p:nvSpPr>
        <p:spPr>
          <a:xfrm>
            <a:off x="22504238" y="4119563"/>
            <a:ext cx="6977225" cy="1285825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8032750" y="18964799"/>
            <a:ext cx="6977063" cy="494775"/>
          </a:xfrm>
        </p:spPr>
        <p:txBody>
          <a:bodyPr/>
          <a:lstStyle>
            <a:lvl1pPr>
              <a:defRPr sz="1416"/>
            </a:lvl1pPr>
            <a:lvl2pPr>
              <a:defRPr sz="1416"/>
            </a:lvl2pPr>
            <a:lvl3pPr>
              <a:defRPr sz="1416"/>
            </a:lvl3pPr>
            <a:lvl4pPr>
              <a:defRPr sz="1416"/>
            </a:lvl4pPr>
            <a:lvl5pPr>
              <a:defRPr sz="1416"/>
            </a:lvl5pPr>
          </a:lstStyle>
          <a:p>
            <a:pPr lvl="0"/>
            <a:r>
              <a:rPr lang="en-US" noProof="0"/>
              <a:t>Click to edit Master text styles</a:t>
            </a:r>
          </a:p>
        </p:txBody>
      </p:sp>
      <p:sp>
        <p:nvSpPr>
          <p:cNvPr id="19" name="Text Placeholder 26">
            <a:extLst>
              <a:ext uri="{FF2B5EF4-FFF2-40B4-BE49-F238E27FC236}">
                <a16:creationId xmlns:a16="http://schemas.microsoft.com/office/drawing/2014/main" id="{FA53729D-A1FE-4B84-9479-F23F8A008C62}"/>
              </a:ext>
            </a:extLst>
          </p:cNvPr>
          <p:cNvSpPr>
            <a:spLocks noGrp="1"/>
          </p:cNvSpPr>
          <p:nvPr>
            <p:ph type="body" sz="quarter" idx="30"/>
          </p:nvPr>
        </p:nvSpPr>
        <p:spPr>
          <a:xfrm>
            <a:off x="15263811" y="8280000"/>
            <a:ext cx="6977063" cy="494775"/>
          </a:xfrm>
        </p:spPr>
        <p:txBody>
          <a:bodyPr/>
          <a:lstStyle>
            <a:lvl1pPr>
              <a:defRPr sz="1416"/>
            </a:lvl1pPr>
            <a:lvl2pPr>
              <a:defRPr sz="1416"/>
            </a:lvl2pPr>
            <a:lvl3pPr>
              <a:defRPr sz="1416"/>
            </a:lvl3pPr>
            <a:lvl4pPr>
              <a:defRPr sz="1416"/>
            </a:lvl4pPr>
            <a:lvl5pPr>
              <a:defRPr sz="1416"/>
            </a:lvl5pPr>
          </a:lstStyle>
          <a:p>
            <a:pPr lvl="0"/>
            <a:r>
              <a:rPr lang="en-US" noProof="0"/>
              <a:t>Click to edit Master text styles</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4" name="Content Placeholder 5">
            <a:extLst>
              <a:ext uri="{FF2B5EF4-FFF2-40B4-BE49-F238E27FC236}">
                <a16:creationId xmlns:a16="http://schemas.microsoft.com/office/drawing/2014/main" id="{17ACDFC2-410C-B359-4F5C-3560CF86EB5B}"/>
              </a:ext>
            </a:extLst>
          </p:cNvPr>
          <p:cNvSpPr>
            <a:spLocks noGrp="1"/>
          </p:cNvSpPr>
          <p:nvPr>
            <p:ph sz="quarter" idx="31" hasCustomPrompt="1"/>
          </p:nvPr>
        </p:nvSpPr>
        <p:spPr>
          <a:xfrm>
            <a:off x="8042280" y="9145074"/>
            <a:ext cx="14209200" cy="9666001"/>
          </a:xfrm>
        </p:spPr>
        <p:txBody>
          <a:bodyPr/>
          <a:lstStyle>
            <a:lvl1pPr>
              <a:defRPr/>
            </a:lvl1pPr>
          </a:lstStyle>
          <a:p>
            <a:pPr lvl="0"/>
            <a:r>
              <a:rPr lang="en-US"/>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18/06/2025</a:t>
            </a:fld>
            <a:endParaRPr lang="en-GB" noProof="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a:xfrm>
            <a:off x="16570661" y="20163543"/>
            <a:ext cx="12910802" cy="428022"/>
          </a:xfrm>
          <a:prstGeom prst="rect">
            <a:avLst/>
          </a:prstGeom>
        </p:spPr>
        <p:txBody>
          <a:bodyPr/>
          <a:lstStyle/>
          <a:p>
            <a:r>
              <a:rPr lang="en-GB" noProof="0"/>
              <a:t>imperial.ac.uk</a:t>
            </a:r>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23299200" y="2206800"/>
            <a:ext cx="6182263" cy="1296053"/>
          </a:xfrm>
        </p:spPr>
        <p:txBody>
          <a:bodyPr/>
          <a:lstStyle>
            <a:lvl1pPr marL="0" indent="0" algn="l">
              <a:buNone/>
              <a:defRPr sz="2600" b="0">
                <a:solidFill>
                  <a:schemeClr val="accent1"/>
                </a:solidFill>
                <a:latin typeface="+mj-lt"/>
                <a:ea typeface="Inter Medium" panose="02000503000000020004" pitchFamily="2" charset="0"/>
              </a:defRPr>
            </a:lvl1pPr>
            <a:lvl2pPr marL="851418" indent="0" algn="ctr">
              <a:buNone/>
              <a:defRPr sz="3725"/>
            </a:lvl2pPr>
            <a:lvl3pPr marL="1702836" indent="0" algn="ctr">
              <a:buNone/>
              <a:defRPr sz="3353"/>
            </a:lvl3pPr>
            <a:lvl4pPr marL="2554255" indent="0" algn="ctr">
              <a:buNone/>
              <a:defRPr sz="2980"/>
            </a:lvl4pPr>
            <a:lvl5pPr marL="3405674" indent="0" algn="ctr">
              <a:buNone/>
              <a:defRPr sz="2980"/>
            </a:lvl5pPr>
            <a:lvl6pPr marL="4257093" indent="0" algn="ctr">
              <a:buNone/>
              <a:defRPr sz="2980"/>
            </a:lvl6pPr>
            <a:lvl7pPr marL="5108512" indent="0" algn="ctr">
              <a:buNone/>
              <a:defRPr sz="2980"/>
            </a:lvl7pPr>
            <a:lvl8pPr marL="5959929" indent="0" algn="ctr">
              <a:buNone/>
              <a:defRPr sz="2980"/>
            </a:lvl8pPr>
            <a:lvl9pPr marL="6811350" indent="0" algn="ctr">
              <a:buNone/>
              <a:defRPr sz="2980"/>
            </a:lvl9pPr>
          </a:lstStyle>
          <a:p>
            <a:r>
              <a:rPr lang="en-US" noProof="0"/>
              <a:t>Click to edit Master subtitle style</a:t>
            </a:r>
            <a:endParaRPr lang="en-GB" noProof="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2000" y="4119563"/>
            <a:ext cx="6977225" cy="1534001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2" name="Text Placeholder 2">
            <a:extLst>
              <a:ext uri="{FF2B5EF4-FFF2-40B4-BE49-F238E27FC236}">
                <a16:creationId xmlns:a16="http://schemas.microsoft.com/office/drawing/2014/main" id="{D066D9B2-61D9-46F5-7BE1-7E23DFB51F4D}"/>
              </a:ext>
            </a:extLst>
          </p:cNvPr>
          <p:cNvSpPr>
            <a:spLocks noGrp="1"/>
          </p:cNvSpPr>
          <p:nvPr>
            <p:ph type="body" sz="quarter" idx="27"/>
          </p:nvPr>
        </p:nvSpPr>
        <p:spPr>
          <a:xfrm>
            <a:off x="8032750" y="4119563"/>
            <a:ext cx="6977225" cy="487431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Text Placeholder 2">
            <a:extLst>
              <a:ext uri="{FF2B5EF4-FFF2-40B4-BE49-F238E27FC236}">
                <a16:creationId xmlns:a16="http://schemas.microsoft.com/office/drawing/2014/main" id="{033125D0-DD6D-7AFB-EB25-4FFAD170A35F}"/>
              </a:ext>
            </a:extLst>
          </p:cNvPr>
          <p:cNvSpPr>
            <a:spLocks noGrp="1"/>
          </p:cNvSpPr>
          <p:nvPr>
            <p:ph type="body" sz="quarter" idx="29"/>
          </p:nvPr>
        </p:nvSpPr>
        <p:spPr>
          <a:xfrm>
            <a:off x="22504238" y="4119563"/>
            <a:ext cx="6977225" cy="1534001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8032749" y="18964799"/>
            <a:ext cx="14209200" cy="494775"/>
          </a:xfrm>
        </p:spPr>
        <p:txBody>
          <a:bodyPr/>
          <a:lstStyle>
            <a:lvl1pPr>
              <a:defRPr sz="1416"/>
            </a:lvl1pPr>
            <a:lvl2pPr>
              <a:defRPr sz="1416"/>
            </a:lvl2pPr>
            <a:lvl3pPr>
              <a:defRPr sz="1416"/>
            </a:lvl3pPr>
            <a:lvl4pPr>
              <a:defRPr sz="1416"/>
            </a:lvl4pPr>
            <a:lvl5pPr>
              <a:defRPr sz="1416"/>
            </a:lvl5pPr>
          </a:lstStyle>
          <a:p>
            <a:pPr lvl="0"/>
            <a:r>
              <a:rPr lang="en-US" noProof="0"/>
              <a:t>Click to edit Master text styles</a:t>
            </a:r>
          </a:p>
        </p:txBody>
      </p:sp>
      <p:sp>
        <p:nvSpPr>
          <p:cNvPr id="19" name="Text Placeholder 26">
            <a:extLst>
              <a:ext uri="{FF2B5EF4-FFF2-40B4-BE49-F238E27FC236}">
                <a16:creationId xmlns:a16="http://schemas.microsoft.com/office/drawing/2014/main" id="{FA53729D-A1FE-4B84-9479-F23F8A008C62}"/>
              </a:ext>
            </a:extLst>
          </p:cNvPr>
          <p:cNvSpPr>
            <a:spLocks noGrp="1"/>
          </p:cNvSpPr>
          <p:nvPr>
            <p:ph type="body" sz="quarter" idx="30"/>
          </p:nvPr>
        </p:nvSpPr>
        <p:spPr>
          <a:xfrm>
            <a:off x="15263811" y="8280000"/>
            <a:ext cx="6977063" cy="494775"/>
          </a:xfrm>
        </p:spPr>
        <p:txBody>
          <a:bodyPr/>
          <a:lstStyle>
            <a:lvl1pPr>
              <a:defRPr sz="1416"/>
            </a:lvl1pPr>
            <a:lvl2pPr>
              <a:defRPr sz="1416"/>
            </a:lvl2pPr>
            <a:lvl3pPr>
              <a:defRPr sz="1416"/>
            </a:lvl3pPr>
            <a:lvl4pPr>
              <a:defRPr sz="1416"/>
            </a:lvl4pPr>
            <a:lvl5pPr>
              <a:defRPr sz="1416"/>
            </a:lvl5pPr>
          </a:lstStyle>
          <a:p>
            <a:pPr lvl="0"/>
            <a:r>
              <a:rPr lang="en-US" noProof="0"/>
              <a:t>Click to edit Master text styles</a:t>
            </a:r>
          </a:p>
        </p:txBody>
      </p:sp>
      <p:sp>
        <p:nvSpPr>
          <p:cNvPr id="6" name="Content Placeholder 5">
            <a:extLst>
              <a:ext uri="{FF2B5EF4-FFF2-40B4-BE49-F238E27FC236}">
                <a16:creationId xmlns:a16="http://schemas.microsoft.com/office/drawing/2014/main" id="{CA9C7086-4685-433E-FBD8-82C4BB4BE3E8}"/>
              </a:ext>
            </a:extLst>
          </p:cNvPr>
          <p:cNvSpPr>
            <a:spLocks noGrp="1"/>
          </p:cNvSpPr>
          <p:nvPr>
            <p:ph sz="quarter" idx="32" hasCustomPrompt="1"/>
          </p:nvPr>
        </p:nvSpPr>
        <p:spPr>
          <a:xfrm>
            <a:off x="15263814" y="4119563"/>
            <a:ext cx="6977225" cy="4006800"/>
          </a:xfrm>
        </p:spPr>
        <p:txBody>
          <a:bodyPr/>
          <a:lstStyle>
            <a:lvl1pPr>
              <a:defRPr/>
            </a:lvl1pPr>
          </a:lstStyle>
          <a:p>
            <a:pPr lvl="0"/>
            <a:r>
              <a:rPr lang="en-US"/>
              <a:t>Click an icon to add content</a:t>
            </a:r>
          </a:p>
        </p:txBody>
      </p:sp>
    </p:spTree>
    <p:extLst>
      <p:ext uri="{BB962C8B-B14F-4D97-AF65-F5344CB8AC3E}">
        <p14:creationId xmlns:p14="http://schemas.microsoft.com/office/powerpoint/2010/main" val="227932021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792000" y="2206801"/>
            <a:ext cx="21448873" cy="1296054"/>
          </a:xfrm>
          <a:prstGeom prst="rect">
            <a:avLst/>
          </a:prstGeom>
        </p:spPr>
        <p:txBody>
          <a:bodyPr vert="horz" lIns="0" tIns="0" rIns="0" bIns="0" rtlCol="0" anchor="t">
            <a:noAutofit/>
          </a:bodyPr>
          <a:lstStyle/>
          <a:p>
            <a:r>
              <a:rPr lang="en-US" noProof="0"/>
              <a:t>Click to edit Master title style</a:t>
            </a:r>
            <a:endParaRPr lang="en-GB" noProof="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3750" y="4119563"/>
            <a:ext cx="28687712" cy="1534001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9118634" y="20163543"/>
            <a:ext cx="4601307" cy="428016"/>
          </a:xfrm>
          <a:prstGeom prst="rect">
            <a:avLst/>
          </a:prstGeom>
        </p:spPr>
        <p:txBody>
          <a:bodyPr vert="horz" lIns="0" tIns="0" rIns="0" bIns="0" rtlCol="0" anchor="b">
            <a:noAutofit/>
          </a:bodyPr>
          <a:lstStyle>
            <a:lvl1pPr algn="r">
              <a:defRPr sz="3200">
                <a:solidFill>
                  <a:schemeClr val="accent1"/>
                </a:solidFill>
              </a:defRPr>
            </a:lvl1pPr>
          </a:lstStyle>
          <a:p>
            <a:fld id="{7591C2C3-B079-4145-9757-D0EBAE610834}" type="datetime1">
              <a:rPr lang="en-GB" smtClean="0"/>
              <a:pPr/>
              <a:t>18/06/2025</a:t>
            </a:fld>
            <a:endParaRPr lang="en-GB"/>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4676851" y="20163543"/>
            <a:ext cx="921521" cy="428022"/>
          </a:xfrm>
          <a:prstGeom prst="rect">
            <a:avLst/>
          </a:prstGeom>
        </p:spPr>
        <p:txBody>
          <a:bodyPr vert="horz" lIns="0" tIns="0" rIns="0" bIns="0" rtlCol="0" anchor="b">
            <a:noAutofit/>
          </a:bodyPr>
          <a:lstStyle>
            <a:lvl1pPr algn="ctr">
              <a:defRPr sz="3200" b="1">
                <a:solidFill>
                  <a:schemeClr val="accent1"/>
                </a:solidFill>
              </a:defRPr>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702836" rtl="0" eaLnBrk="1" latinLnBrk="0" hangingPunct="1">
        <a:defRPr sz="2600" kern="1200">
          <a:solidFill>
            <a:schemeClr val="tx1"/>
          </a:solidFill>
          <a:latin typeface="+mn-lt"/>
          <a:ea typeface="+mn-ea"/>
          <a:cs typeface="+mn-cs"/>
        </a:defRPr>
      </a:lvl1pPr>
      <a:lvl2pPr marL="851418" algn="l" defTabSz="1702836" rtl="0" eaLnBrk="1" latinLnBrk="0" hangingPunct="1">
        <a:defRPr sz="2600" kern="1200">
          <a:solidFill>
            <a:schemeClr val="tx1"/>
          </a:solidFill>
          <a:latin typeface="+mn-lt"/>
          <a:ea typeface="+mn-ea"/>
          <a:cs typeface="+mn-cs"/>
        </a:defRPr>
      </a:lvl2pPr>
      <a:lvl3pPr marL="1702836" algn="l" defTabSz="1702836" rtl="0" eaLnBrk="1" latinLnBrk="0" hangingPunct="1">
        <a:defRPr sz="2600" kern="1200">
          <a:solidFill>
            <a:schemeClr val="tx1"/>
          </a:solidFill>
          <a:latin typeface="+mn-lt"/>
          <a:ea typeface="+mn-ea"/>
          <a:cs typeface="+mn-cs"/>
        </a:defRPr>
      </a:lvl3pPr>
      <a:lvl4pPr marL="2554255" algn="l" defTabSz="1702836" rtl="0" eaLnBrk="1" latinLnBrk="0" hangingPunct="1">
        <a:defRPr sz="2600" kern="1200">
          <a:solidFill>
            <a:schemeClr val="tx1"/>
          </a:solidFill>
          <a:latin typeface="+mn-lt"/>
          <a:ea typeface="+mn-ea"/>
          <a:cs typeface="+mn-cs"/>
        </a:defRPr>
      </a:lvl4pPr>
      <a:lvl5pPr marL="3405674" algn="l" defTabSz="1702836" rtl="0" eaLnBrk="1" latinLnBrk="0" hangingPunct="1">
        <a:defRPr sz="2600" kern="1200">
          <a:solidFill>
            <a:schemeClr val="tx1"/>
          </a:solidFill>
          <a:latin typeface="+mn-lt"/>
          <a:ea typeface="+mn-ea"/>
          <a:cs typeface="+mn-cs"/>
        </a:defRPr>
      </a:lvl5pPr>
      <a:lvl6pPr marL="4257093" algn="l" defTabSz="1702836" rtl="0" eaLnBrk="1" latinLnBrk="0" hangingPunct="1">
        <a:defRPr sz="2600" kern="1200">
          <a:solidFill>
            <a:schemeClr val="tx1"/>
          </a:solidFill>
          <a:latin typeface="+mn-lt"/>
          <a:ea typeface="+mn-ea"/>
          <a:cs typeface="+mn-cs"/>
        </a:defRPr>
      </a:lvl6pPr>
      <a:lvl7pPr marL="5108512" algn="l" defTabSz="1702836" rtl="0" eaLnBrk="1" latinLnBrk="0" hangingPunct="1">
        <a:defRPr sz="2600" kern="1200">
          <a:solidFill>
            <a:schemeClr val="tx1"/>
          </a:solidFill>
          <a:latin typeface="+mn-lt"/>
          <a:ea typeface="+mn-ea"/>
          <a:cs typeface="+mn-cs"/>
        </a:defRPr>
      </a:lvl7pPr>
      <a:lvl8pPr marL="5959929" algn="l" defTabSz="1702836" rtl="0" eaLnBrk="1" latinLnBrk="0" hangingPunct="1">
        <a:defRPr sz="2600" kern="1200">
          <a:solidFill>
            <a:schemeClr val="tx1"/>
          </a:solidFill>
          <a:latin typeface="+mn-lt"/>
          <a:ea typeface="+mn-ea"/>
          <a:cs typeface="+mn-cs"/>
        </a:defRPr>
      </a:lvl8pPr>
      <a:lvl9pPr marL="6811350" algn="l" defTabSz="1702836"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536" userDrawn="1">
          <p15:clr>
            <a:srgbClr val="F26B43"/>
          </p15:clr>
        </p15:guide>
        <p15:guide id="2" orient="horz" pos="6735" userDrawn="1">
          <p15:clr>
            <a:srgbClr val="F26B43"/>
          </p15:clr>
        </p15:guide>
        <p15:guide id="3" pos="500" userDrawn="1">
          <p15:clr>
            <a:srgbClr val="F26B43"/>
          </p15:clr>
        </p15:guide>
        <p15:guide id="4" pos="18571" userDrawn="1">
          <p15:clr>
            <a:srgbClr val="F26B43"/>
          </p15:clr>
        </p15:guide>
        <p15:guide id="5" orient="horz" pos="498" userDrawn="1">
          <p15:clr>
            <a:srgbClr val="F26B43"/>
          </p15:clr>
        </p15:guide>
        <p15:guide id="6" orient="horz" pos="12972" userDrawn="1">
          <p15:clr>
            <a:srgbClr val="F26B43"/>
          </p15:clr>
        </p15:guide>
        <p15:guide id="7" orient="horz" pos="12258" userDrawn="1">
          <p15:clr>
            <a:srgbClr val="F26B43"/>
          </p15:clr>
        </p15:guide>
        <p15:guide id="8" orient="horz" pos="2595" userDrawn="1">
          <p15:clr>
            <a:srgbClr val="F26B43"/>
          </p15:clr>
        </p15:guide>
        <p15:guide id="9" pos="14175" userDrawn="1">
          <p15:clr>
            <a:srgbClr val="F26B43"/>
          </p15:clr>
        </p15:guide>
        <p15:guide id="10" pos="14010" userDrawn="1">
          <p15:clr>
            <a:srgbClr val="F26B43"/>
          </p15:clr>
        </p15:guide>
        <p15:guide id="11" pos="4894" userDrawn="1">
          <p15:clr>
            <a:srgbClr val="F26B43"/>
          </p15:clr>
        </p15:guide>
        <p15:guide id="12" pos="9455" userDrawn="1">
          <p15:clr>
            <a:srgbClr val="F26B43"/>
          </p15:clr>
        </p15:guide>
        <p15:guide id="13" userDrawn="1">
          <p15:clr>
            <a:srgbClr val="F26B43"/>
          </p15:clr>
        </p15:guide>
        <p15:guide id="14" pos="5060" userDrawn="1">
          <p15:clr>
            <a:srgbClr val="F26B43"/>
          </p15:clr>
        </p15:guide>
        <p15:guide id="15" pos="961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10" Type="http://schemas.microsoft.com/office/2007/relationships/hdphoto" Target="../media/hdphoto1.wdp"/><Relationship Id="rId4" Type="http://schemas.openxmlformats.org/officeDocument/2006/relationships/image" Target="../media/image7.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ight Triangle 37">
            <a:extLst>
              <a:ext uri="{FF2B5EF4-FFF2-40B4-BE49-F238E27FC236}">
                <a16:creationId xmlns:a16="http://schemas.microsoft.com/office/drawing/2014/main" id="{D15A5B40-C9FD-C476-4857-CDBCA6D05AD8}"/>
              </a:ext>
            </a:extLst>
          </p:cNvPr>
          <p:cNvSpPr/>
          <p:nvPr/>
        </p:nvSpPr>
        <p:spPr>
          <a:xfrm rot="16200000">
            <a:off x="22543489" y="13612847"/>
            <a:ext cx="4642341" cy="10899213"/>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sp>
        <p:nvSpPr>
          <p:cNvPr id="7" name="Right Triangle 6">
            <a:extLst>
              <a:ext uri="{FF2B5EF4-FFF2-40B4-BE49-F238E27FC236}">
                <a16:creationId xmlns:a16="http://schemas.microsoft.com/office/drawing/2014/main" id="{491E781D-4EF7-4300-399B-0C9CA6E11B85}"/>
              </a:ext>
            </a:extLst>
          </p:cNvPr>
          <p:cNvSpPr/>
          <p:nvPr/>
        </p:nvSpPr>
        <p:spPr>
          <a:xfrm rot="5400000">
            <a:off x="5247633" y="-5247632"/>
            <a:ext cx="4642339" cy="1513760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pic>
        <p:nvPicPr>
          <p:cNvPr id="3" name="Content Placeholder 2" descr="A white helicopter with propellers&#10;&#10;AI-generated content may be incorrect.">
            <a:extLst>
              <a:ext uri="{FF2B5EF4-FFF2-40B4-BE49-F238E27FC236}">
                <a16:creationId xmlns:a16="http://schemas.microsoft.com/office/drawing/2014/main" id="{629D5477-3BA5-E42B-9FBA-6E1B6DF57613}"/>
              </a:ext>
            </a:extLst>
          </p:cNvPr>
          <p:cNvPicPr>
            <a:picLocks noGrp="1" noChangeAspect="1"/>
          </p:cNvPicPr>
          <p:nvPr>
            <p:ph sz="quarter" idx="32"/>
          </p:nvPr>
        </p:nvPicPr>
        <p:blipFill>
          <a:blip r:embed="rId2">
            <a:extLst>
              <a:ext uri="{28A0092B-C50C-407E-A947-70E740481C1C}">
                <a14:useLocalDpi xmlns:a14="http://schemas.microsoft.com/office/drawing/2010/main" val="0"/>
              </a:ext>
            </a:extLst>
          </a:blip>
          <a:stretch>
            <a:fillRect/>
          </a:stretch>
        </p:blipFill>
        <p:spPr>
          <a:xfrm flipH="1">
            <a:off x="970098" y="7602760"/>
            <a:ext cx="14229191" cy="8003919"/>
          </a:xfrm>
        </p:spPr>
      </p:pic>
      <p:sp>
        <p:nvSpPr>
          <p:cNvPr id="19" name="Title 18">
            <a:extLst>
              <a:ext uri="{FF2B5EF4-FFF2-40B4-BE49-F238E27FC236}">
                <a16:creationId xmlns:a16="http://schemas.microsoft.com/office/drawing/2014/main" id="{04D395BD-0D25-E868-B641-CAF2153EBF9E}"/>
              </a:ext>
            </a:extLst>
          </p:cNvPr>
          <p:cNvSpPr>
            <a:spLocks noGrp="1"/>
          </p:cNvSpPr>
          <p:nvPr>
            <p:ph type="title"/>
          </p:nvPr>
        </p:nvSpPr>
        <p:spPr>
          <a:xfrm>
            <a:off x="289902" y="1451528"/>
            <a:ext cx="8877543" cy="2386657"/>
          </a:xfrm>
        </p:spPr>
        <p:txBody>
          <a:bodyPr/>
          <a:lstStyle/>
          <a:p>
            <a:r>
              <a:rPr lang="en-GB" sz="4800">
                <a:solidFill>
                  <a:schemeClr val="bg1"/>
                </a:solidFill>
              </a:rPr>
              <a:t>Coaxial Helicopter design for Emergency Medical</a:t>
            </a:r>
            <a:br>
              <a:rPr lang="en-GB" sz="4800">
                <a:solidFill>
                  <a:schemeClr val="bg1"/>
                </a:solidFill>
              </a:rPr>
            </a:br>
            <a:r>
              <a:rPr lang="en-GB" sz="4800">
                <a:solidFill>
                  <a:schemeClr val="bg1"/>
                </a:solidFill>
              </a:rPr>
              <a:t>Services</a:t>
            </a:r>
          </a:p>
        </p:txBody>
      </p:sp>
      <p:sp>
        <p:nvSpPr>
          <p:cNvPr id="23" name="Content Placeholder 22">
            <a:extLst>
              <a:ext uri="{FF2B5EF4-FFF2-40B4-BE49-F238E27FC236}">
                <a16:creationId xmlns:a16="http://schemas.microsoft.com/office/drawing/2014/main" id="{79E8D46B-75EF-AF7E-6651-801BDE47D601}"/>
              </a:ext>
            </a:extLst>
          </p:cNvPr>
          <p:cNvSpPr>
            <a:spLocks noGrp="1"/>
          </p:cNvSpPr>
          <p:nvPr>
            <p:ph type="body" sz="quarter" idx="26"/>
          </p:nvPr>
        </p:nvSpPr>
        <p:spPr>
          <a:xfrm>
            <a:off x="-7848098" y="6633581"/>
            <a:ext cx="6977225" cy="15340012"/>
          </a:xfrm>
        </p:spPr>
        <p:txBody>
          <a:bodyPr/>
          <a:lstStyle/>
          <a:p>
            <a:r>
              <a:rPr lang="en-GB"/>
              <a:t>The standard text area has five predefined type levels.</a:t>
            </a:r>
          </a:p>
          <a:p>
            <a:endParaRPr lang="en-GB"/>
          </a:p>
          <a:p>
            <a:r>
              <a:rPr lang="en-GB"/>
              <a:t>You can move up or down the levels using the increase or decrease indent buttons in the home tab.</a:t>
            </a:r>
          </a:p>
          <a:p>
            <a:endParaRPr lang="en-GB"/>
          </a:p>
          <a:p>
            <a:r>
              <a:rPr lang="en-GB"/>
              <a:t>We recommend that you do not use the bullet button, as this does not apply the correct bullet formatting.</a:t>
            </a:r>
          </a:p>
          <a:p>
            <a:endParaRPr lang="en-GB"/>
          </a:p>
          <a:p>
            <a:r>
              <a:rPr lang="en-GB"/>
              <a:t>Level one is for general text</a:t>
            </a:r>
          </a:p>
          <a:p>
            <a:pPr lvl="1"/>
            <a:endParaRPr lang="en-GB"/>
          </a:p>
          <a:p>
            <a:pPr lvl="1"/>
            <a:r>
              <a:rPr lang="en-GB"/>
              <a:t>Level two is for subheadings within body copy</a:t>
            </a:r>
          </a:p>
          <a:p>
            <a:pPr lvl="2"/>
            <a:r>
              <a:rPr lang="en-GB"/>
              <a:t>Level three is for bulleted general text</a:t>
            </a:r>
          </a:p>
          <a:p>
            <a:pPr lvl="2"/>
            <a:endParaRPr lang="en-GB"/>
          </a:p>
          <a:p>
            <a:pPr lvl="3"/>
            <a:r>
              <a:rPr lang="en-GB"/>
              <a:t>Level four is for small text</a:t>
            </a:r>
          </a:p>
          <a:p>
            <a:pPr lvl="3"/>
            <a:endParaRPr lang="en-GB"/>
          </a:p>
          <a:p>
            <a:pPr lvl="4"/>
            <a:r>
              <a:rPr lang="en-GB"/>
              <a:t>Level five is for Pull Quotes and Subtitles</a:t>
            </a:r>
          </a:p>
          <a:p>
            <a:pPr lvl="5"/>
            <a:r>
              <a:rPr lang="en-GB"/>
              <a:t>Level six is for bold subtitles</a:t>
            </a:r>
          </a:p>
          <a:p>
            <a:r>
              <a:rPr lang="en-GB"/>
              <a:t>Level seven is for large number pullouts:</a:t>
            </a:r>
          </a:p>
          <a:p>
            <a:pPr lvl="1"/>
            <a:endParaRPr lang="en-GB"/>
          </a:p>
          <a:p>
            <a:pPr lvl="6"/>
            <a:r>
              <a:rPr lang="en-GB"/>
              <a:t>00%</a:t>
            </a:r>
          </a:p>
        </p:txBody>
      </p:sp>
      <p:sp>
        <p:nvSpPr>
          <p:cNvPr id="77" name="Text Placeholder 76">
            <a:extLst>
              <a:ext uri="{FF2B5EF4-FFF2-40B4-BE49-F238E27FC236}">
                <a16:creationId xmlns:a16="http://schemas.microsoft.com/office/drawing/2014/main" id="{FC8160C2-4447-8B06-6C7C-811E141B01EB}"/>
              </a:ext>
            </a:extLst>
          </p:cNvPr>
          <p:cNvSpPr>
            <a:spLocks noGrp="1"/>
          </p:cNvSpPr>
          <p:nvPr>
            <p:ph type="body" sz="quarter" idx="27"/>
          </p:nvPr>
        </p:nvSpPr>
        <p:spPr>
          <a:xfrm>
            <a:off x="33080778" y="4310708"/>
            <a:ext cx="6977225" cy="4874312"/>
          </a:xfrm>
        </p:spPr>
        <p:txBody>
          <a:bodyPr/>
          <a:lstStyle/>
          <a:p>
            <a:r>
              <a:rPr lang="en-GB"/>
              <a:t>While text boxes are formatted to be the correct font, size, and colour, they will not contain the levels as a placeholder does.</a:t>
            </a:r>
          </a:p>
          <a:p>
            <a:endParaRPr lang="en-GB"/>
          </a:p>
          <a:p>
            <a:r>
              <a:rPr lang="en-GB"/>
              <a:t>Therefore, it is recommended that you copy an existing text placeholder on the slide if you would like to insert a text box, to preserve the use of these levels.</a:t>
            </a:r>
          </a:p>
          <a:p>
            <a:endParaRPr lang="en-GB"/>
          </a:p>
          <a:p>
            <a:r>
              <a:rPr lang="en-GB">
                <a:solidFill>
                  <a:schemeClr val="accent1"/>
                </a:solidFill>
              </a:rPr>
              <a:t>Key text </a:t>
            </a:r>
            <a:r>
              <a:rPr lang="en-GB"/>
              <a:t>can be emphasised by changing the font colour to </a:t>
            </a:r>
            <a:r>
              <a:rPr lang="en-GB">
                <a:solidFill>
                  <a:schemeClr val="accent1"/>
                </a:solidFill>
              </a:rPr>
              <a:t>Imperial Blue</a:t>
            </a:r>
            <a:r>
              <a:rPr lang="en-GB"/>
              <a:t>.</a:t>
            </a:r>
          </a:p>
        </p:txBody>
      </p:sp>
      <p:sp>
        <p:nvSpPr>
          <p:cNvPr id="45" name="Text Placeholder 44">
            <a:extLst>
              <a:ext uri="{FF2B5EF4-FFF2-40B4-BE49-F238E27FC236}">
                <a16:creationId xmlns:a16="http://schemas.microsoft.com/office/drawing/2014/main" id="{42DBD701-2892-CE3D-ADC4-1312D806C1BF}"/>
              </a:ext>
            </a:extLst>
          </p:cNvPr>
          <p:cNvSpPr>
            <a:spLocks noGrp="1"/>
          </p:cNvSpPr>
          <p:nvPr>
            <p:ph type="body" sz="quarter" idx="28"/>
          </p:nvPr>
        </p:nvSpPr>
        <p:spPr>
          <a:xfrm>
            <a:off x="15263649" y="7474293"/>
            <a:ext cx="6977225" cy="3837860"/>
          </a:xfrm>
        </p:spPr>
        <p:txBody>
          <a:bodyPr/>
          <a:lstStyle/>
          <a:p>
            <a:pPr lvl="1"/>
            <a:r>
              <a:rPr lang="en-GB"/>
              <a:t>Structural design</a:t>
            </a:r>
          </a:p>
          <a:p>
            <a:r>
              <a:rPr lang="en-GB"/>
              <a:t>Through the use of </a:t>
            </a:r>
            <a:r>
              <a:rPr lang="en-GB">
                <a:solidFill>
                  <a:srgbClr val="0000CD"/>
                </a:solidFill>
                <a:latin typeface="+mj-lt"/>
              </a:rPr>
              <a:t>composites</a:t>
            </a:r>
            <a:r>
              <a:rPr lang="en-GB"/>
              <a:t>, the weight of HALO is minimised. A </a:t>
            </a:r>
            <a:r>
              <a:rPr lang="en-GB">
                <a:solidFill>
                  <a:srgbClr val="0000CD"/>
                </a:solidFill>
                <a:latin typeface="+mj-lt"/>
              </a:rPr>
              <a:t>semi-monocoque</a:t>
            </a:r>
            <a:r>
              <a:rPr lang="en-GB"/>
              <a:t> layout was used, with </a:t>
            </a:r>
            <a:r>
              <a:rPr lang="en-GB">
                <a:solidFill>
                  <a:srgbClr val="0000CD"/>
                </a:solidFill>
                <a:latin typeface="+mj-lt"/>
              </a:rPr>
              <a:t>metallic alloy frames</a:t>
            </a:r>
            <a:r>
              <a:rPr lang="en-GB"/>
              <a:t>/longerons for simplified manufacturing and </a:t>
            </a:r>
            <a:r>
              <a:rPr lang="en-GB">
                <a:solidFill>
                  <a:srgbClr val="0000CD"/>
                </a:solidFill>
                <a:latin typeface="+mj-lt"/>
              </a:rPr>
              <a:t>CFRP</a:t>
            </a:r>
            <a:r>
              <a:rPr lang="en-GB"/>
              <a:t> skin. </a:t>
            </a:r>
            <a:r>
              <a:rPr lang="en-GB">
                <a:solidFill>
                  <a:srgbClr val="0000CD"/>
                </a:solidFill>
                <a:latin typeface="+mj-lt"/>
              </a:rPr>
              <a:t>CFRP</a:t>
            </a:r>
            <a:r>
              <a:rPr lang="en-GB"/>
              <a:t> was used for the rotor blades and tail as well. </a:t>
            </a:r>
            <a:r>
              <a:rPr lang="en-GB">
                <a:solidFill>
                  <a:srgbClr val="0000CD"/>
                </a:solidFill>
                <a:latin typeface="+mj-lt"/>
              </a:rPr>
              <a:t>Aluminium alloy </a:t>
            </a:r>
            <a:r>
              <a:rPr lang="en-GB"/>
              <a:t>skids were selected over wheels for landing gear, due to their flexibility in landing on all types of terrain.</a:t>
            </a:r>
          </a:p>
        </p:txBody>
      </p:sp>
      <p:sp>
        <p:nvSpPr>
          <p:cNvPr id="80" name="Text Placeholder 79">
            <a:extLst>
              <a:ext uri="{FF2B5EF4-FFF2-40B4-BE49-F238E27FC236}">
                <a16:creationId xmlns:a16="http://schemas.microsoft.com/office/drawing/2014/main" id="{BE41314F-EF9D-A322-D5C3-A7E7A413E6CC}"/>
              </a:ext>
            </a:extLst>
          </p:cNvPr>
          <p:cNvSpPr>
            <a:spLocks noGrp="1"/>
          </p:cNvSpPr>
          <p:nvPr>
            <p:ph type="body" sz="quarter" idx="29"/>
          </p:nvPr>
        </p:nvSpPr>
        <p:spPr>
          <a:xfrm>
            <a:off x="22504238" y="1266352"/>
            <a:ext cx="6977225" cy="10519339"/>
          </a:xfrm>
        </p:spPr>
        <p:txBody>
          <a:bodyPr/>
          <a:lstStyle/>
          <a:p>
            <a:pPr lvl="5">
              <a:lnSpc>
                <a:spcPct val="100000"/>
              </a:lnSpc>
              <a:spcAft>
                <a:spcPts val="0"/>
              </a:spcAft>
            </a:pPr>
            <a:r>
              <a:rPr lang="en-GB"/>
              <a:t>On average, HEMS attends 126 patients a day across the UK.</a:t>
            </a:r>
          </a:p>
          <a:p>
            <a:r>
              <a:rPr lang="en-GB"/>
              <a:t>In an emergency, every second counts. That’s why HALO is design for best-in-class performance in the light twin category. Certified under </a:t>
            </a:r>
            <a:r>
              <a:rPr lang="en-GB">
                <a:solidFill>
                  <a:srgbClr val="0000CD"/>
                </a:solidFill>
                <a:latin typeface="+mj-lt"/>
              </a:rPr>
              <a:t>CS-29</a:t>
            </a:r>
            <a:r>
              <a:rPr lang="en-GB"/>
              <a:t>, our design aims to minimise time to the patient with an innovative design </a:t>
            </a:r>
          </a:p>
          <a:p>
            <a:pPr lvl="1"/>
            <a:r>
              <a:rPr lang="en-GB"/>
              <a:t>Flight and Medical systems</a:t>
            </a:r>
          </a:p>
          <a:p>
            <a:r>
              <a:rPr lang="en-GB"/>
              <a:t>Onboard systems are designed for </a:t>
            </a:r>
            <a:r>
              <a:rPr lang="en-GB">
                <a:solidFill>
                  <a:srgbClr val="0000CD"/>
                </a:solidFill>
                <a:latin typeface="+mj-lt"/>
              </a:rPr>
              <a:t>maximum safety</a:t>
            </a:r>
            <a:r>
              <a:rPr lang="en-GB"/>
              <a:t> whilst minimising mass and delivering value for customers. Redundancy is present in all flight and patient critical subsystems.</a:t>
            </a:r>
          </a:p>
          <a:p>
            <a:r>
              <a:rPr lang="en-GB"/>
              <a:t>Modular, fully digital avionics enable safer flight in any weather, day or night, incorporating systems such as HTAWS, NVIS, </a:t>
            </a:r>
            <a:r>
              <a:rPr lang="en-GB" err="1"/>
              <a:t>NavFLIR</a:t>
            </a:r>
            <a:r>
              <a:rPr lang="en-GB"/>
              <a:t> and HUMS. </a:t>
            </a:r>
          </a:p>
          <a:p>
            <a:r>
              <a:rPr lang="en-GB">
                <a:solidFill>
                  <a:srgbClr val="0000CD"/>
                </a:solidFill>
                <a:latin typeface="+mj-lt"/>
              </a:rPr>
              <a:t>Cabin layout </a:t>
            </a:r>
            <a:r>
              <a:rPr lang="en-GB"/>
              <a:t>considered existing EMS vehicles, with provision for critical care equipment such as ECMO capability, prehospital analgesia, REBOA and other lifesaving procedures for the most urgent patients. Flexibility was maintained for other missions such as VIP transport or policing operations.</a:t>
            </a:r>
          </a:p>
          <a:p>
            <a:endParaRPr lang="en-GB"/>
          </a:p>
          <a:p>
            <a:pPr lvl="1"/>
            <a:endParaRPr lang="en-GB"/>
          </a:p>
          <a:p>
            <a:pPr lvl="1"/>
            <a:endParaRPr lang="en-GB"/>
          </a:p>
          <a:p>
            <a:pPr lvl="1"/>
            <a:endParaRPr lang="en-GB"/>
          </a:p>
          <a:p>
            <a:pPr lvl="1"/>
            <a:endParaRPr lang="en-GB"/>
          </a:p>
          <a:p>
            <a:endParaRPr lang="en-GB"/>
          </a:p>
        </p:txBody>
      </p:sp>
      <p:sp>
        <p:nvSpPr>
          <p:cNvPr id="76" name="Text Placeholder 75">
            <a:extLst>
              <a:ext uri="{FF2B5EF4-FFF2-40B4-BE49-F238E27FC236}">
                <a16:creationId xmlns:a16="http://schemas.microsoft.com/office/drawing/2014/main" id="{97FDC5FF-7EA5-9487-E3C2-37FA71F5C961}"/>
              </a:ext>
            </a:extLst>
          </p:cNvPr>
          <p:cNvSpPr>
            <a:spLocks noGrp="1"/>
          </p:cNvSpPr>
          <p:nvPr>
            <p:ph type="body" sz="quarter" idx="19"/>
          </p:nvPr>
        </p:nvSpPr>
        <p:spPr>
          <a:xfrm>
            <a:off x="-7380517" y="21136237"/>
            <a:ext cx="6977063" cy="494775"/>
          </a:xfrm>
        </p:spPr>
        <p:txBody>
          <a:bodyPr/>
          <a:lstStyle/>
          <a:p>
            <a:r>
              <a:rPr lang="en-GB"/>
              <a:t>Image caption or credit goes here and can break over multiple lines as required lorem ipsum dolor sit amet, consectetuer adipiscing elit.</a:t>
            </a:r>
          </a:p>
        </p:txBody>
      </p:sp>
      <p:sp>
        <p:nvSpPr>
          <p:cNvPr id="81" name="Text Placeholder 80">
            <a:extLst>
              <a:ext uri="{FF2B5EF4-FFF2-40B4-BE49-F238E27FC236}">
                <a16:creationId xmlns:a16="http://schemas.microsoft.com/office/drawing/2014/main" id="{3708CE02-8653-0F15-7E49-768A0AC906D8}"/>
              </a:ext>
            </a:extLst>
          </p:cNvPr>
          <p:cNvSpPr>
            <a:spLocks noGrp="1"/>
          </p:cNvSpPr>
          <p:nvPr>
            <p:ph type="body" sz="quarter" idx="30"/>
          </p:nvPr>
        </p:nvSpPr>
        <p:spPr>
          <a:xfrm>
            <a:off x="15263811" y="6999978"/>
            <a:ext cx="6977063" cy="494775"/>
          </a:xfrm>
        </p:spPr>
        <p:txBody>
          <a:bodyPr/>
          <a:lstStyle/>
          <a:p>
            <a:r>
              <a:rPr lang="en-GB"/>
              <a:t>Mass fractions of HALO’s component parts</a:t>
            </a:r>
          </a:p>
        </p:txBody>
      </p:sp>
      <p:pic>
        <p:nvPicPr>
          <p:cNvPr id="16" name="Picture 15">
            <a:extLst>
              <a:ext uri="{FF2B5EF4-FFF2-40B4-BE49-F238E27FC236}">
                <a16:creationId xmlns:a16="http://schemas.microsoft.com/office/drawing/2014/main" id="{D3C6817B-4D9C-B06A-D339-13EA459C826F}"/>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6412" y="342408"/>
            <a:ext cx="6748286" cy="734569"/>
          </a:xfrm>
          <a:prstGeom prst="rect">
            <a:avLst/>
          </a:prstGeom>
        </p:spPr>
      </p:pic>
      <p:sp>
        <p:nvSpPr>
          <p:cNvPr id="24" name="Title 18">
            <a:extLst>
              <a:ext uri="{FF2B5EF4-FFF2-40B4-BE49-F238E27FC236}">
                <a16:creationId xmlns:a16="http://schemas.microsoft.com/office/drawing/2014/main" id="{A111D445-3A17-78D7-522F-9D6A35CD10C9}"/>
              </a:ext>
            </a:extLst>
          </p:cNvPr>
          <p:cNvSpPr txBox="1">
            <a:spLocks/>
          </p:cNvSpPr>
          <p:nvPr/>
        </p:nvSpPr>
        <p:spPr>
          <a:xfrm>
            <a:off x="15009813" y="258199"/>
            <a:ext cx="14975498" cy="2386657"/>
          </a:xfrm>
          <a:prstGeom prst="rect">
            <a:avLst/>
          </a:prstGeom>
        </p:spPr>
        <p:txBody>
          <a:bodyPr vert="horz" lIns="0" tIns="0" rIns="0" bIns="0" rtlCol="0" anchor="t">
            <a:noAutofit/>
          </a:bodyPr>
          <a:lst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a:lstStyle>
          <a:p>
            <a:r>
              <a:rPr lang="en-GB" sz="5400">
                <a:solidFill>
                  <a:schemeClr val="tx1"/>
                </a:solidFill>
              </a:rPr>
              <a:t>A helicopter designed ground up to save lives.</a:t>
            </a:r>
          </a:p>
        </p:txBody>
      </p:sp>
      <p:graphicFrame>
        <p:nvGraphicFramePr>
          <p:cNvPr id="27" name="Table 26">
            <a:extLst>
              <a:ext uri="{FF2B5EF4-FFF2-40B4-BE49-F238E27FC236}">
                <a16:creationId xmlns:a16="http://schemas.microsoft.com/office/drawing/2014/main" id="{D806EBF3-D422-6208-1DD0-5380C2D79468}"/>
              </a:ext>
            </a:extLst>
          </p:cNvPr>
          <p:cNvGraphicFramePr>
            <a:graphicFrameLocks noGrp="1"/>
          </p:cNvGraphicFramePr>
          <p:nvPr>
            <p:extLst>
              <p:ext uri="{D42A27DB-BD31-4B8C-83A1-F6EECF244321}">
                <p14:modId xmlns:p14="http://schemas.microsoft.com/office/powerpoint/2010/main" val="2795238211"/>
              </p:ext>
            </p:extLst>
          </p:nvPr>
        </p:nvGraphicFramePr>
        <p:xfrm>
          <a:off x="9602014" y="1794914"/>
          <a:ext cx="4973230" cy="7528560"/>
        </p:xfrm>
        <a:graphic>
          <a:graphicData uri="http://schemas.openxmlformats.org/drawingml/2006/table">
            <a:tbl>
              <a:tblPr firstRow="1" bandRow="1">
                <a:tableStyleId>{69012ECD-51FC-41F1-AA8D-1B2483CD663E}</a:tableStyleId>
              </a:tblPr>
              <a:tblGrid>
                <a:gridCol w="2696328">
                  <a:extLst>
                    <a:ext uri="{9D8B030D-6E8A-4147-A177-3AD203B41FA5}">
                      <a16:colId xmlns:a16="http://schemas.microsoft.com/office/drawing/2014/main" val="1949948004"/>
                    </a:ext>
                  </a:extLst>
                </a:gridCol>
                <a:gridCol w="1138451">
                  <a:extLst>
                    <a:ext uri="{9D8B030D-6E8A-4147-A177-3AD203B41FA5}">
                      <a16:colId xmlns:a16="http://schemas.microsoft.com/office/drawing/2014/main" val="3015140761"/>
                    </a:ext>
                  </a:extLst>
                </a:gridCol>
                <a:gridCol w="1138451">
                  <a:extLst>
                    <a:ext uri="{9D8B030D-6E8A-4147-A177-3AD203B41FA5}">
                      <a16:colId xmlns:a16="http://schemas.microsoft.com/office/drawing/2014/main" val="1223836317"/>
                    </a:ext>
                  </a:extLst>
                </a:gridCol>
              </a:tblGrid>
              <a:tr h="370840">
                <a:tc gridSpan="3">
                  <a:txBody>
                    <a:bodyPr/>
                    <a:lstStyle/>
                    <a:p>
                      <a:pPr algn="ctr"/>
                      <a:r>
                        <a:rPr lang="en-GB" sz="4400"/>
                        <a:t>Rotors</a:t>
                      </a:r>
                    </a:p>
                  </a:txBody>
                  <a:tcP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tc hMerge="1">
                  <a:txBody>
                    <a:bodyPr/>
                    <a:lstStyle/>
                    <a:p>
                      <a:pPr algn="ctr"/>
                      <a:endParaRPr lang="en-GB" sz="2400"/>
                    </a:p>
                  </a:txBody>
                  <a:tcPr/>
                </a:tc>
                <a:tc hMerge="1">
                  <a:txBody>
                    <a:bodyPr/>
                    <a:lstStyle/>
                    <a:p>
                      <a:pPr algn="ctr"/>
                      <a:endParaRPr lang="en-GB" sz="2400"/>
                    </a:p>
                  </a:txBody>
                  <a:tcPr/>
                </a:tc>
                <a:extLst>
                  <a:ext uri="{0D108BD9-81ED-4DB2-BD59-A6C34878D82A}">
                    <a16:rowId xmlns:a16="http://schemas.microsoft.com/office/drawing/2014/main" val="3066905501"/>
                  </a:ext>
                </a:extLst>
              </a:tr>
              <a:tr h="370840">
                <a:tc>
                  <a:txBody>
                    <a:bodyPr/>
                    <a:lstStyle/>
                    <a:p>
                      <a:endParaRPr lang="en-GB" sz="2400"/>
                    </a:p>
                  </a:txBody>
                  <a:tcPr>
                    <a:lnL w="19050" cap="flat" cmpd="sng" algn="ctr">
                      <a:solidFill>
                        <a:srgbClr val="0000CD"/>
                      </a:solidFill>
                      <a:prstDash val="solid"/>
                      <a:round/>
                      <a:headEnd type="none" w="med" len="med"/>
                      <a:tailEnd type="none" w="med" len="med"/>
                    </a:lnL>
                    <a:solidFill>
                      <a:srgbClr val="0000CD"/>
                    </a:solidFill>
                  </a:tcPr>
                </a:tc>
                <a:tc>
                  <a:txBody>
                    <a:bodyPr/>
                    <a:lstStyle/>
                    <a:p>
                      <a:pPr algn="ctr"/>
                      <a:r>
                        <a:rPr lang="en-GB" sz="2400" b="1">
                          <a:solidFill>
                            <a:schemeClr val="bg1"/>
                          </a:solidFill>
                        </a:rPr>
                        <a:t>Upper</a:t>
                      </a:r>
                    </a:p>
                  </a:txBody>
                  <a:tcPr>
                    <a:solidFill>
                      <a:srgbClr val="0000CD"/>
                    </a:solidFill>
                  </a:tcPr>
                </a:tc>
                <a:tc>
                  <a:txBody>
                    <a:bodyPr/>
                    <a:lstStyle/>
                    <a:p>
                      <a:pPr algn="ctr"/>
                      <a:r>
                        <a:rPr lang="en-GB" sz="2400" b="1">
                          <a:solidFill>
                            <a:schemeClr val="bg1"/>
                          </a:solidFill>
                        </a:rPr>
                        <a:t>Lower</a:t>
                      </a:r>
                    </a:p>
                  </a:txBody>
                  <a:tcPr>
                    <a:lnR w="19050" cap="flat" cmpd="sng" algn="ctr">
                      <a:solidFill>
                        <a:srgbClr val="0000CD"/>
                      </a:solidFill>
                      <a:prstDash val="solid"/>
                      <a:round/>
                      <a:headEnd type="none" w="med" len="med"/>
                      <a:tailEnd type="none" w="med" len="med"/>
                    </a:lnR>
                    <a:solidFill>
                      <a:srgbClr val="0000CD"/>
                    </a:solidFill>
                  </a:tcPr>
                </a:tc>
                <a:extLst>
                  <a:ext uri="{0D108BD9-81ED-4DB2-BD59-A6C34878D82A}">
                    <a16:rowId xmlns:a16="http://schemas.microsoft.com/office/drawing/2014/main" val="1580177851"/>
                  </a:ext>
                </a:extLst>
              </a:tr>
              <a:tr h="370840">
                <a:tc>
                  <a:txBody>
                    <a:bodyPr/>
                    <a:lstStyle/>
                    <a:p>
                      <a:r>
                        <a:rPr lang="en-GB" sz="2400"/>
                        <a:t>Rotor radius (m)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5.72</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896938951"/>
                  </a:ext>
                </a:extLst>
              </a:tr>
              <a:tr h="370840">
                <a:tc>
                  <a:txBody>
                    <a:bodyPr/>
                    <a:lstStyle/>
                    <a:p>
                      <a:r>
                        <a:rPr lang="en-GB" sz="2400"/>
                        <a:t>Aspect ratio</a:t>
                      </a:r>
                    </a:p>
                  </a:txBody>
                  <a:tcPr>
                    <a:lnL w="19050" cap="flat" cmpd="sng" algn="ctr">
                      <a:solidFill>
                        <a:srgbClr val="0000CD"/>
                      </a:solidFill>
                      <a:prstDash val="solid"/>
                      <a:round/>
                      <a:headEnd type="none" w="med" len="med"/>
                      <a:tailEnd type="none" w="med" len="med"/>
                    </a:lnL>
                  </a:tcPr>
                </a:tc>
                <a:tc>
                  <a:txBody>
                    <a:bodyPr/>
                    <a:lstStyle/>
                    <a:p>
                      <a:pPr algn="ctr"/>
                      <a:r>
                        <a:rPr lang="en-GB" sz="2400"/>
                        <a:t>19.6</a:t>
                      </a:r>
                    </a:p>
                  </a:txBody>
                  <a:tcPr/>
                </a:tc>
                <a:tc>
                  <a:txBody>
                    <a:bodyPr/>
                    <a:lstStyle/>
                    <a:p>
                      <a:pPr algn="ctr"/>
                      <a:r>
                        <a:rPr lang="en-GB" sz="2400"/>
                        <a:t>12.6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370840">
                <a:tc>
                  <a:txBody>
                    <a:bodyPr/>
                    <a:lstStyle/>
                    <a:p>
                      <a:r>
                        <a:rPr lang="en-GB" sz="2400"/>
                        <a:t>Root chord (m)</a:t>
                      </a:r>
                    </a:p>
                  </a:txBody>
                  <a:tcPr>
                    <a:lnL w="19050" cap="flat" cmpd="sng" algn="ctr">
                      <a:solidFill>
                        <a:srgbClr val="0000CD"/>
                      </a:solidFill>
                      <a:prstDash val="solid"/>
                      <a:round/>
                      <a:headEnd type="none" w="med" len="med"/>
                      <a:tailEnd type="none" w="med" len="med"/>
                    </a:lnL>
                  </a:tcPr>
                </a:tc>
                <a:tc>
                  <a:txBody>
                    <a:bodyPr/>
                    <a:lstStyle/>
                    <a:p>
                      <a:pPr algn="ctr"/>
                      <a:r>
                        <a:rPr lang="en-GB" sz="2400"/>
                        <a:t>0.265</a:t>
                      </a:r>
                    </a:p>
                  </a:txBody>
                  <a:tcPr/>
                </a:tc>
                <a:tc>
                  <a:txBody>
                    <a:bodyPr/>
                    <a:lstStyle/>
                    <a:p>
                      <a:pPr algn="ctr"/>
                      <a:r>
                        <a:rPr lang="en-GB" sz="2400"/>
                        <a:t>0.416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611055410"/>
                  </a:ext>
                </a:extLst>
              </a:tr>
              <a:tr h="370840">
                <a:tc>
                  <a:txBody>
                    <a:bodyPr/>
                    <a:lstStyle/>
                    <a:p>
                      <a:r>
                        <a:rPr lang="en-GB" sz="2400"/>
                        <a:t>Root </a:t>
                      </a:r>
                      <a:r>
                        <a:rPr lang="en-GB" sz="2400" err="1"/>
                        <a:t>airfoil</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RC(4)-10</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1480947936"/>
                  </a:ext>
                </a:extLst>
              </a:tr>
              <a:tr h="370840">
                <a:tc>
                  <a:txBody>
                    <a:bodyPr/>
                    <a:lstStyle/>
                    <a:p>
                      <a:r>
                        <a:rPr lang="en-GB" sz="2400"/>
                        <a:t>Tip chord (m)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0.265</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3703730467"/>
                  </a:ext>
                </a:extLst>
              </a:tr>
              <a:tr h="370840">
                <a:tc>
                  <a:txBody>
                    <a:bodyPr/>
                    <a:lstStyle/>
                    <a:p>
                      <a:r>
                        <a:rPr lang="en-GB" sz="2400"/>
                        <a:t>Tip </a:t>
                      </a:r>
                      <a:r>
                        <a:rPr lang="en-GB" sz="2400" err="1"/>
                        <a:t>airfoil</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RC(6)-08</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12654880"/>
                  </a:ext>
                </a:extLst>
              </a:tr>
              <a:tr h="370840">
                <a:tc>
                  <a:txBody>
                    <a:bodyPr/>
                    <a:lstStyle/>
                    <a:p>
                      <a:r>
                        <a:rPr lang="en-GB" sz="2400"/>
                        <a:t>Twist (°)</a:t>
                      </a:r>
                    </a:p>
                  </a:txBody>
                  <a:tcPr>
                    <a:lnL w="19050" cap="flat" cmpd="sng" algn="ctr">
                      <a:solidFill>
                        <a:srgbClr val="0000CD"/>
                      </a:solidFill>
                      <a:prstDash val="solid"/>
                      <a:round/>
                      <a:headEnd type="none" w="med" len="med"/>
                      <a:tailEnd type="none" w="med" len="med"/>
                    </a:lnL>
                  </a:tcPr>
                </a:tc>
                <a:tc>
                  <a:txBody>
                    <a:bodyPr/>
                    <a:lstStyle/>
                    <a:p>
                      <a:pPr algn="ctr"/>
                      <a:r>
                        <a:rPr lang="en-GB" sz="2400"/>
                        <a:t>-11</a:t>
                      </a:r>
                    </a:p>
                  </a:txBody>
                  <a:tcPr/>
                </a:tc>
                <a:tc>
                  <a:txBody>
                    <a:bodyPr/>
                    <a:lstStyle/>
                    <a:p>
                      <a:pPr algn="ctr"/>
                      <a:r>
                        <a:rPr lang="en-GB" sz="2400"/>
                        <a:t>-6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930520367"/>
                  </a:ext>
                </a:extLst>
              </a:tr>
              <a:tr h="370840">
                <a:tc>
                  <a:txBody>
                    <a:bodyPr/>
                    <a:lstStyle/>
                    <a:p>
                      <a:r>
                        <a:rPr lang="en-GB" sz="2400"/>
                        <a:t>N</a:t>
                      </a:r>
                      <a:r>
                        <a:rPr lang="en-GB" sz="2400" baseline="-25000"/>
                        <a:t>B</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3</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2074814426"/>
                  </a:ext>
                </a:extLst>
              </a:tr>
              <a:tr h="370840">
                <a:tc>
                  <a:txBody>
                    <a:bodyPr/>
                    <a:lstStyle/>
                    <a:p>
                      <a:r>
                        <a:rPr lang="en-GB" sz="2400"/>
                        <a:t>Root cutout</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20%</a:t>
                      </a:r>
                    </a:p>
                  </a:txBody>
                  <a:tcPr>
                    <a:lnR w="19050" cap="flat" cmpd="sng" algn="ctr">
                      <a:solidFill>
                        <a:srgbClr val="0000CD"/>
                      </a:solidFill>
                      <a:prstDash val="solid"/>
                      <a:round/>
                      <a:headEnd type="none" w="med" len="med"/>
                      <a:tailEnd type="none" w="med" len="med"/>
                    </a:lnR>
                  </a:tcPr>
                </a:tc>
                <a:tc hMerge="1">
                  <a:txBody>
                    <a:bodyPr/>
                    <a:lstStyle/>
                    <a:p>
                      <a:endParaRPr/>
                    </a:p>
                  </a:txBody>
                  <a:tcPr/>
                </a:tc>
                <a:extLst>
                  <a:ext uri="{0D108BD9-81ED-4DB2-BD59-A6C34878D82A}">
                    <a16:rowId xmlns:a16="http://schemas.microsoft.com/office/drawing/2014/main" val="729957621"/>
                  </a:ext>
                </a:extLst>
              </a:tr>
              <a:tr h="370840">
                <a:tc>
                  <a:txBody>
                    <a:bodyPr/>
                    <a:lstStyle/>
                    <a:p>
                      <a:r>
                        <a:rPr lang="en-GB" sz="2400"/>
                        <a:t>Operating RPM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430</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2377168940"/>
                  </a:ext>
                </a:extLst>
              </a:tr>
              <a:tr h="370840">
                <a:tc>
                  <a:txBody>
                    <a:bodyPr/>
                    <a:lstStyle/>
                    <a:p>
                      <a:r>
                        <a:rPr lang="en-GB" sz="2400"/>
                        <a:t>Rotor material</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UD CFRP + polyetherimide</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1083710967"/>
                  </a:ext>
                </a:extLst>
              </a:tr>
              <a:tr h="370840">
                <a:tc>
                  <a:txBody>
                    <a:bodyPr/>
                    <a:lstStyle/>
                    <a:p>
                      <a:r>
                        <a:rPr lang="en-GB" sz="2400" err="1"/>
                        <a:t>Flexbeam</a:t>
                      </a:r>
                      <a:r>
                        <a:rPr lang="en-GB" sz="2400"/>
                        <a:t> material</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UD CFRP</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1151887383"/>
                  </a:ext>
                </a:extLst>
              </a:tr>
              <a:tr h="370840">
                <a:tc>
                  <a:txBody>
                    <a:bodyPr/>
                    <a:lstStyle/>
                    <a:p>
                      <a:r>
                        <a:rPr lang="en-GB" sz="2400"/>
                        <a:t>Torquetube</a:t>
                      </a:r>
                    </a:p>
                  </a:txBody>
                  <a:tcP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gridSpan="2">
                  <a:txBody>
                    <a:bodyPr/>
                    <a:lstStyle/>
                    <a:p>
                      <a:pPr algn="ctr"/>
                      <a:r>
                        <a:rPr lang="en-GB" sz="2400"/>
                        <a:t>17-4PH Steel</a:t>
                      </a:r>
                    </a:p>
                  </a:txBody>
                  <a:tcP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679415225"/>
                  </a:ext>
                </a:extLst>
              </a:tr>
            </a:tbl>
          </a:graphicData>
        </a:graphic>
      </p:graphicFrame>
      <p:graphicFrame>
        <p:nvGraphicFramePr>
          <p:cNvPr id="28" name="Table 27">
            <a:extLst>
              <a:ext uri="{FF2B5EF4-FFF2-40B4-BE49-F238E27FC236}">
                <a16:creationId xmlns:a16="http://schemas.microsoft.com/office/drawing/2014/main" id="{7CC2775F-B90F-FC46-D75F-CC7F8E9AC087}"/>
              </a:ext>
            </a:extLst>
          </p:cNvPr>
          <p:cNvGraphicFramePr>
            <a:graphicFrameLocks noGrp="1"/>
          </p:cNvGraphicFramePr>
          <p:nvPr>
            <p:extLst>
              <p:ext uri="{D42A27DB-BD31-4B8C-83A1-F6EECF244321}">
                <p14:modId xmlns:p14="http://schemas.microsoft.com/office/powerpoint/2010/main" val="1407606313"/>
              </p:ext>
            </p:extLst>
          </p:nvPr>
        </p:nvGraphicFramePr>
        <p:xfrm>
          <a:off x="4849318" y="3259228"/>
          <a:ext cx="4659367" cy="4358640"/>
        </p:xfrm>
        <a:graphic>
          <a:graphicData uri="http://schemas.openxmlformats.org/drawingml/2006/table">
            <a:tbl>
              <a:tblPr firstRow="1" bandRow="1">
                <a:tableStyleId>{69012ECD-51FC-41F1-AA8D-1B2483CD663E}</a:tableStyleId>
              </a:tblPr>
              <a:tblGrid>
                <a:gridCol w="3150422">
                  <a:extLst>
                    <a:ext uri="{9D8B030D-6E8A-4147-A177-3AD203B41FA5}">
                      <a16:colId xmlns:a16="http://schemas.microsoft.com/office/drawing/2014/main" val="1949948004"/>
                    </a:ext>
                  </a:extLst>
                </a:gridCol>
                <a:gridCol w="1508945">
                  <a:extLst>
                    <a:ext uri="{9D8B030D-6E8A-4147-A177-3AD203B41FA5}">
                      <a16:colId xmlns:a16="http://schemas.microsoft.com/office/drawing/2014/main" val="3015140761"/>
                    </a:ext>
                  </a:extLst>
                </a:gridCol>
              </a:tblGrid>
              <a:tr h="370840">
                <a:tc gridSpan="2">
                  <a:txBody>
                    <a:bodyPr/>
                    <a:lstStyle/>
                    <a:p>
                      <a:pPr algn="ctr"/>
                      <a:r>
                        <a:rPr lang="en-GB" sz="4000"/>
                        <a:t>Cabin</a:t>
                      </a: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tc>
                <a:extLst>
                  <a:ext uri="{0D108BD9-81ED-4DB2-BD59-A6C34878D82A}">
                    <a16:rowId xmlns:a16="http://schemas.microsoft.com/office/drawing/2014/main" val="3066905501"/>
                  </a:ext>
                </a:extLst>
              </a:tr>
              <a:tr h="370840">
                <a:tc>
                  <a:txBody>
                    <a:bodyPr/>
                    <a:lstStyle/>
                    <a:p>
                      <a:r>
                        <a:rPr lang="en-GB" sz="2400"/>
                        <a:t>MTOW (kg)</a:t>
                      </a:r>
                    </a:p>
                  </a:txBody>
                  <a:tcP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400"/>
                        <a:t>3500</a:t>
                      </a:r>
                    </a:p>
                  </a:txBody>
                  <a:tcP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1861794515"/>
                  </a:ext>
                </a:extLst>
              </a:tr>
              <a:tr h="370840">
                <a:tc>
                  <a:txBody>
                    <a:bodyPr/>
                    <a:lstStyle/>
                    <a:p>
                      <a:r>
                        <a:rPr lang="en-GB" sz="2400"/>
                        <a:t>Cabin volume (m</a:t>
                      </a:r>
                      <a:r>
                        <a:rPr lang="en-GB" sz="2400" baseline="30000"/>
                        <a:t>3</a:t>
                      </a:r>
                      <a:r>
                        <a:rPr lang="en-GB" sz="2400" baseline="0"/>
                        <a:t>)</a:t>
                      </a:r>
                      <a:endParaRPr lang="en-GB" sz="2400"/>
                    </a:p>
                  </a:txBody>
                  <a:tcPr>
                    <a:lnL w="19050" cap="flat" cmpd="sng" algn="ctr">
                      <a:solidFill>
                        <a:srgbClr val="0000CD"/>
                      </a:solidFill>
                      <a:prstDash val="solid"/>
                      <a:round/>
                      <a:headEnd type="none" w="med" len="med"/>
                      <a:tailEnd type="none" w="med" len="med"/>
                    </a:lnL>
                  </a:tcPr>
                </a:tc>
                <a:tc>
                  <a:txBody>
                    <a:bodyPr/>
                    <a:lstStyle/>
                    <a:p>
                      <a:pPr algn="ctr"/>
                      <a:r>
                        <a:rPr lang="en-GB" sz="2400"/>
                        <a:t>5.72</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896938951"/>
                  </a:ext>
                </a:extLst>
              </a:tr>
              <a:tr h="370840">
                <a:tc>
                  <a:txBody>
                    <a:bodyPr/>
                    <a:lstStyle/>
                    <a:p>
                      <a:r>
                        <a:rPr lang="en-GB" sz="2400"/>
                        <a:t>Fuel mass (kg)</a:t>
                      </a:r>
                    </a:p>
                  </a:txBody>
                  <a:tcPr>
                    <a:lnL w="19050" cap="flat" cmpd="sng" algn="ctr">
                      <a:solidFill>
                        <a:srgbClr val="0000CD"/>
                      </a:solidFill>
                      <a:prstDash val="solid"/>
                      <a:round/>
                      <a:headEnd type="none" w="med" len="med"/>
                      <a:tailEnd type="none" w="med" len="med"/>
                    </a:lnL>
                  </a:tcPr>
                </a:tc>
                <a:tc>
                  <a:txBody>
                    <a:bodyPr/>
                    <a:lstStyle/>
                    <a:p>
                      <a:pPr algn="ctr"/>
                      <a:r>
                        <a:rPr lang="en-GB" sz="2400"/>
                        <a:t>700</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370840">
                <a:tc>
                  <a:txBody>
                    <a:bodyPr/>
                    <a:lstStyle/>
                    <a:p>
                      <a:r>
                        <a:rPr lang="en-GB" sz="2400"/>
                        <a:t>Max pax</a:t>
                      </a:r>
                    </a:p>
                  </a:txBody>
                  <a:tcPr>
                    <a:lnL w="19050" cap="flat" cmpd="sng" algn="ctr">
                      <a:solidFill>
                        <a:srgbClr val="0000CD"/>
                      </a:solidFill>
                      <a:prstDash val="solid"/>
                      <a:round/>
                      <a:headEnd type="none" w="med" len="med"/>
                      <a:tailEnd type="none" w="med" len="med"/>
                    </a:lnL>
                  </a:tcPr>
                </a:tc>
                <a:tc>
                  <a:txBody>
                    <a:bodyPr/>
                    <a:lstStyle/>
                    <a:p>
                      <a:pPr algn="ctr"/>
                      <a:r>
                        <a:rPr lang="en-GB" sz="2400"/>
                        <a:t>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066730585"/>
                  </a:ext>
                </a:extLst>
              </a:tr>
              <a:tr h="370840">
                <a:tc>
                  <a:txBody>
                    <a:bodyPr/>
                    <a:lstStyle/>
                    <a:p>
                      <a:r>
                        <a:rPr lang="en-GB" sz="2400"/>
                        <a:t>Skin material</a:t>
                      </a:r>
                    </a:p>
                  </a:txBody>
                  <a:tcPr>
                    <a:lnL w="19050" cap="flat" cmpd="sng" algn="ctr">
                      <a:solidFill>
                        <a:srgbClr val="0000CD"/>
                      </a:solidFill>
                      <a:prstDash val="solid"/>
                      <a:round/>
                      <a:headEnd type="none" w="med" len="med"/>
                      <a:tailEnd type="none" w="med" len="med"/>
                    </a:lnL>
                  </a:tcPr>
                </a:tc>
                <a:tc>
                  <a:txBody>
                    <a:bodyPr/>
                    <a:lstStyle/>
                    <a:p>
                      <a:pPr algn="ctr"/>
                      <a:r>
                        <a:rPr lang="en-GB" sz="2400"/>
                        <a:t>QI CFRP</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611055410"/>
                  </a:ext>
                </a:extLst>
              </a:tr>
              <a:tr h="370840">
                <a:tc>
                  <a:txBody>
                    <a:bodyPr/>
                    <a:lstStyle/>
                    <a:p>
                      <a:r>
                        <a:rPr lang="en-GB" sz="2400"/>
                        <a:t>Skin thickness (mm)</a:t>
                      </a:r>
                    </a:p>
                  </a:txBody>
                  <a:tcPr>
                    <a:lnL w="19050" cap="flat" cmpd="sng" algn="ctr">
                      <a:solidFill>
                        <a:srgbClr val="0000CD"/>
                      </a:solidFill>
                      <a:prstDash val="solid"/>
                      <a:round/>
                      <a:headEnd type="none" w="med" len="med"/>
                      <a:tailEnd type="none" w="med" len="med"/>
                    </a:lnL>
                  </a:tcPr>
                </a:tc>
                <a:tc>
                  <a:txBody>
                    <a:bodyPr/>
                    <a:lstStyle/>
                    <a:p>
                      <a:pPr algn="ctr"/>
                      <a:r>
                        <a:rPr lang="en-GB" sz="2400"/>
                        <a:t>2</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480947936"/>
                  </a:ext>
                </a:extLst>
              </a:tr>
              <a:tr h="370840">
                <a:tc>
                  <a:txBody>
                    <a:bodyPr/>
                    <a:lstStyle/>
                    <a:p>
                      <a:r>
                        <a:rPr lang="en-GB" sz="2400"/>
                        <a:t>Frame material</a:t>
                      </a:r>
                    </a:p>
                  </a:txBody>
                  <a:tcPr>
                    <a:lnL w="19050" cap="flat" cmpd="sng" algn="ctr">
                      <a:solidFill>
                        <a:srgbClr val="0000CD"/>
                      </a:solidFill>
                      <a:prstDash val="solid"/>
                      <a:round/>
                      <a:headEnd type="none" w="med" len="med"/>
                      <a:tailEnd type="none" w="med" len="med"/>
                    </a:lnL>
                  </a:tcPr>
                </a:tc>
                <a:tc>
                  <a:txBody>
                    <a:bodyPr/>
                    <a:lstStyle/>
                    <a:p>
                      <a:pPr algn="ctr"/>
                      <a:r>
                        <a:rPr lang="en-GB" sz="2400"/>
                        <a:t>Al 7075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3703730467"/>
                  </a:ext>
                </a:extLst>
              </a:tr>
              <a:tr h="370840">
                <a:tc>
                  <a:txBody>
                    <a:bodyPr/>
                    <a:lstStyle/>
                    <a:p>
                      <a:r>
                        <a:rPr lang="en-GB" sz="2400"/>
                        <a:t>Heavy frames</a:t>
                      </a:r>
                    </a:p>
                  </a:txBody>
                  <a:tcPr>
                    <a:lnL w="19050" cap="flat" cmpd="sng" algn="ctr">
                      <a:solidFill>
                        <a:srgbClr val="0000CD"/>
                      </a:solidFill>
                      <a:prstDash val="solid"/>
                      <a:round/>
                      <a:headEnd type="none" w="med" len="med"/>
                      <a:tailEnd type="none" w="med" len="med"/>
                    </a:lnL>
                  </a:tcPr>
                </a:tc>
                <a:tc>
                  <a:txBody>
                    <a:bodyPr/>
                    <a:lstStyle/>
                    <a:p>
                      <a:pPr algn="ctr"/>
                      <a:r>
                        <a:rPr lang="en-GB" sz="2400"/>
                        <a:t>2</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654880"/>
                  </a:ext>
                </a:extLst>
              </a:tr>
            </a:tbl>
          </a:graphicData>
        </a:graphic>
      </p:graphicFrame>
      <p:graphicFrame>
        <p:nvGraphicFramePr>
          <p:cNvPr id="29" name="Table 28">
            <a:extLst>
              <a:ext uri="{FF2B5EF4-FFF2-40B4-BE49-F238E27FC236}">
                <a16:creationId xmlns:a16="http://schemas.microsoft.com/office/drawing/2014/main" id="{28CEFE56-8994-653F-BA2C-C0D9CE8209AE}"/>
              </a:ext>
            </a:extLst>
          </p:cNvPr>
          <p:cNvGraphicFramePr>
            <a:graphicFrameLocks noGrp="1"/>
          </p:cNvGraphicFramePr>
          <p:nvPr>
            <p:extLst>
              <p:ext uri="{D42A27DB-BD31-4B8C-83A1-F6EECF244321}">
                <p14:modId xmlns:p14="http://schemas.microsoft.com/office/powerpoint/2010/main" val="2090533360"/>
              </p:ext>
            </p:extLst>
          </p:nvPr>
        </p:nvGraphicFramePr>
        <p:xfrm>
          <a:off x="215377" y="4630349"/>
          <a:ext cx="4513296" cy="5455920"/>
        </p:xfrm>
        <a:graphic>
          <a:graphicData uri="http://schemas.openxmlformats.org/drawingml/2006/table">
            <a:tbl>
              <a:tblPr firstRow="1" bandRow="1">
                <a:tableStyleId>{69012ECD-51FC-41F1-AA8D-1B2483CD663E}</a:tableStyleId>
              </a:tblPr>
              <a:tblGrid>
                <a:gridCol w="2648817">
                  <a:extLst>
                    <a:ext uri="{9D8B030D-6E8A-4147-A177-3AD203B41FA5}">
                      <a16:colId xmlns:a16="http://schemas.microsoft.com/office/drawing/2014/main" val="1949948004"/>
                    </a:ext>
                  </a:extLst>
                </a:gridCol>
                <a:gridCol w="1864479">
                  <a:extLst>
                    <a:ext uri="{9D8B030D-6E8A-4147-A177-3AD203B41FA5}">
                      <a16:colId xmlns:a16="http://schemas.microsoft.com/office/drawing/2014/main" val="3015140761"/>
                    </a:ext>
                  </a:extLst>
                </a:gridCol>
              </a:tblGrid>
              <a:tr h="172946">
                <a:tc gridSpan="2">
                  <a:txBody>
                    <a:bodyPr/>
                    <a:lstStyle/>
                    <a:p>
                      <a:pPr algn="ctr"/>
                      <a:r>
                        <a:rPr lang="en-GB" sz="4000"/>
                        <a:t>Engine</a:t>
                      </a:r>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tc>
                <a:extLst>
                  <a:ext uri="{0D108BD9-81ED-4DB2-BD59-A6C34878D82A}">
                    <a16:rowId xmlns:a16="http://schemas.microsoft.com/office/drawing/2014/main" val="3066905501"/>
                  </a:ext>
                </a:extLst>
              </a:tr>
              <a:tr h="270371">
                <a:tc>
                  <a:txBody>
                    <a:bodyPr/>
                    <a:lstStyle/>
                    <a:p>
                      <a:r>
                        <a:rPr lang="en-GB" sz="2400">
                          <a:solidFill>
                            <a:schemeClr val="accent1"/>
                          </a:solidFill>
                        </a:rPr>
                        <a:t>Type</a:t>
                      </a:r>
                    </a:p>
                  </a:txBody>
                  <a:tcP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400"/>
                        <a:t>HTS900</a:t>
                      </a:r>
                    </a:p>
                  </a:txBody>
                  <a:tcP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172946">
                <a:tc>
                  <a:txBody>
                    <a:bodyPr/>
                    <a:lstStyle/>
                    <a:p>
                      <a:r>
                        <a:rPr lang="en-GB" sz="2400">
                          <a:solidFill>
                            <a:schemeClr val="accent1"/>
                          </a:solidFill>
                        </a:rPr>
                        <a:t>Max power (kW)</a:t>
                      </a:r>
                    </a:p>
                  </a:txBody>
                  <a:tcPr>
                    <a:lnL w="19050" cap="flat" cmpd="sng" algn="ctr">
                      <a:solidFill>
                        <a:srgbClr val="0000CD"/>
                      </a:solidFill>
                      <a:prstDash val="solid"/>
                      <a:round/>
                      <a:headEnd type="none" w="med" len="med"/>
                      <a:tailEnd type="none" w="med" len="med"/>
                    </a:lnL>
                  </a:tcPr>
                </a:tc>
                <a:tc>
                  <a:txBody>
                    <a:bodyPr/>
                    <a:lstStyle/>
                    <a:p>
                      <a:pPr algn="ctr"/>
                      <a:r>
                        <a:rPr lang="en-GB" sz="2400"/>
                        <a:t>1334</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172946">
                <a:tc>
                  <a:txBody>
                    <a:bodyPr/>
                    <a:lstStyle/>
                    <a:p>
                      <a:r>
                        <a:rPr lang="en-GB" sz="2400">
                          <a:solidFill>
                            <a:schemeClr val="accent1"/>
                          </a:solidFill>
                        </a:rPr>
                        <a:t>SFC (g/kWH)</a:t>
                      </a:r>
                    </a:p>
                  </a:txBody>
                  <a:tcPr>
                    <a:lnL w="19050" cap="flat" cmpd="sng" algn="ctr">
                      <a:solidFill>
                        <a:srgbClr val="0000CD"/>
                      </a:solidFill>
                      <a:prstDash val="solid"/>
                      <a:round/>
                      <a:headEnd type="none" w="med" len="med"/>
                      <a:tailEnd type="none" w="med" len="med"/>
                    </a:lnL>
                  </a:tcPr>
                </a:tc>
                <a:tc>
                  <a:txBody>
                    <a:bodyPr/>
                    <a:lstStyle/>
                    <a:p>
                      <a:pPr algn="ctr"/>
                      <a:r>
                        <a:rPr lang="en-GB" sz="2400"/>
                        <a:t>319.45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654880"/>
                  </a:ext>
                </a:extLst>
              </a:tr>
              <a:tr h="172946">
                <a:tc>
                  <a:txBody>
                    <a:bodyPr/>
                    <a:lstStyle/>
                    <a:p>
                      <a:r>
                        <a:rPr lang="en-GB" sz="2400">
                          <a:solidFill>
                            <a:schemeClr val="accent1"/>
                          </a:solidFill>
                        </a:rPr>
                        <a:t>Maximum torque (Nm)</a:t>
                      </a:r>
                    </a:p>
                  </a:txBody>
                  <a:tcPr>
                    <a:lnL w="19050" cap="flat" cmpd="sng" algn="ctr">
                      <a:solidFill>
                        <a:srgbClr val="0000CD"/>
                      </a:solidFill>
                      <a:prstDash val="solid"/>
                      <a:round/>
                      <a:headEnd type="none" w="med" len="med"/>
                      <a:tailEnd type="none" w="med" len="med"/>
                    </a:lnL>
                  </a:tcPr>
                </a:tc>
                <a:tc>
                  <a:txBody>
                    <a:bodyPr/>
                    <a:lstStyle/>
                    <a:p>
                      <a:pPr algn="ctr"/>
                      <a:r>
                        <a:rPr lang="en-GB" sz="2400"/>
                        <a:t>2016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621039373"/>
                  </a:ext>
                </a:extLst>
              </a:tr>
              <a:tr h="172946">
                <a:tc>
                  <a:txBody>
                    <a:bodyPr/>
                    <a:lstStyle/>
                    <a:p>
                      <a:r>
                        <a:rPr lang="en-GB" sz="2400">
                          <a:solidFill>
                            <a:schemeClr val="accent1"/>
                          </a:solidFill>
                        </a:rPr>
                        <a:t>Fuel flow rate (kg/hr)</a:t>
                      </a:r>
                    </a:p>
                  </a:txBody>
                  <a:tcPr>
                    <a:lnL w="19050" cap="flat" cmpd="sng" algn="ctr">
                      <a:solidFill>
                        <a:srgbClr val="0000CD"/>
                      </a:solidFill>
                      <a:prstDash val="solid"/>
                      <a:round/>
                      <a:headEnd type="none" w="med" len="med"/>
                      <a:tailEnd type="none" w="med" len="med"/>
                    </a:lnL>
                  </a:tcPr>
                </a:tc>
                <a:tc>
                  <a:txBody>
                    <a:bodyPr/>
                    <a:lstStyle/>
                    <a:p>
                      <a:pPr algn="ctr"/>
                      <a:r>
                        <a:rPr lang="en-GB" sz="2400"/>
                        <a:t>153</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34588638"/>
                  </a:ext>
                </a:extLst>
              </a:tr>
              <a:tr h="172946">
                <a:tc>
                  <a:txBody>
                    <a:bodyPr/>
                    <a:lstStyle/>
                    <a:p>
                      <a:r>
                        <a:rPr lang="en-GB" sz="2400">
                          <a:solidFill>
                            <a:schemeClr val="accent1"/>
                          </a:solidFill>
                        </a:rPr>
                        <a:t>Transmission loss</a:t>
                      </a:r>
                    </a:p>
                  </a:txBody>
                  <a:tcPr>
                    <a:lnL w="19050" cap="flat" cmpd="sng" algn="ctr">
                      <a:solidFill>
                        <a:srgbClr val="0000CD"/>
                      </a:solidFill>
                      <a:prstDash val="solid"/>
                      <a:round/>
                      <a:headEnd type="none" w="med" len="med"/>
                      <a:tailEnd type="none" w="med" len="med"/>
                    </a:lnL>
                  </a:tcPr>
                </a:tc>
                <a:tc>
                  <a:txBody>
                    <a:bodyPr/>
                    <a:lstStyle/>
                    <a:p>
                      <a:pPr algn="ctr"/>
                      <a:r>
                        <a:rPr lang="en-GB" sz="2400"/>
                        <a:t>7.8%</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434380862"/>
                  </a:ext>
                </a:extLst>
              </a:tr>
              <a:tr h="172946">
                <a:tc>
                  <a:txBody>
                    <a:bodyPr/>
                    <a:lstStyle/>
                    <a:p>
                      <a:r>
                        <a:rPr lang="en-GB" sz="2400">
                          <a:solidFill>
                            <a:schemeClr val="accent1"/>
                          </a:solidFill>
                        </a:rPr>
                        <a:t>Transmission stages</a:t>
                      </a:r>
                    </a:p>
                  </a:txBody>
                  <a:tcPr>
                    <a:lnL w="19050" cap="flat" cmpd="sng" algn="ctr">
                      <a:solidFill>
                        <a:srgbClr val="0000CD"/>
                      </a:solidFill>
                      <a:prstDash val="solid"/>
                      <a:round/>
                      <a:headEnd type="none" w="med" len="med"/>
                      <a:tailEnd type="none" w="med" len="med"/>
                    </a:lnL>
                  </a:tcPr>
                </a:tc>
                <a:tc>
                  <a:txBody>
                    <a:bodyPr/>
                    <a:lstStyle/>
                    <a:p>
                      <a:pPr algn="ctr"/>
                      <a:r>
                        <a:rPr lang="en-GB" sz="2400"/>
                        <a:t>3</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930520367"/>
                  </a:ext>
                </a:extLst>
              </a:tr>
              <a:tr h="172946">
                <a:tc>
                  <a:txBody>
                    <a:bodyPr/>
                    <a:lstStyle/>
                    <a:p>
                      <a:r>
                        <a:rPr lang="en-GB" sz="2400">
                          <a:solidFill>
                            <a:schemeClr val="accent1"/>
                          </a:solidFill>
                        </a:rPr>
                        <a:t>Reduction ratio</a:t>
                      </a:r>
                    </a:p>
                  </a:txBody>
                  <a:tcP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a:txBody>
                    <a:bodyPr/>
                    <a:lstStyle/>
                    <a:p>
                      <a:pPr algn="ctr"/>
                      <a:r>
                        <a:rPr lang="en-GB" sz="2400"/>
                        <a:t>15.82</a:t>
                      </a:r>
                    </a:p>
                  </a:txBody>
                  <a:tcP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grpSp>
        <p:nvGrpSpPr>
          <p:cNvPr id="31" name="Group 30">
            <a:extLst>
              <a:ext uri="{FF2B5EF4-FFF2-40B4-BE49-F238E27FC236}">
                <a16:creationId xmlns:a16="http://schemas.microsoft.com/office/drawing/2014/main" id="{8A2330A2-6FF9-2188-C981-59946D815EAA}"/>
              </a:ext>
            </a:extLst>
          </p:cNvPr>
          <p:cNvGrpSpPr/>
          <p:nvPr/>
        </p:nvGrpSpPr>
        <p:grpSpPr>
          <a:xfrm>
            <a:off x="14703964" y="1579821"/>
            <a:ext cx="7671554" cy="5796797"/>
            <a:chOff x="5533293" y="15244420"/>
            <a:chExt cx="7671554" cy="5796797"/>
          </a:xfrm>
        </p:grpSpPr>
        <p:graphicFrame>
          <p:nvGraphicFramePr>
            <p:cNvPr id="10" name="Chart 9">
              <a:extLst>
                <a:ext uri="{FF2B5EF4-FFF2-40B4-BE49-F238E27FC236}">
                  <a16:creationId xmlns:a16="http://schemas.microsoft.com/office/drawing/2014/main" id="{724EB1B6-8767-418F-1946-0C331A720318}"/>
                </a:ext>
              </a:extLst>
            </p:cNvPr>
            <p:cNvGraphicFramePr/>
            <p:nvPr>
              <p:extLst>
                <p:ext uri="{D42A27DB-BD31-4B8C-83A1-F6EECF244321}">
                  <p14:modId xmlns:p14="http://schemas.microsoft.com/office/powerpoint/2010/main" val="676429300"/>
                </p:ext>
              </p:extLst>
            </p:nvPr>
          </p:nvGraphicFramePr>
          <p:xfrm>
            <a:off x="5533293" y="15244420"/>
            <a:ext cx="7671554" cy="5796797"/>
          </p:xfrm>
          <a:graphic>
            <a:graphicData uri="http://schemas.openxmlformats.org/drawingml/2006/chart">
              <c:chart xmlns:c="http://schemas.openxmlformats.org/drawingml/2006/chart" xmlns:r="http://schemas.openxmlformats.org/officeDocument/2006/relationships" r:id="rId4"/>
            </a:graphicData>
          </a:graphic>
        </p:graphicFrame>
        <p:sp>
          <p:nvSpPr>
            <p:cNvPr id="30" name="Content Placeholder 22">
              <a:extLst>
                <a:ext uri="{FF2B5EF4-FFF2-40B4-BE49-F238E27FC236}">
                  <a16:creationId xmlns:a16="http://schemas.microsoft.com/office/drawing/2014/main" id="{41347633-6A96-380C-B4E6-BF2B8B05E663}"/>
                </a:ext>
              </a:extLst>
            </p:cNvPr>
            <p:cNvSpPr txBox="1">
              <a:spLocks/>
            </p:cNvSpPr>
            <p:nvPr/>
          </p:nvSpPr>
          <p:spPr>
            <a:xfrm>
              <a:off x="7997065" y="17470680"/>
              <a:ext cx="2688060" cy="1361267"/>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5" algn="ctr">
                <a:lnSpc>
                  <a:spcPct val="100000"/>
                </a:lnSpc>
                <a:spcAft>
                  <a:spcPts val="0"/>
                </a:spcAft>
              </a:pPr>
              <a:r>
                <a:rPr lang="en-GB"/>
                <a:t>MTOW</a:t>
              </a:r>
            </a:p>
            <a:p>
              <a:pPr lvl="5" algn="ctr">
                <a:lnSpc>
                  <a:spcPct val="100000"/>
                </a:lnSpc>
                <a:spcAft>
                  <a:spcPts val="0"/>
                </a:spcAft>
              </a:pPr>
              <a:r>
                <a:rPr lang="en-GB"/>
                <a:t>3,500kg</a:t>
              </a:r>
              <a:br>
                <a:rPr lang="en-GB"/>
              </a:br>
              <a:endParaRPr lang="en-GB"/>
            </a:p>
          </p:txBody>
        </p:sp>
      </p:grpSp>
      <p:graphicFrame>
        <p:nvGraphicFramePr>
          <p:cNvPr id="32" name="Table 31">
            <a:extLst>
              <a:ext uri="{FF2B5EF4-FFF2-40B4-BE49-F238E27FC236}">
                <a16:creationId xmlns:a16="http://schemas.microsoft.com/office/drawing/2014/main" id="{04892F2B-3420-45D9-C483-7610B1EA600D}"/>
              </a:ext>
            </a:extLst>
          </p:cNvPr>
          <p:cNvGraphicFramePr>
            <a:graphicFrameLocks noGrp="1"/>
          </p:cNvGraphicFramePr>
          <p:nvPr>
            <p:extLst>
              <p:ext uri="{D42A27DB-BD31-4B8C-83A1-F6EECF244321}">
                <p14:modId xmlns:p14="http://schemas.microsoft.com/office/powerpoint/2010/main" val="1145723079"/>
              </p:ext>
            </p:extLst>
          </p:nvPr>
        </p:nvGraphicFramePr>
        <p:xfrm>
          <a:off x="215377" y="11672195"/>
          <a:ext cx="4513296" cy="3870960"/>
        </p:xfrm>
        <a:graphic>
          <a:graphicData uri="http://schemas.openxmlformats.org/drawingml/2006/table">
            <a:tbl>
              <a:tblPr firstRow="1" bandRow="1">
                <a:tableStyleId>{69012ECD-51FC-41F1-AA8D-1B2483CD663E}</a:tableStyleId>
              </a:tblPr>
              <a:tblGrid>
                <a:gridCol w="2648817">
                  <a:extLst>
                    <a:ext uri="{9D8B030D-6E8A-4147-A177-3AD203B41FA5}">
                      <a16:colId xmlns:a16="http://schemas.microsoft.com/office/drawing/2014/main" val="1949948004"/>
                    </a:ext>
                  </a:extLst>
                </a:gridCol>
                <a:gridCol w="1864479">
                  <a:extLst>
                    <a:ext uri="{9D8B030D-6E8A-4147-A177-3AD203B41FA5}">
                      <a16:colId xmlns:a16="http://schemas.microsoft.com/office/drawing/2014/main" val="3015140761"/>
                    </a:ext>
                  </a:extLst>
                </a:gridCol>
              </a:tblGrid>
              <a:tr h="172946">
                <a:tc gridSpan="2">
                  <a:txBody>
                    <a:bodyPr/>
                    <a:lstStyle/>
                    <a:p>
                      <a:pPr algn="ctr"/>
                      <a:r>
                        <a:rPr lang="en-GB" sz="4400"/>
                        <a:t>Empennage</a:t>
                      </a:r>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tc>
                <a:extLst>
                  <a:ext uri="{0D108BD9-81ED-4DB2-BD59-A6C34878D82A}">
                    <a16:rowId xmlns:a16="http://schemas.microsoft.com/office/drawing/2014/main" val="3066905501"/>
                  </a:ext>
                </a:extLst>
              </a:tr>
              <a:tr h="311303">
                <a:tc>
                  <a:txBody>
                    <a:bodyPr/>
                    <a:lstStyle/>
                    <a:p>
                      <a:r>
                        <a:rPr lang="en-GB" sz="2400"/>
                        <a:t>Boom length</a:t>
                      </a:r>
                    </a:p>
                  </a:txBody>
                  <a:tcP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400"/>
                        <a:t>.</a:t>
                      </a:r>
                    </a:p>
                  </a:txBody>
                  <a:tcP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172946">
                <a:tc>
                  <a:txBody>
                    <a:bodyPr/>
                    <a:lstStyle/>
                    <a:p>
                      <a:r>
                        <a:rPr lang="en-GB" sz="2400" err="1"/>
                        <a:t>Airfoil</a:t>
                      </a:r>
                      <a:r>
                        <a:rPr lang="en-GB" sz="2400"/>
                        <a:t> </a:t>
                      </a:r>
                    </a:p>
                  </a:txBody>
                  <a:tcPr>
                    <a:lnL w="19050" cap="flat" cmpd="sng" algn="ctr">
                      <a:solidFill>
                        <a:srgbClr val="0000CD"/>
                      </a:solidFill>
                      <a:prstDash val="solid"/>
                      <a:round/>
                      <a:headEnd type="none" w="med" len="med"/>
                      <a:tailEnd type="none" w="med" len="med"/>
                    </a:lnL>
                  </a:tcPr>
                </a:tc>
                <a:tc>
                  <a:txBody>
                    <a:bodyPr/>
                    <a:lstStyle/>
                    <a:p>
                      <a:pPr algn="ctr"/>
                      <a:r>
                        <a:rPr lang="en-GB" sz="2400"/>
                        <a:t>NACA 0015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172946">
                <a:tc>
                  <a:txBody>
                    <a:bodyPr/>
                    <a:lstStyle/>
                    <a:p>
                      <a:r>
                        <a:rPr lang="en-GB" sz="2400"/>
                        <a:t>HTP chord</a:t>
                      </a:r>
                    </a:p>
                  </a:txBody>
                  <a:tcPr>
                    <a:lnL w="19050" cap="flat" cmpd="sng" algn="ctr">
                      <a:solidFill>
                        <a:srgbClr val="0000CD"/>
                      </a:solidFill>
                      <a:prstDash val="solid"/>
                      <a:round/>
                      <a:headEnd type="none" w="med" len="med"/>
                      <a:tailEnd type="none" w="med" len="med"/>
                    </a:lnL>
                  </a:tcPr>
                </a:tc>
                <a:tc>
                  <a:txBody>
                    <a:bodyPr/>
                    <a:lstStyle/>
                    <a:p>
                      <a:pPr algn="ctr"/>
                      <a:r>
                        <a:rPr lang="en-GB" sz="2400"/>
                        <a:t>319.45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654880"/>
                  </a:ext>
                </a:extLst>
              </a:tr>
              <a:tr h="172946">
                <a:tc>
                  <a:txBody>
                    <a:bodyPr/>
                    <a:lstStyle/>
                    <a:p>
                      <a:r>
                        <a:rPr lang="en-GB" sz="2400"/>
                        <a:t>HTP span</a:t>
                      </a:r>
                    </a:p>
                  </a:txBody>
                  <a:tcPr>
                    <a:lnL w="19050" cap="flat" cmpd="sng" algn="ctr">
                      <a:solidFill>
                        <a:srgbClr val="0000CD"/>
                      </a:solidFill>
                      <a:prstDash val="solid"/>
                      <a:round/>
                      <a:headEnd type="none" w="med" len="med"/>
                      <a:tailEnd type="none" w="med" len="med"/>
                    </a:lnL>
                  </a:tcPr>
                </a:tc>
                <a:tc>
                  <a:txBody>
                    <a:bodyPr/>
                    <a:lstStyle/>
                    <a:p>
                      <a:pPr algn="ctr"/>
                      <a:r>
                        <a:rPr lang="en-GB" sz="2400"/>
                        <a:t>2016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621039373"/>
                  </a:ext>
                </a:extLst>
              </a:tr>
              <a:tr h="172946">
                <a:tc>
                  <a:txBody>
                    <a:bodyPr/>
                    <a:lstStyle/>
                    <a:p>
                      <a:r>
                        <a:rPr lang="en-GB" sz="2400"/>
                        <a:t>VTP height</a:t>
                      </a:r>
                    </a:p>
                  </a:txBody>
                  <a:tcPr>
                    <a:lnL w="19050" cap="flat" cmpd="sng" algn="ctr">
                      <a:solidFill>
                        <a:srgbClr val="0000CD"/>
                      </a:solidFill>
                      <a:prstDash val="solid"/>
                      <a:round/>
                      <a:headEnd type="none" w="med" len="med"/>
                      <a:tailEnd type="none" w="med" len="med"/>
                    </a:lnL>
                  </a:tcPr>
                </a:tc>
                <a:tc>
                  <a:txBody>
                    <a:bodyPr/>
                    <a:lstStyle/>
                    <a:p>
                      <a:pPr algn="ctr"/>
                      <a:r>
                        <a:rPr lang="en-GB" sz="2400"/>
                        <a:t>153</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34588638"/>
                  </a:ext>
                </a:extLst>
              </a:tr>
              <a:tr h="172946">
                <a:tc>
                  <a:txBody>
                    <a:bodyPr/>
                    <a:lstStyle/>
                    <a:p>
                      <a:r>
                        <a:rPr lang="en-GB" sz="2400"/>
                        <a:t>Empennage material</a:t>
                      </a:r>
                    </a:p>
                  </a:txBody>
                  <a:tcP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a:txBody>
                    <a:bodyPr/>
                    <a:lstStyle/>
                    <a:p>
                      <a:pPr algn="ctr"/>
                      <a:r>
                        <a:rPr lang="en-GB" sz="2400"/>
                        <a:t>UD CFRP</a:t>
                      </a:r>
                      <a:br>
                        <a:rPr lang="en-GB" sz="2400"/>
                      </a:br>
                      <a:r>
                        <a:rPr lang="en-GB" sz="2400"/>
                        <a:t>Al 7075</a:t>
                      </a:r>
                    </a:p>
                  </a:txBody>
                  <a:tcP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1434380862"/>
                  </a:ext>
                </a:extLst>
              </a:tr>
            </a:tbl>
          </a:graphicData>
        </a:graphic>
      </p:graphicFrame>
      <p:sp>
        <p:nvSpPr>
          <p:cNvPr id="33" name="Text Placeholder 44">
            <a:extLst>
              <a:ext uri="{FF2B5EF4-FFF2-40B4-BE49-F238E27FC236}">
                <a16:creationId xmlns:a16="http://schemas.microsoft.com/office/drawing/2014/main" id="{F5D7C76E-D5A3-DE8F-8D40-07D5808F150F}"/>
              </a:ext>
            </a:extLst>
          </p:cNvPr>
          <p:cNvSpPr txBox="1">
            <a:spLocks/>
          </p:cNvSpPr>
          <p:nvPr/>
        </p:nvSpPr>
        <p:spPr>
          <a:xfrm>
            <a:off x="215377" y="15734541"/>
            <a:ext cx="13758154" cy="5306676"/>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lgn="ctr"/>
            <a:r>
              <a:rPr lang="en-GB"/>
              <a:t>Performance characteristics</a:t>
            </a:r>
          </a:p>
          <a:p>
            <a:pPr algn="ctr"/>
            <a:endParaRPr lang="en-GB"/>
          </a:p>
        </p:txBody>
      </p:sp>
      <p:graphicFrame>
        <p:nvGraphicFramePr>
          <p:cNvPr id="34" name="Table 33">
            <a:extLst>
              <a:ext uri="{FF2B5EF4-FFF2-40B4-BE49-F238E27FC236}">
                <a16:creationId xmlns:a16="http://schemas.microsoft.com/office/drawing/2014/main" id="{A545D901-869F-E0C7-BC30-032B41F09DBD}"/>
              </a:ext>
            </a:extLst>
          </p:cNvPr>
          <p:cNvGraphicFramePr>
            <a:graphicFrameLocks noGrp="1"/>
          </p:cNvGraphicFramePr>
          <p:nvPr>
            <p:extLst>
              <p:ext uri="{D42A27DB-BD31-4B8C-83A1-F6EECF244321}">
                <p14:modId xmlns:p14="http://schemas.microsoft.com/office/powerpoint/2010/main" val="3955916045"/>
              </p:ext>
            </p:extLst>
          </p:nvPr>
        </p:nvGraphicFramePr>
        <p:xfrm>
          <a:off x="251550" y="16302142"/>
          <a:ext cx="13721979" cy="2438400"/>
        </p:xfrm>
        <a:graphic>
          <a:graphicData uri="http://schemas.openxmlformats.org/drawingml/2006/table">
            <a:tbl>
              <a:tblPr firstRow="1" bandRow="1">
                <a:tableStyleId>{69012ECD-51FC-41F1-AA8D-1B2483CD663E}</a:tableStyleId>
              </a:tblPr>
              <a:tblGrid>
                <a:gridCol w="2169294">
                  <a:extLst>
                    <a:ext uri="{9D8B030D-6E8A-4147-A177-3AD203B41FA5}">
                      <a16:colId xmlns:a16="http://schemas.microsoft.com/office/drawing/2014/main" val="1949948004"/>
                    </a:ext>
                  </a:extLst>
                </a:gridCol>
                <a:gridCol w="2310537">
                  <a:extLst>
                    <a:ext uri="{9D8B030D-6E8A-4147-A177-3AD203B41FA5}">
                      <a16:colId xmlns:a16="http://schemas.microsoft.com/office/drawing/2014/main" val="3885440325"/>
                    </a:ext>
                  </a:extLst>
                </a:gridCol>
                <a:gridCol w="2310537">
                  <a:extLst>
                    <a:ext uri="{9D8B030D-6E8A-4147-A177-3AD203B41FA5}">
                      <a16:colId xmlns:a16="http://schemas.microsoft.com/office/drawing/2014/main" val="3032217572"/>
                    </a:ext>
                  </a:extLst>
                </a:gridCol>
                <a:gridCol w="2310537">
                  <a:extLst>
                    <a:ext uri="{9D8B030D-6E8A-4147-A177-3AD203B41FA5}">
                      <a16:colId xmlns:a16="http://schemas.microsoft.com/office/drawing/2014/main" val="309500243"/>
                    </a:ext>
                  </a:extLst>
                </a:gridCol>
                <a:gridCol w="2310537">
                  <a:extLst>
                    <a:ext uri="{9D8B030D-6E8A-4147-A177-3AD203B41FA5}">
                      <a16:colId xmlns:a16="http://schemas.microsoft.com/office/drawing/2014/main" val="2170776064"/>
                    </a:ext>
                  </a:extLst>
                </a:gridCol>
                <a:gridCol w="2310537">
                  <a:extLst>
                    <a:ext uri="{9D8B030D-6E8A-4147-A177-3AD203B41FA5}">
                      <a16:colId xmlns:a16="http://schemas.microsoft.com/office/drawing/2014/main" val="1252785815"/>
                    </a:ext>
                  </a:extLst>
                </a:gridCol>
              </a:tblGrid>
              <a:tr h="172946">
                <a:tc gridSpan="6">
                  <a:txBody>
                    <a:bodyPr/>
                    <a:lstStyle/>
                    <a:p>
                      <a:pPr algn="ctr"/>
                      <a:r>
                        <a:rPr lang="en-GB" sz="4000"/>
                        <a:t>Optimum performance</a:t>
                      </a:r>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172946">
                <a:tc>
                  <a:txBody>
                    <a:bodyPr/>
                    <a:lstStyle/>
                    <a:p>
                      <a:pPr algn="ctr"/>
                      <a:endParaRPr lang="en-GB" sz="2400" b="1" kern="1200">
                        <a:solidFill>
                          <a:schemeClr val="bg1"/>
                        </a:solidFill>
                        <a:latin typeface="+mn-lt"/>
                        <a:ea typeface="+mn-ea"/>
                        <a:cs typeface="+mn-cs"/>
                      </a:endParaRP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Ceiling (m)</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Hover Ceiling OGE (m)</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Range (km)</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Endurance (hrs)</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Max speed (ms</a:t>
                      </a:r>
                      <a:r>
                        <a:rPr lang="en-GB" sz="2400" b="1" kern="1200" baseline="30000">
                          <a:solidFill>
                            <a:schemeClr val="bg1"/>
                          </a:solidFill>
                          <a:latin typeface="+mn-lt"/>
                          <a:ea typeface="+mn-ea"/>
                          <a:cs typeface="+mn-cs"/>
                        </a:rPr>
                        <a:t>-1</a:t>
                      </a:r>
                      <a:r>
                        <a:rPr lang="en-GB" sz="2400" b="1" kern="1200">
                          <a:solidFill>
                            <a:schemeClr val="bg1"/>
                          </a:solidFill>
                          <a:latin typeface="+mn-lt"/>
                          <a:ea typeface="+mn-ea"/>
                          <a:cs typeface="+mn-cs"/>
                        </a:rPr>
                        <a:t>)</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extLst>
                  <a:ext uri="{0D108BD9-81ED-4DB2-BD59-A6C34878D82A}">
                    <a16:rowId xmlns:a16="http://schemas.microsoft.com/office/drawing/2014/main" val="3066905501"/>
                  </a:ext>
                </a:extLst>
              </a:tr>
              <a:tr h="311303">
                <a:tc>
                  <a:txBody>
                    <a:bodyPr/>
                    <a:lstStyle/>
                    <a:p>
                      <a:r>
                        <a:rPr lang="en-GB" sz="2400"/>
                        <a:t>No payload</a:t>
                      </a:r>
                    </a:p>
                  </a:txBody>
                  <a:tcP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400"/>
                        <a:t>12980</a:t>
                      </a:r>
                      <a:endParaRPr lang="en-GB"/>
                    </a:p>
                  </a:txBody>
                  <a:tcPr>
                    <a:lnT w="19050" cap="flat" cmpd="sng" algn="ctr">
                      <a:solidFill>
                        <a:srgbClr val="0000CD"/>
                      </a:solidFill>
                      <a:prstDash val="solid"/>
                      <a:round/>
                      <a:headEnd type="none" w="med" len="med"/>
                      <a:tailEnd type="none" w="med" len="med"/>
                    </a:lnT>
                  </a:tcPr>
                </a:tc>
                <a:tc>
                  <a:txBody>
                    <a:bodyPr/>
                    <a:lstStyle/>
                    <a:p>
                      <a:pPr algn="ctr"/>
                      <a:r>
                        <a:rPr lang="en-GB" sz="2400"/>
                        <a:t>8500</a:t>
                      </a:r>
                    </a:p>
                  </a:txBody>
                  <a:tcPr>
                    <a:lnT w="19050" cap="flat" cmpd="sng" algn="ctr">
                      <a:solidFill>
                        <a:srgbClr val="0000CD"/>
                      </a:solidFill>
                      <a:prstDash val="solid"/>
                      <a:round/>
                      <a:headEnd type="none" w="med" len="med"/>
                      <a:tailEnd type="none" w="med" len="med"/>
                    </a:lnT>
                  </a:tcPr>
                </a:tc>
                <a:tc>
                  <a:txBody>
                    <a:bodyPr/>
                    <a:lstStyle/>
                    <a:p>
                      <a:pPr algn="ctr"/>
                      <a:r>
                        <a:rPr lang="en-GB" sz="2400"/>
                        <a:t>1149</a:t>
                      </a:r>
                    </a:p>
                  </a:txBody>
                  <a:tcPr>
                    <a:lnT w="19050" cap="flat" cmpd="sng" algn="ctr">
                      <a:solidFill>
                        <a:srgbClr val="0000CD"/>
                      </a:solidFill>
                      <a:prstDash val="solid"/>
                      <a:round/>
                      <a:headEnd type="none" w="med" len="med"/>
                      <a:tailEnd type="none" w="med" len="med"/>
                    </a:lnT>
                  </a:tcPr>
                </a:tc>
                <a:tc>
                  <a:txBody>
                    <a:bodyPr/>
                    <a:lstStyle/>
                    <a:p>
                      <a:pPr algn="ctr"/>
                      <a:r>
                        <a:rPr lang="en-GB" sz="2400"/>
                        <a:t>8.3</a:t>
                      </a:r>
                    </a:p>
                  </a:txBody>
                  <a:tcPr>
                    <a:lnT w="19050" cap="flat" cmpd="sng" algn="ctr">
                      <a:solidFill>
                        <a:srgbClr val="0000CD"/>
                      </a:solidFill>
                      <a:prstDash val="solid"/>
                      <a:round/>
                      <a:headEnd type="none" w="med" len="med"/>
                      <a:tailEnd type="none" w="med" len="med"/>
                    </a:lnT>
                  </a:tcPr>
                </a:tc>
                <a:tc>
                  <a:txBody>
                    <a:bodyPr/>
                    <a:lstStyle/>
                    <a:p>
                      <a:pPr algn="ctr"/>
                      <a:r>
                        <a:rPr lang="en-GB" sz="2400"/>
                        <a:t>87.3</a:t>
                      </a:r>
                    </a:p>
                  </a:txBody>
                  <a:tcP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172946">
                <a:tc>
                  <a:txBody>
                    <a:bodyPr/>
                    <a:lstStyle/>
                    <a:p>
                      <a:r>
                        <a:rPr lang="en-GB" sz="2400"/>
                        <a:t>Max payload</a:t>
                      </a:r>
                    </a:p>
                  </a:txBody>
                  <a:tcPr>
                    <a:lnL w="19050" cap="flat" cmpd="sng" algn="ctr">
                      <a:solidFill>
                        <a:srgbClr val="0000CD"/>
                      </a:solidFill>
                      <a:prstDash val="solid"/>
                      <a:round/>
                      <a:headEnd type="none" w="med" len="med"/>
                      <a:tailEnd type="none" w="med" len="med"/>
                    </a:lnL>
                  </a:tcPr>
                </a:tc>
                <a:tc>
                  <a:txBody>
                    <a:bodyPr/>
                    <a:lstStyle/>
                    <a:p>
                      <a:pPr algn="ctr"/>
                      <a:r>
                        <a:rPr lang="en-GB" sz="2400"/>
                        <a:t>10850</a:t>
                      </a:r>
                      <a:endParaRPr lang="en-GB"/>
                    </a:p>
                  </a:txBody>
                  <a:tcPr/>
                </a:tc>
                <a:tc>
                  <a:txBody>
                    <a:bodyPr/>
                    <a:lstStyle/>
                    <a:p>
                      <a:pPr algn="ctr"/>
                      <a:r>
                        <a:rPr lang="en-GB" sz="2400"/>
                        <a:t>6040</a:t>
                      </a:r>
                    </a:p>
                  </a:txBody>
                  <a:tcPr/>
                </a:tc>
                <a:tc>
                  <a:txBody>
                    <a:bodyPr/>
                    <a:lstStyle/>
                    <a:p>
                      <a:pPr algn="ctr"/>
                      <a:r>
                        <a:rPr lang="en-GB" sz="2400"/>
                        <a:t>1018</a:t>
                      </a:r>
                    </a:p>
                  </a:txBody>
                  <a:tcPr/>
                </a:tc>
                <a:tc>
                  <a:txBody>
                    <a:bodyPr/>
                    <a:lstStyle/>
                    <a:p>
                      <a:pPr algn="ctr"/>
                      <a:r>
                        <a:rPr lang="en-GB" sz="2400"/>
                        <a:t>6.6</a:t>
                      </a:r>
                    </a:p>
                  </a:txBody>
                  <a:tcPr/>
                </a:tc>
                <a:tc>
                  <a:txBody>
                    <a:bodyPr/>
                    <a:lstStyle/>
                    <a:p>
                      <a:pPr algn="ctr"/>
                      <a:r>
                        <a:rPr lang="en-GB" sz="2400"/>
                        <a:t>12.0</a:t>
                      </a:r>
                    </a:p>
                  </a:txBody>
                  <a:tcPr/>
                </a:tc>
                <a:extLst>
                  <a:ext uri="{0D108BD9-81ED-4DB2-BD59-A6C34878D82A}">
                    <a16:rowId xmlns:a16="http://schemas.microsoft.com/office/drawing/2014/main" val="2738470465"/>
                  </a:ext>
                </a:extLst>
              </a:tr>
            </a:tbl>
          </a:graphicData>
        </a:graphic>
      </p:graphicFrame>
      <p:graphicFrame>
        <p:nvGraphicFramePr>
          <p:cNvPr id="37" name="Table 36">
            <a:extLst>
              <a:ext uri="{FF2B5EF4-FFF2-40B4-BE49-F238E27FC236}">
                <a16:creationId xmlns:a16="http://schemas.microsoft.com/office/drawing/2014/main" id="{59AAAFF4-7C4F-3D73-C86A-9B49624F0C78}"/>
              </a:ext>
            </a:extLst>
          </p:cNvPr>
          <p:cNvGraphicFramePr>
            <a:graphicFrameLocks noGrp="1"/>
          </p:cNvGraphicFramePr>
          <p:nvPr>
            <p:extLst>
              <p:ext uri="{D42A27DB-BD31-4B8C-83A1-F6EECF244321}">
                <p14:modId xmlns:p14="http://schemas.microsoft.com/office/powerpoint/2010/main" val="2335862781"/>
              </p:ext>
            </p:extLst>
          </p:nvPr>
        </p:nvGraphicFramePr>
        <p:xfrm>
          <a:off x="251550" y="18834817"/>
          <a:ext cx="13721980" cy="2346960"/>
        </p:xfrm>
        <a:graphic>
          <a:graphicData uri="http://schemas.openxmlformats.org/drawingml/2006/table">
            <a:tbl>
              <a:tblPr firstRow="1" bandRow="1">
                <a:tableStyleId>{69012ECD-51FC-41F1-AA8D-1B2483CD663E}</a:tableStyleId>
              </a:tblPr>
              <a:tblGrid>
                <a:gridCol w="1960283">
                  <a:extLst>
                    <a:ext uri="{9D8B030D-6E8A-4147-A177-3AD203B41FA5}">
                      <a16:colId xmlns:a16="http://schemas.microsoft.com/office/drawing/2014/main" val="3885440325"/>
                    </a:ext>
                  </a:extLst>
                </a:gridCol>
                <a:gridCol w="1960283">
                  <a:extLst>
                    <a:ext uri="{9D8B030D-6E8A-4147-A177-3AD203B41FA5}">
                      <a16:colId xmlns:a16="http://schemas.microsoft.com/office/drawing/2014/main" val="3032217572"/>
                    </a:ext>
                  </a:extLst>
                </a:gridCol>
                <a:gridCol w="1960283">
                  <a:extLst>
                    <a:ext uri="{9D8B030D-6E8A-4147-A177-3AD203B41FA5}">
                      <a16:colId xmlns:a16="http://schemas.microsoft.com/office/drawing/2014/main" val="309500243"/>
                    </a:ext>
                  </a:extLst>
                </a:gridCol>
                <a:gridCol w="1960283">
                  <a:extLst>
                    <a:ext uri="{9D8B030D-6E8A-4147-A177-3AD203B41FA5}">
                      <a16:colId xmlns:a16="http://schemas.microsoft.com/office/drawing/2014/main" val="2170776064"/>
                    </a:ext>
                  </a:extLst>
                </a:gridCol>
                <a:gridCol w="1960283">
                  <a:extLst>
                    <a:ext uri="{9D8B030D-6E8A-4147-A177-3AD203B41FA5}">
                      <a16:colId xmlns:a16="http://schemas.microsoft.com/office/drawing/2014/main" val="2251644573"/>
                    </a:ext>
                  </a:extLst>
                </a:gridCol>
                <a:gridCol w="1559915">
                  <a:extLst>
                    <a:ext uri="{9D8B030D-6E8A-4147-A177-3AD203B41FA5}">
                      <a16:colId xmlns:a16="http://schemas.microsoft.com/office/drawing/2014/main" val="1252785815"/>
                    </a:ext>
                  </a:extLst>
                </a:gridCol>
                <a:gridCol w="2360650">
                  <a:extLst>
                    <a:ext uri="{9D8B030D-6E8A-4147-A177-3AD203B41FA5}">
                      <a16:colId xmlns:a16="http://schemas.microsoft.com/office/drawing/2014/main" val="1769789925"/>
                    </a:ext>
                  </a:extLst>
                </a:gridCol>
              </a:tblGrid>
              <a:tr h="172946">
                <a:tc gridSpan="7">
                  <a:txBody>
                    <a:bodyPr/>
                    <a:lstStyle/>
                    <a:p>
                      <a:pPr algn="ctr"/>
                      <a:r>
                        <a:rPr lang="en-GB" sz="4000"/>
                        <a:t>Mission Profile</a:t>
                      </a:r>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endParaRPr lang="en-GB"/>
                    </a:p>
                  </a:txBody>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172946">
                <a:tc>
                  <a:txBody>
                    <a:bodyPr/>
                    <a:lstStyle/>
                    <a:p>
                      <a:pPr algn="ctr"/>
                      <a:r>
                        <a:rPr lang="en-GB" sz="2400" b="1" kern="1200">
                          <a:solidFill>
                            <a:schemeClr val="bg1"/>
                          </a:solidFill>
                          <a:latin typeface="+mn-lt"/>
                          <a:ea typeface="+mn-ea"/>
                          <a:cs typeface="+mn-cs"/>
                        </a:rPr>
                        <a:t>Altitude (ft/m)</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Speed (KTAS/ms</a:t>
                      </a:r>
                      <a:r>
                        <a:rPr lang="en-GB" sz="2400" b="1" kern="1200" baseline="30000">
                          <a:solidFill>
                            <a:schemeClr val="bg1"/>
                          </a:solidFill>
                          <a:latin typeface="+mn-lt"/>
                          <a:ea typeface="+mn-ea"/>
                          <a:cs typeface="+mn-cs"/>
                        </a:rPr>
                        <a:t>-1</a:t>
                      </a:r>
                      <a:r>
                        <a:rPr lang="en-GB" sz="2400" b="1" kern="1200" baseline="0">
                          <a:solidFill>
                            <a:schemeClr val="bg1"/>
                          </a:solidFill>
                          <a:latin typeface="+mn-lt"/>
                          <a:ea typeface="+mn-ea"/>
                          <a:cs typeface="+mn-cs"/>
                        </a:rPr>
                        <a:t>)</a:t>
                      </a:r>
                      <a:endParaRPr lang="en-GB" sz="2400" b="1" kern="1200">
                        <a:solidFill>
                          <a:schemeClr val="bg1"/>
                        </a:solidFill>
                        <a:latin typeface="+mn-lt"/>
                        <a:ea typeface="+mn-ea"/>
                        <a:cs typeface="+mn-cs"/>
                      </a:endParaRP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Payload (kg)</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Cruise time (min)</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Cruise range (nm/km)</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Hover time (min)</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tc>
                  <a:txBody>
                    <a:bodyPr/>
                    <a:lstStyle/>
                    <a:p>
                      <a:pPr algn="ctr"/>
                      <a:r>
                        <a:rPr lang="en-GB" sz="2400" b="1" kern="1200">
                          <a:solidFill>
                            <a:schemeClr val="bg1"/>
                          </a:solidFill>
                          <a:latin typeface="+mn-lt"/>
                          <a:ea typeface="+mn-ea"/>
                          <a:cs typeface="+mn-cs"/>
                        </a:rPr>
                        <a:t>Contingency cruise (min)</a:t>
                      </a:r>
                    </a:p>
                  </a:txBody>
                  <a:tcP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solidFill>
                      <a:srgbClr val="0000CD"/>
                    </a:solidFill>
                  </a:tcPr>
                </a:tc>
                <a:extLst>
                  <a:ext uri="{0D108BD9-81ED-4DB2-BD59-A6C34878D82A}">
                    <a16:rowId xmlns:a16="http://schemas.microsoft.com/office/drawing/2014/main" val="3066905501"/>
                  </a:ext>
                </a:extLst>
              </a:tr>
              <a:tr h="0">
                <a:tc>
                  <a:txBody>
                    <a:bodyPr/>
                    <a:lstStyle/>
                    <a:p>
                      <a:pPr algn="ctr"/>
                      <a:r>
                        <a:rPr lang="en-GB" sz="2400"/>
                        <a:t>5000/1524</a:t>
                      </a:r>
                      <a:endParaRPr lang="en-GB"/>
                    </a:p>
                  </a:txBody>
                  <a:tcPr>
                    <a:lnT w="19050" cap="flat" cmpd="sng" algn="ctr">
                      <a:solidFill>
                        <a:srgbClr val="0000CD"/>
                      </a:solidFill>
                      <a:prstDash val="solid"/>
                      <a:round/>
                      <a:headEnd type="none" w="med" len="med"/>
                      <a:tailEnd type="none" w="med" len="med"/>
                    </a:lnT>
                  </a:tcPr>
                </a:tc>
                <a:tc>
                  <a:txBody>
                    <a:bodyPr/>
                    <a:lstStyle/>
                    <a:p>
                      <a:pPr algn="ctr"/>
                      <a:r>
                        <a:rPr lang="en-GB" sz="2400"/>
                        <a:t>140/72</a:t>
                      </a:r>
                    </a:p>
                  </a:txBody>
                  <a:tcPr>
                    <a:lnT w="19050" cap="flat" cmpd="sng" algn="ctr">
                      <a:solidFill>
                        <a:srgbClr val="0000CD"/>
                      </a:solidFill>
                      <a:prstDash val="solid"/>
                      <a:round/>
                      <a:headEnd type="none" w="med" len="med"/>
                      <a:tailEnd type="none" w="med" len="med"/>
                    </a:lnT>
                  </a:tcPr>
                </a:tc>
                <a:tc>
                  <a:txBody>
                    <a:bodyPr/>
                    <a:lstStyle/>
                    <a:p>
                      <a:pPr algn="ctr"/>
                      <a:r>
                        <a:rPr lang="en-GB" sz="2400"/>
                        <a:t>886</a:t>
                      </a:r>
                    </a:p>
                  </a:txBody>
                  <a:tcPr>
                    <a:lnT w="19050" cap="flat" cmpd="sng" algn="ctr">
                      <a:solidFill>
                        <a:srgbClr val="0000CD"/>
                      </a:solidFill>
                      <a:prstDash val="solid"/>
                      <a:round/>
                      <a:headEnd type="none" w="med" len="med"/>
                      <a:tailEnd type="none" w="med" len="med"/>
                    </a:lnT>
                  </a:tcPr>
                </a:tc>
                <a:tc>
                  <a:txBody>
                    <a:bodyPr/>
                    <a:lstStyle/>
                    <a:p>
                      <a:pPr algn="ctr"/>
                      <a:r>
                        <a:rPr lang="en-GB" sz="2400"/>
                        <a:t>90</a:t>
                      </a:r>
                    </a:p>
                  </a:txBody>
                  <a:tcPr>
                    <a:lnT w="19050" cap="flat" cmpd="sng" algn="ctr">
                      <a:solidFill>
                        <a:srgbClr val="0000CD"/>
                      </a:solidFill>
                      <a:prstDash val="solid"/>
                      <a:round/>
                      <a:headEnd type="none" w="med" len="med"/>
                      <a:tailEnd type="none" w="med" len="med"/>
                    </a:lnT>
                  </a:tcPr>
                </a:tc>
                <a:tc>
                  <a:txBody>
                    <a:bodyPr/>
                    <a:lstStyle/>
                    <a:p>
                      <a:pPr algn="ctr"/>
                      <a:r>
                        <a:rPr lang="en-GB" sz="2400"/>
                        <a:t>240/440</a:t>
                      </a:r>
                    </a:p>
                  </a:txBody>
                  <a:tcPr>
                    <a:lnT w="19050" cap="flat" cmpd="sng" algn="ctr">
                      <a:solidFill>
                        <a:srgbClr val="0000CD"/>
                      </a:solidFill>
                      <a:prstDash val="solid"/>
                      <a:round/>
                      <a:headEnd type="none" w="med" len="med"/>
                      <a:tailEnd type="none" w="med" len="med"/>
                    </a:lnT>
                  </a:tcPr>
                </a:tc>
                <a:tc>
                  <a:txBody>
                    <a:bodyPr/>
                    <a:lstStyle/>
                    <a:p>
                      <a:pPr algn="ctr"/>
                      <a:r>
                        <a:rPr lang="en-GB" sz="2400"/>
                        <a:t>25</a:t>
                      </a:r>
                    </a:p>
                  </a:txBody>
                  <a:tcPr>
                    <a:lnT w="19050" cap="flat" cmpd="sng" algn="ctr">
                      <a:solidFill>
                        <a:srgbClr val="0000CD"/>
                      </a:solidFill>
                      <a:prstDash val="solid"/>
                      <a:round/>
                      <a:headEnd type="none" w="med" len="med"/>
                      <a:tailEnd type="none" w="med" len="med"/>
                    </a:lnT>
                  </a:tcPr>
                </a:tc>
                <a:tc>
                  <a:txBody>
                    <a:bodyPr/>
                    <a:lstStyle/>
                    <a:p>
                      <a:pPr algn="ctr"/>
                      <a:r>
                        <a:rPr lang="en-GB" sz="2400"/>
                        <a:t>30</a:t>
                      </a:r>
                    </a:p>
                  </a:txBody>
                  <a:tcP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bl>
          </a:graphicData>
        </a:graphic>
      </p:graphicFrame>
      <p:pic>
        <p:nvPicPr>
          <p:cNvPr id="41" name="Picture 40">
            <a:extLst>
              <a:ext uri="{FF2B5EF4-FFF2-40B4-BE49-F238E27FC236}">
                <a16:creationId xmlns:a16="http://schemas.microsoft.com/office/drawing/2014/main" id="{BF7952F1-D0F8-429C-CE30-9C2EBF5FA210}"/>
              </a:ext>
            </a:extLst>
          </p:cNvPr>
          <p:cNvPicPr>
            <a:picLocks noChangeAspect="1"/>
          </p:cNvPicPr>
          <p:nvPr/>
        </p:nvPicPr>
        <p:blipFill>
          <a:blip r:embed="rId5"/>
          <a:stretch>
            <a:fillRect/>
          </a:stretch>
        </p:blipFill>
        <p:spPr>
          <a:xfrm>
            <a:off x="25664160" y="18834817"/>
            <a:ext cx="1677531" cy="2289553"/>
          </a:xfrm>
          <a:prstGeom prst="rect">
            <a:avLst/>
          </a:prstGeom>
        </p:spPr>
      </p:pic>
      <p:pic>
        <p:nvPicPr>
          <p:cNvPr id="42" name="图片 9" descr="图片包含 形状&#10;&#10;AI 生成的内容可能不正确。">
            <a:extLst>
              <a:ext uri="{FF2B5EF4-FFF2-40B4-BE49-F238E27FC236}">
                <a16:creationId xmlns:a16="http://schemas.microsoft.com/office/drawing/2014/main" id="{A15B2A4C-B111-6AEB-2CEC-324D56E0FFB9}"/>
              </a:ext>
            </a:extLst>
          </p:cNvPr>
          <p:cNvPicPr>
            <a:picLocks noChangeAspect="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rcRect b="14305"/>
          <a:stretch/>
        </p:blipFill>
        <p:spPr>
          <a:xfrm>
            <a:off x="29411375" y="12892614"/>
            <a:ext cx="7957352" cy="6819056"/>
          </a:xfrm>
          <a:prstGeom prst="rect">
            <a:avLst/>
          </a:prstGeom>
        </p:spPr>
      </p:pic>
      <p:pic>
        <p:nvPicPr>
          <p:cNvPr id="44" name="Picture 43">
            <a:extLst>
              <a:ext uri="{FF2B5EF4-FFF2-40B4-BE49-F238E27FC236}">
                <a16:creationId xmlns:a16="http://schemas.microsoft.com/office/drawing/2014/main" id="{0906EF03-078D-22E2-2574-34E4ABE7EF7B}"/>
              </a:ext>
            </a:extLst>
          </p:cNvPr>
          <p:cNvPicPr>
            <a:picLocks noChangeAspect="1"/>
          </p:cNvPicPr>
          <p:nvPr/>
        </p:nvPicPr>
        <p:blipFill>
          <a:blip r:embed="rId7"/>
          <a:stretch>
            <a:fillRect/>
          </a:stretch>
        </p:blipFill>
        <p:spPr>
          <a:xfrm>
            <a:off x="27526743" y="18650864"/>
            <a:ext cx="2765247" cy="2369001"/>
          </a:xfrm>
          <a:prstGeom prst="rect">
            <a:avLst/>
          </a:prstGeom>
        </p:spPr>
      </p:pic>
      <p:pic>
        <p:nvPicPr>
          <p:cNvPr id="46" name="Content Placeholder 7">
            <a:extLst>
              <a:ext uri="{FF2B5EF4-FFF2-40B4-BE49-F238E27FC236}">
                <a16:creationId xmlns:a16="http://schemas.microsoft.com/office/drawing/2014/main" id="{D38B2AE7-B30D-4EA7-4E9D-974DD9331ED0}"/>
              </a:ext>
            </a:extLst>
          </p:cNvPr>
          <p:cNvPicPr>
            <a:picLocks noChangeAspect="1"/>
          </p:cNvPicPr>
          <p:nvPr/>
        </p:nvPicPr>
        <p:blipFill>
          <a:blip r:embed="rId8"/>
          <a:stretch>
            <a:fillRect/>
          </a:stretch>
        </p:blipFill>
        <p:spPr>
          <a:xfrm>
            <a:off x="11635810" y="11785691"/>
            <a:ext cx="6320844" cy="4049847"/>
          </a:xfrm>
          <a:prstGeom prst="rect">
            <a:avLst/>
          </a:prstGeom>
        </p:spPr>
      </p:pic>
      <p:sp>
        <p:nvSpPr>
          <p:cNvPr id="49" name="Text Placeholder 80">
            <a:extLst>
              <a:ext uri="{FF2B5EF4-FFF2-40B4-BE49-F238E27FC236}">
                <a16:creationId xmlns:a16="http://schemas.microsoft.com/office/drawing/2014/main" id="{657D4C6F-B728-D4AF-3592-F0AC0E78961A}"/>
              </a:ext>
            </a:extLst>
          </p:cNvPr>
          <p:cNvSpPr txBox="1">
            <a:spLocks/>
          </p:cNvSpPr>
          <p:nvPr/>
        </p:nvSpPr>
        <p:spPr>
          <a:xfrm>
            <a:off x="31398333" y="11119587"/>
            <a:ext cx="6977063" cy="494775"/>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a:t>Mass fractions of HALO’s component parts</a:t>
            </a:r>
          </a:p>
        </p:txBody>
      </p:sp>
      <p:sp>
        <p:nvSpPr>
          <p:cNvPr id="50" name="Text Placeholder 44">
            <a:extLst>
              <a:ext uri="{FF2B5EF4-FFF2-40B4-BE49-F238E27FC236}">
                <a16:creationId xmlns:a16="http://schemas.microsoft.com/office/drawing/2014/main" id="{0A95D560-F084-29A5-11F5-3F9645C41042}"/>
              </a:ext>
            </a:extLst>
          </p:cNvPr>
          <p:cNvSpPr txBox="1">
            <a:spLocks/>
          </p:cNvSpPr>
          <p:nvPr/>
        </p:nvSpPr>
        <p:spPr>
          <a:xfrm>
            <a:off x="17966800" y="12542124"/>
            <a:ext cx="11712503" cy="13734691"/>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r>
              <a:rPr lang="en-GB"/>
              <a:t>Aerodynamic Design</a:t>
            </a:r>
          </a:p>
          <a:p>
            <a:r>
              <a:rPr lang="en-GB"/>
              <a:t>The first civilian </a:t>
            </a:r>
            <a:r>
              <a:rPr lang="en-GB">
                <a:solidFill>
                  <a:srgbClr val="0000CD"/>
                </a:solidFill>
                <a:latin typeface="+mj-lt"/>
              </a:rPr>
              <a:t>coaxial design </a:t>
            </a:r>
            <a:r>
              <a:rPr lang="en-GB"/>
              <a:t>since the 1990s, HALO bring new technology to old ideas. With 2 hingeless 3-bladed rotors providing lift, HALO minimises rotor size and does away with the need for a tail rotor. Torque balance analysis was used to optimise blade twist and taper, maximising thrust and lift whilst minimising profile drag.</a:t>
            </a:r>
          </a:p>
          <a:p>
            <a:r>
              <a:rPr lang="en-GB"/>
              <a:t>An </a:t>
            </a:r>
            <a:r>
              <a:rPr lang="en-GB">
                <a:solidFill>
                  <a:srgbClr val="0000CD"/>
                </a:solidFill>
                <a:latin typeface="+mj-lt"/>
              </a:rPr>
              <a:t>active flow control system </a:t>
            </a:r>
            <a:r>
              <a:rPr lang="en-GB"/>
              <a:t>is also implemented to reduce drag by up to 10%. The fuselage geometry was optimised through iterative modelling using CFD whilst a H-tail layout minimises airframe size and allows control at high speed.</a:t>
            </a:r>
          </a:p>
        </p:txBody>
      </p:sp>
      <p:sp>
        <p:nvSpPr>
          <p:cNvPr id="51" name="Text Placeholder 80">
            <a:extLst>
              <a:ext uri="{FF2B5EF4-FFF2-40B4-BE49-F238E27FC236}">
                <a16:creationId xmlns:a16="http://schemas.microsoft.com/office/drawing/2014/main" id="{8A8AEAAB-4A40-3945-265A-077EBC378E50}"/>
              </a:ext>
            </a:extLst>
          </p:cNvPr>
          <p:cNvSpPr txBox="1">
            <a:spLocks/>
          </p:cNvSpPr>
          <p:nvPr/>
        </p:nvSpPr>
        <p:spPr>
          <a:xfrm>
            <a:off x="11938026" y="15574065"/>
            <a:ext cx="6977063" cy="494775"/>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a:t>HALO Cabin layout in medical configuration</a:t>
            </a:r>
          </a:p>
        </p:txBody>
      </p:sp>
      <p:sp>
        <p:nvSpPr>
          <p:cNvPr id="52" name="Text Placeholder 44">
            <a:extLst>
              <a:ext uri="{FF2B5EF4-FFF2-40B4-BE49-F238E27FC236}">
                <a16:creationId xmlns:a16="http://schemas.microsoft.com/office/drawing/2014/main" id="{9743B81C-0812-3FE8-4746-BDEC601BC97F}"/>
              </a:ext>
            </a:extLst>
          </p:cNvPr>
          <p:cNvSpPr txBox="1">
            <a:spLocks/>
          </p:cNvSpPr>
          <p:nvPr/>
        </p:nvSpPr>
        <p:spPr>
          <a:xfrm>
            <a:off x="15287295" y="16174763"/>
            <a:ext cx="13293567" cy="13734691"/>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r>
              <a:rPr lang="en-GB"/>
              <a:t>Engine selection</a:t>
            </a:r>
          </a:p>
          <a:p>
            <a:r>
              <a:rPr lang="en-GB"/>
              <a:t>The </a:t>
            </a:r>
            <a:r>
              <a:rPr lang="en-GB">
                <a:solidFill>
                  <a:srgbClr val="0000CD"/>
                </a:solidFill>
                <a:latin typeface="+mj-lt"/>
              </a:rPr>
              <a:t>Honeywell HTS900 </a:t>
            </a:r>
            <a:r>
              <a:rPr lang="en-GB"/>
              <a:t>was selected for HALO, delivering excellent performance with an excess of power for auxiliary systems. A custom transmission minimises losses.</a:t>
            </a:r>
          </a:p>
          <a:p>
            <a:endParaRPr lang="en-GB"/>
          </a:p>
          <a:p>
            <a:pPr lvl="1"/>
            <a:r>
              <a:rPr lang="en-GB"/>
              <a:t>Control systems</a:t>
            </a:r>
          </a:p>
          <a:p>
            <a:r>
              <a:rPr lang="en-GB"/>
              <a:t>Lorem ipsum sit </a:t>
            </a:r>
            <a:r>
              <a:rPr lang="en-GB" err="1"/>
              <a:t>dolor</a:t>
            </a:r>
            <a:r>
              <a:rPr lang="en-GB"/>
              <a:t> </a:t>
            </a:r>
            <a:r>
              <a:rPr lang="en-GB" err="1"/>
              <a:t>ames</a:t>
            </a:r>
            <a:endParaRPr lang="en-GB"/>
          </a:p>
        </p:txBody>
      </p:sp>
    </p:spTree>
    <p:extLst>
      <p:ext uri="{BB962C8B-B14F-4D97-AF65-F5344CB8AC3E}">
        <p14:creationId xmlns:p14="http://schemas.microsoft.com/office/powerpoint/2010/main" val="16624914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31FB3-B2E5-5D66-0E50-914B852BFC14}"/>
            </a:ext>
          </a:extLst>
        </p:cNvPr>
        <p:cNvGrpSpPr/>
        <p:nvPr/>
      </p:nvGrpSpPr>
      <p:grpSpPr>
        <a:xfrm>
          <a:off x="0" y="0"/>
          <a:ext cx="0" cy="0"/>
          <a:chOff x="0" y="0"/>
          <a:chExt cx="0" cy="0"/>
        </a:xfrm>
      </p:grpSpPr>
      <p:pic>
        <p:nvPicPr>
          <p:cNvPr id="3" name="Content Placeholder 2" descr="A white helicopter with propellers&#10;&#10;AI-generated content may be incorrect.">
            <a:extLst>
              <a:ext uri="{FF2B5EF4-FFF2-40B4-BE49-F238E27FC236}">
                <a16:creationId xmlns:a16="http://schemas.microsoft.com/office/drawing/2014/main" id="{D3B2BE05-ADF0-0611-6578-66134D5A8DCE}"/>
              </a:ext>
            </a:extLst>
          </p:cNvPr>
          <p:cNvPicPr>
            <a:picLocks noGrp="1" noChangeAspect="1"/>
          </p:cNvPicPr>
          <p:nvPr>
            <p:ph sz="quarter" idx="32"/>
          </p:nvPr>
        </p:nvPicPr>
        <p:blipFill>
          <a:blip r:embed="rId2">
            <a:extLst>
              <a:ext uri="{28A0092B-C50C-407E-A947-70E740481C1C}">
                <a14:useLocalDpi xmlns:a14="http://schemas.microsoft.com/office/drawing/2010/main" val="0"/>
              </a:ext>
            </a:extLst>
          </a:blip>
          <a:stretch>
            <a:fillRect/>
          </a:stretch>
        </p:blipFill>
        <p:spPr>
          <a:xfrm flipH="1">
            <a:off x="970098" y="7602760"/>
            <a:ext cx="14229191" cy="8003919"/>
          </a:xfrm>
        </p:spPr>
      </p:pic>
      <p:sp>
        <p:nvSpPr>
          <p:cNvPr id="11" name="矩形 156">
            <a:extLst>
              <a:ext uri="{FF2B5EF4-FFF2-40B4-BE49-F238E27FC236}">
                <a16:creationId xmlns:a16="http://schemas.microsoft.com/office/drawing/2014/main" id="{6938FC6F-6F0C-046C-25D0-58661F39AEAF}"/>
              </a:ext>
            </a:extLst>
          </p:cNvPr>
          <p:cNvSpPr/>
          <p:nvPr/>
        </p:nvSpPr>
        <p:spPr>
          <a:xfrm>
            <a:off x="4991889" y="4843848"/>
            <a:ext cx="3652411" cy="4056428"/>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8" name="Right Triangle 37">
            <a:extLst>
              <a:ext uri="{FF2B5EF4-FFF2-40B4-BE49-F238E27FC236}">
                <a16:creationId xmlns:a16="http://schemas.microsoft.com/office/drawing/2014/main" id="{A9C4DE8C-9B55-3A8F-D33E-9A3CA65E5B70}"/>
              </a:ext>
            </a:extLst>
          </p:cNvPr>
          <p:cNvSpPr/>
          <p:nvPr/>
        </p:nvSpPr>
        <p:spPr>
          <a:xfrm rot="16200000">
            <a:off x="22543489" y="13612847"/>
            <a:ext cx="4642341" cy="10899213"/>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sp>
        <p:nvSpPr>
          <p:cNvPr id="7" name="Right Triangle 6">
            <a:extLst>
              <a:ext uri="{FF2B5EF4-FFF2-40B4-BE49-F238E27FC236}">
                <a16:creationId xmlns:a16="http://schemas.microsoft.com/office/drawing/2014/main" id="{68A63065-1931-1F7E-0897-08445D1EA7EC}"/>
              </a:ext>
            </a:extLst>
          </p:cNvPr>
          <p:cNvSpPr/>
          <p:nvPr/>
        </p:nvSpPr>
        <p:spPr>
          <a:xfrm rot="5400000">
            <a:off x="5247633" y="-5247632"/>
            <a:ext cx="4642339" cy="1513760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sp>
        <p:nvSpPr>
          <p:cNvPr id="19" name="Title 18">
            <a:extLst>
              <a:ext uri="{FF2B5EF4-FFF2-40B4-BE49-F238E27FC236}">
                <a16:creationId xmlns:a16="http://schemas.microsoft.com/office/drawing/2014/main" id="{58A6EF4F-E34D-24A6-D44C-2ABE9F48773B}"/>
              </a:ext>
            </a:extLst>
          </p:cNvPr>
          <p:cNvSpPr>
            <a:spLocks noGrp="1"/>
          </p:cNvSpPr>
          <p:nvPr>
            <p:ph type="title"/>
          </p:nvPr>
        </p:nvSpPr>
        <p:spPr>
          <a:xfrm>
            <a:off x="289902" y="1451528"/>
            <a:ext cx="8877543" cy="2386657"/>
          </a:xfrm>
        </p:spPr>
        <p:txBody>
          <a:bodyPr/>
          <a:lstStyle/>
          <a:p>
            <a:r>
              <a:rPr lang="en-GB" sz="4800">
                <a:solidFill>
                  <a:schemeClr val="bg1"/>
                </a:solidFill>
              </a:rPr>
              <a:t>Coaxial Helicopter design for Emergency Medical</a:t>
            </a:r>
            <a:br>
              <a:rPr lang="en-GB" sz="4800">
                <a:solidFill>
                  <a:schemeClr val="bg1"/>
                </a:solidFill>
              </a:rPr>
            </a:br>
            <a:r>
              <a:rPr lang="en-GB" sz="4800">
                <a:solidFill>
                  <a:schemeClr val="bg1"/>
                </a:solidFill>
              </a:rPr>
              <a:t>Services</a:t>
            </a:r>
          </a:p>
        </p:txBody>
      </p:sp>
      <p:sp>
        <p:nvSpPr>
          <p:cNvPr id="23" name="Content Placeholder 22">
            <a:extLst>
              <a:ext uri="{FF2B5EF4-FFF2-40B4-BE49-F238E27FC236}">
                <a16:creationId xmlns:a16="http://schemas.microsoft.com/office/drawing/2014/main" id="{87ACDEC6-9C5A-24E0-13F0-EA161800E7A8}"/>
              </a:ext>
            </a:extLst>
          </p:cNvPr>
          <p:cNvSpPr>
            <a:spLocks noGrp="1"/>
          </p:cNvSpPr>
          <p:nvPr>
            <p:ph type="body" sz="quarter" idx="26"/>
          </p:nvPr>
        </p:nvSpPr>
        <p:spPr>
          <a:xfrm>
            <a:off x="-7848098" y="6633581"/>
            <a:ext cx="6977225" cy="15340012"/>
          </a:xfrm>
        </p:spPr>
        <p:txBody>
          <a:bodyPr/>
          <a:lstStyle/>
          <a:p>
            <a:r>
              <a:rPr lang="en-GB"/>
              <a:t>The standard text area has five predefined type levels.</a:t>
            </a:r>
          </a:p>
          <a:p>
            <a:endParaRPr lang="en-GB"/>
          </a:p>
          <a:p>
            <a:r>
              <a:rPr lang="en-GB"/>
              <a:t>You can move up or down the levels using the increase or decrease indent buttons in the home tab.</a:t>
            </a:r>
          </a:p>
          <a:p>
            <a:endParaRPr lang="en-GB"/>
          </a:p>
          <a:p>
            <a:r>
              <a:rPr lang="en-GB"/>
              <a:t>We recommend that you do not use the bullet button, as this does not apply the correct bullet formatting.</a:t>
            </a:r>
          </a:p>
          <a:p>
            <a:endParaRPr lang="en-GB"/>
          </a:p>
          <a:p>
            <a:r>
              <a:rPr lang="en-GB"/>
              <a:t>Level one is for general text</a:t>
            </a:r>
          </a:p>
          <a:p>
            <a:pPr lvl="1"/>
            <a:endParaRPr lang="en-GB"/>
          </a:p>
          <a:p>
            <a:pPr lvl="1"/>
            <a:r>
              <a:rPr lang="en-GB"/>
              <a:t>Level two is for subheadings within body copy</a:t>
            </a:r>
          </a:p>
          <a:p>
            <a:pPr lvl="2"/>
            <a:r>
              <a:rPr lang="en-GB"/>
              <a:t>Level three is for bulleted general text</a:t>
            </a:r>
          </a:p>
          <a:p>
            <a:pPr lvl="2"/>
            <a:endParaRPr lang="en-GB"/>
          </a:p>
          <a:p>
            <a:pPr lvl="3"/>
            <a:r>
              <a:rPr lang="en-GB"/>
              <a:t>Level four is for small text</a:t>
            </a:r>
          </a:p>
          <a:p>
            <a:pPr lvl="3"/>
            <a:endParaRPr lang="en-GB"/>
          </a:p>
          <a:p>
            <a:pPr lvl="4"/>
            <a:r>
              <a:rPr lang="en-GB"/>
              <a:t>Level five is for Pull Quotes and Subtitles</a:t>
            </a:r>
          </a:p>
          <a:p>
            <a:pPr lvl="5"/>
            <a:r>
              <a:rPr lang="en-GB"/>
              <a:t>Level six is for bold subtitles</a:t>
            </a:r>
          </a:p>
          <a:p>
            <a:r>
              <a:rPr lang="en-GB"/>
              <a:t>Level seven is for large number pullouts:</a:t>
            </a:r>
          </a:p>
          <a:p>
            <a:pPr lvl="1"/>
            <a:endParaRPr lang="en-GB"/>
          </a:p>
          <a:p>
            <a:pPr lvl="6"/>
            <a:r>
              <a:rPr lang="en-GB"/>
              <a:t>00%</a:t>
            </a:r>
          </a:p>
        </p:txBody>
      </p:sp>
      <p:sp>
        <p:nvSpPr>
          <p:cNvPr id="77" name="Text Placeholder 76">
            <a:extLst>
              <a:ext uri="{FF2B5EF4-FFF2-40B4-BE49-F238E27FC236}">
                <a16:creationId xmlns:a16="http://schemas.microsoft.com/office/drawing/2014/main" id="{8B353D84-CBB6-8BB8-50FE-118BA5DFBDDF}"/>
              </a:ext>
            </a:extLst>
          </p:cNvPr>
          <p:cNvSpPr>
            <a:spLocks noGrp="1"/>
          </p:cNvSpPr>
          <p:nvPr>
            <p:ph type="body" sz="quarter" idx="27"/>
          </p:nvPr>
        </p:nvSpPr>
        <p:spPr>
          <a:xfrm>
            <a:off x="33080778" y="4310708"/>
            <a:ext cx="6977225" cy="4874312"/>
          </a:xfrm>
        </p:spPr>
        <p:txBody>
          <a:bodyPr/>
          <a:lstStyle/>
          <a:p>
            <a:r>
              <a:rPr lang="en-GB"/>
              <a:t>While text boxes are formatted to be the correct font, size, and colour, they will not contain the levels as a placeholder does.</a:t>
            </a:r>
          </a:p>
          <a:p>
            <a:endParaRPr lang="en-GB"/>
          </a:p>
          <a:p>
            <a:r>
              <a:rPr lang="en-GB"/>
              <a:t>Therefore, it is recommended that you copy an existing text placeholder on the slide if you would like to insert a text box, to preserve the use of these levels.</a:t>
            </a:r>
          </a:p>
          <a:p>
            <a:endParaRPr lang="en-GB"/>
          </a:p>
          <a:p>
            <a:r>
              <a:rPr lang="en-GB">
                <a:solidFill>
                  <a:schemeClr val="accent1"/>
                </a:solidFill>
              </a:rPr>
              <a:t>Key text </a:t>
            </a:r>
            <a:r>
              <a:rPr lang="en-GB"/>
              <a:t>can be emphasised by changing the font colour to </a:t>
            </a:r>
            <a:r>
              <a:rPr lang="en-GB">
                <a:solidFill>
                  <a:schemeClr val="accent1"/>
                </a:solidFill>
              </a:rPr>
              <a:t>Imperial Blue</a:t>
            </a:r>
            <a:r>
              <a:rPr lang="en-GB"/>
              <a:t>.</a:t>
            </a:r>
          </a:p>
        </p:txBody>
      </p:sp>
      <p:sp>
        <p:nvSpPr>
          <p:cNvPr id="45" name="Text Placeholder 44">
            <a:extLst>
              <a:ext uri="{FF2B5EF4-FFF2-40B4-BE49-F238E27FC236}">
                <a16:creationId xmlns:a16="http://schemas.microsoft.com/office/drawing/2014/main" id="{C88223B1-5353-6711-A626-E6D565A05B15}"/>
              </a:ext>
            </a:extLst>
          </p:cNvPr>
          <p:cNvSpPr>
            <a:spLocks noGrp="1"/>
          </p:cNvSpPr>
          <p:nvPr>
            <p:ph type="body" sz="quarter" idx="28"/>
          </p:nvPr>
        </p:nvSpPr>
        <p:spPr>
          <a:xfrm>
            <a:off x="15263649" y="7474293"/>
            <a:ext cx="6977225" cy="3837860"/>
          </a:xfrm>
        </p:spPr>
        <p:txBody>
          <a:bodyPr/>
          <a:lstStyle/>
          <a:p>
            <a:pPr lvl="1"/>
            <a:r>
              <a:rPr lang="en-GB"/>
              <a:t>Structural design</a:t>
            </a:r>
          </a:p>
          <a:p>
            <a:r>
              <a:rPr lang="en-GB"/>
              <a:t>Through the use of </a:t>
            </a:r>
            <a:r>
              <a:rPr lang="en-GB">
                <a:solidFill>
                  <a:srgbClr val="0000CD"/>
                </a:solidFill>
                <a:latin typeface="+mj-lt"/>
              </a:rPr>
              <a:t>composites</a:t>
            </a:r>
            <a:r>
              <a:rPr lang="en-GB"/>
              <a:t>, the weight of HALO is minimised. A </a:t>
            </a:r>
            <a:r>
              <a:rPr lang="en-GB">
                <a:solidFill>
                  <a:srgbClr val="0000CD"/>
                </a:solidFill>
                <a:latin typeface="+mj-lt"/>
              </a:rPr>
              <a:t>semi-monocoque</a:t>
            </a:r>
            <a:r>
              <a:rPr lang="en-GB"/>
              <a:t> layout was used, with </a:t>
            </a:r>
            <a:r>
              <a:rPr lang="en-GB">
                <a:solidFill>
                  <a:srgbClr val="0000CD"/>
                </a:solidFill>
                <a:latin typeface="+mj-lt"/>
              </a:rPr>
              <a:t>metallic alloy frames</a:t>
            </a:r>
            <a:r>
              <a:rPr lang="en-GB"/>
              <a:t>/longerons for simplified manufacturing and </a:t>
            </a:r>
            <a:r>
              <a:rPr lang="en-GB">
                <a:solidFill>
                  <a:srgbClr val="0000CD"/>
                </a:solidFill>
                <a:latin typeface="+mj-lt"/>
              </a:rPr>
              <a:t>CFRP</a:t>
            </a:r>
            <a:r>
              <a:rPr lang="en-GB"/>
              <a:t> skin. </a:t>
            </a:r>
            <a:r>
              <a:rPr lang="en-GB">
                <a:solidFill>
                  <a:srgbClr val="0000CD"/>
                </a:solidFill>
                <a:latin typeface="+mj-lt"/>
              </a:rPr>
              <a:t>CFRP</a:t>
            </a:r>
            <a:r>
              <a:rPr lang="en-GB"/>
              <a:t> was used for the rotor blades and tail as well. </a:t>
            </a:r>
            <a:r>
              <a:rPr lang="en-GB">
                <a:solidFill>
                  <a:srgbClr val="0000CD"/>
                </a:solidFill>
                <a:latin typeface="+mj-lt"/>
              </a:rPr>
              <a:t>Aluminium alloy </a:t>
            </a:r>
            <a:r>
              <a:rPr lang="en-GB"/>
              <a:t>skids were selected over wheels for landing gear, due to their flexibility in landing on all types of terrain.</a:t>
            </a:r>
          </a:p>
        </p:txBody>
      </p:sp>
      <p:sp>
        <p:nvSpPr>
          <p:cNvPr id="80" name="Text Placeholder 79">
            <a:extLst>
              <a:ext uri="{FF2B5EF4-FFF2-40B4-BE49-F238E27FC236}">
                <a16:creationId xmlns:a16="http://schemas.microsoft.com/office/drawing/2014/main" id="{0419B98E-7EFE-359F-BDC9-2F43C10C874C}"/>
              </a:ext>
            </a:extLst>
          </p:cNvPr>
          <p:cNvSpPr>
            <a:spLocks noGrp="1"/>
          </p:cNvSpPr>
          <p:nvPr>
            <p:ph type="body" sz="quarter" idx="29"/>
          </p:nvPr>
        </p:nvSpPr>
        <p:spPr>
          <a:xfrm>
            <a:off x="22504238" y="1266352"/>
            <a:ext cx="6977225" cy="10519339"/>
          </a:xfrm>
        </p:spPr>
        <p:txBody>
          <a:bodyPr/>
          <a:lstStyle/>
          <a:p>
            <a:pPr lvl="5">
              <a:lnSpc>
                <a:spcPct val="100000"/>
              </a:lnSpc>
              <a:spcAft>
                <a:spcPts val="0"/>
              </a:spcAft>
            </a:pPr>
            <a:r>
              <a:rPr lang="en-GB"/>
              <a:t>On average, HEMS attends 126 patients a day across the UK.</a:t>
            </a:r>
          </a:p>
          <a:p>
            <a:r>
              <a:rPr lang="en-GB"/>
              <a:t>In an emergency, every second counts. That’s why HALO is design for best-in-class performance in the light twin category. Certified under </a:t>
            </a:r>
            <a:r>
              <a:rPr lang="en-GB">
                <a:solidFill>
                  <a:srgbClr val="0000CD"/>
                </a:solidFill>
                <a:latin typeface="+mj-lt"/>
              </a:rPr>
              <a:t>CS-29</a:t>
            </a:r>
            <a:r>
              <a:rPr lang="en-GB"/>
              <a:t>, our design aims to minimise time to the patient with an innovative design </a:t>
            </a:r>
          </a:p>
          <a:p>
            <a:pPr lvl="1"/>
            <a:r>
              <a:rPr lang="en-GB"/>
              <a:t>Flight and Medical systems</a:t>
            </a:r>
          </a:p>
          <a:p>
            <a:r>
              <a:rPr lang="en-GB"/>
              <a:t>Onboard systems are designed for </a:t>
            </a:r>
            <a:r>
              <a:rPr lang="en-GB">
                <a:solidFill>
                  <a:srgbClr val="0000CD"/>
                </a:solidFill>
                <a:latin typeface="+mj-lt"/>
              </a:rPr>
              <a:t>maximum safety</a:t>
            </a:r>
            <a:r>
              <a:rPr lang="en-GB"/>
              <a:t> whilst minimising mass and delivering value for customers. Redundancy is present in all flight and patient critical subsystems.</a:t>
            </a:r>
          </a:p>
          <a:p>
            <a:r>
              <a:rPr lang="en-GB"/>
              <a:t>Modular, fully digital avionics enable safer flight in any weather, day or night, incorporating systems such as HTAWS, NVIS, </a:t>
            </a:r>
            <a:r>
              <a:rPr lang="en-GB" err="1"/>
              <a:t>NavFLIR</a:t>
            </a:r>
            <a:r>
              <a:rPr lang="en-GB"/>
              <a:t> and HUMS. </a:t>
            </a:r>
          </a:p>
          <a:p>
            <a:r>
              <a:rPr lang="en-GB">
                <a:solidFill>
                  <a:srgbClr val="0000CD"/>
                </a:solidFill>
                <a:latin typeface="+mj-lt"/>
              </a:rPr>
              <a:t>Cabin layout </a:t>
            </a:r>
            <a:r>
              <a:rPr lang="en-GB"/>
              <a:t>considered existing EMS vehicles, with provision for critical care equipment such as ECMO capability, prehospital analgesia, REBOA and other lifesaving procedures for the most urgent patients. Flexibility was maintained for other missions such as VIP transport or policing operations.</a:t>
            </a:r>
          </a:p>
          <a:p>
            <a:endParaRPr lang="en-GB"/>
          </a:p>
          <a:p>
            <a:pPr lvl="1"/>
            <a:endParaRPr lang="en-GB"/>
          </a:p>
          <a:p>
            <a:pPr lvl="1"/>
            <a:endParaRPr lang="en-GB"/>
          </a:p>
          <a:p>
            <a:pPr lvl="1"/>
            <a:endParaRPr lang="en-GB"/>
          </a:p>
          <a:p>
            <a:pPr lvl="1"/>
            <a:endParaRPr lang="en-GB"/>
          </a:p>
          <a:p>
            <a:endParaRPr lang="en-GB"/>
          </a:p>
        </p:txBody>
      </p:sp>
      <p:sp>
        <p:nvSpPr>
          <p:cNvPr id="76" name="Text Placeholder 75">
            <a:extLst>
              <a:ext uri="{FF2B5EF4-FFF2-40B4-BE49-F238E27FC236}">
                <a16:creationId xmlns:a16="http://schemas.microsoft.com/office/drawing/2014/main" id="{22557AB2-6B2F-AB7B-BD45-763C203674FD}"/>
              </a:ext>
            </a:extLst>
          </p:cNvPr>
          <p:cNvSpPr>
            <a:spLocks noGrp="1"/>
          </p:cNvSpPr>
          <p:nvPr>
            <p:ph type="body" sz="quarter" idx="19"/>
          </p:nvPr>
        </p:nvSpPr>
        <p:spPr>
          <a:xfrm>
            <a:off x="-7380517" y="21136237"/>
            <a:ext cx="6977063" cy="494775"/>
          </a:xfrm>
        </p:spPr>
        <p:txBody>
          <a:bodyPr/>
          <a:lstStyle/>
          <a:p>
            <a:r>
              <a:rPr lang="en-GB"/>
              <a:t>Image caption or credit goes here and can break over multiple lines as required lorem ipsum dolor sit amet, consectetuer adipiscing elit.</a:t>
            </a:r>
          </a:p>
        </p:txBody>
      </p:sp>
      <p:sp>
        <p:nvSpPr>
          <p:cNvPr id="81" name="Text Placeholder 80">
            <a:extLst>
              <a:ext uri="{FF2B5EF4-FFF2-40B4-BE49-F238E27FC236}">
                <a16:creationId xmlns:a16="http://schemas.microsoft.com/office/drawing/2014/main" id="{90EB2D5A-A709-36C6-9934-855FAA82EE2A}"/>
              </a:ext>
            </a:extLst>
          </p:cNvPr>
          <p:cNvSpPr>
            <a:spLocks noGrp="1"/>
          </p:cNvSpPr>
          <p:nvPr>
            <p:ph type="body" sz="quarter" idx="30"/>
          </p:nvPr>
        </p:nvSpPr>
        <p:spPr>
          <a:xfrm>
            <a:off x="15263811" y="6999978"/>
            <a:ext cx="6977063" cy="494775"/>
          </a:xfrm>
        </p:spPr>
        <p:txBody>
          <a:bodyPr/>
          <a:lstStyle/>
          <a:p>
            <a:r>
              <a:rPr lang="en-GB"/>
              <a:t>Mass fractions of HALO’s component parts</a:t>
            </a:r>
          </a:p>
        </p:txBody>
      </p:sp>
      <p:pic>
        <p:nvPicPr>
          <p:cNvPr id="16" name="Picture 15">
            <a:extLst>
              <a:ext uri="{FF2B5EF4-FFF2-40B4-BE49-F238E27FC236}">
                <a16:creationId xmlns:a16="http://schemas.microsoft.com/office/drawing/2014/main" id="{47D1C398-3621-8E58-6A6D-BA1F18507CDA}"/>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6412" y="342408"/>
            <a:ext cx="6748286" cy="734569"/>
          </a:xfrm>
          <a:prstGeom prst="rect">
            <a:avLst/>
          </a:prstGeom>
        </p:spPr>
      </p:pic>
      <p:sp>
        <p:nvSpPr>
          <p:cNvPr id="24" name="Title 18">
            <a:extLst>
              <a:ext uri="{FF2B5EF4-FFF2-40B4-BE49-F238E27FC236}">
                <a16:creationId xmlns:a16="http://schemas.microsoft.com/office/drawing/2014/main" id="{6D3B41A4-5AA6-ADD8-1F2B-666B27065A32}"/>
              </a:ext>
            </a:extLst>
          </p:cNvPr>
          <p:cNvSpPr txBox="1">
            <a:spLocks/>
          </p:cNvSpPr>
          <p:nvPr/>
        </p:nvSpPr>
        <p:spPr>
          <a:xfrm>
            <a:off x="15009813" y="258199"/>
            <a:ext cx="14975498" cy="2386657"/>
          </a:xfrm>
          <a:prstGeom prst="rect">
            <a:avLst/>
          </a:prstGeom>
        </p:spPr>
        <p:txBody>
          <a:bodyPr vert="horz" lIns="0" tIns="0" rIns="0" bIns="0" rtlCol="0" anchor="t">
            <a:noAutofit/>
          </a:bodyPr>
          <a:lst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a:lstStyle>
          <a:p>
            <a:r>
              <a:rPr lang="en-GB" sz="5400">
                <a:solidFill>
                  <a:schemeClr val="tx1"/>
                </a:solidFill>
              </a:rPr>
              <a:t>A helicopter designed ground up to save lives.</a:t>
            </a:r>
          </a:p>
        </p:txBody>
      </p:sp>
      <p:graphicFrame>
        <p:nvGraphicFramePr>
          <p:cNvPr id="27" name="Table 26">
            <a:extLst>
              <a:ext uri="{FF2B5EF4-FFF2-40B4-BE49-F238E27FC236}">
                <a16:creationId xmlns:a16="http://schemas.microsoft.com/office/drawing/2014/main" id="{9DBCD615-B756-468F-C85C-B544C9915909}"/>
              </a:ext>
            </a:extLst>
          </p:cNvPr>
          <p:cNvGraphicFramePr>
            <a:graphicFrameLocks noGrp="1"/>
          </p:cNvGraphicFramePr>
          <p:nvPr/>
        </p:nvGraphicFramePr>
        <p:xfrm>
          <a:off x="9602014" y="1794914"/>
          <a:ext cx="4973230" cy="7528560"/>
        </p:xfrm>
        <a:graphic>
          <a:graphicData uri="http://schemas.openxmlformats.org/drawingml/2006/table">
            <a:tbl>
              <a:tblPr firstRow="1" bandRow="1">
                <a:tableStyleId>{69012ECD-51FC-41F1-AA8D-1B2483CD663E}</a:tableStyleId>
              </a:tblPr>
              <a:tblGrid>
                <a:gridCol w="2696328">
                  <a:extLst>
                    <a:ext uri="{9D8B030D-6E8A-4147-A177-3AD203B41FA5}">
                      <a16:colId xmlns:a16="http://schemas.microsoft.com/office/drawing/2014/main" val="1949948004"/>
                    </a:ext>
                  </a:extLst>
                </a:gridCol>
                <a:gridCol w="1138451">
                  <a:extLst>
                    <a:ext uri="{9D8B030D-6E8A-4147-A177-3AD203B41FA5}">
                      <a16:colId xmlns:a16="http://schemas.microsoft.com/office/drawing/2014/main" val="3015140761"/>
                    </a:ext>
                  </a:extLst>
                </a:gridCol>
                <a:gridCol w="1138451">
                  <a:extLst>
                    <a:ext uri="{9D8B030D-6E8A-4147-A177-3AD203B41FA5}">
                      <a16:colId xmlns:a16="http://schemas.microsoft.com/office/drawing/2014/main" val="1223836317"/>
                    </a:ext>
                  </a:extLst>
                </a:gridCol>
              </a:tblGrid>
              <a:tr h="370840">
                <a:tc gridSpan="3">
                  <a:txBody>
                    <a:bodyPr/>
                    <a:lstStyle/>
                    <a:p>
                      <a:pPr algn="ctr"/>
                      <a:r>
                        <a:rPr lang="en-GB" sz="4400"/>
                        <a:t>Rotors</a:t>
                      </a:r>
                    </a:p>
                  </a:txBody>
                  <a:tcP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tc hMerge="1">
                  <a:txBody>
                    <a:bodyPr/>
                    <a:lstStyle/>
                    <a:p>
                      <a:pPr algn="ctr"/>
                      <a:endParaRPr lang="en-GB" sz="2400"/>
                    </a:p>
                  </a:txBody>
                  <a:tcPr/>
                </a:tc>
                <a:tc hMerge="1">
                  <a:txBody>
                    <a:bodyPr/>
                    <a:lstStyle/>
                    <a:p>
                      <a:pPr algn="ctr"/>
                      <a:endParaRPr lang="en-GB" sz="2400"/>
                    </a:p>
                  </a:txBody>
                  <a:tcPr/>
                </a:tc>
                <a:extLst>
                  <a:ext uri="{0D108BD9-81ED-4DB2-BD59-A6C34878D82A}">
                    <a16:rowId xmlns:a16="http://schemas.microsoft.com/office/drawing/2014/main" val="3066905501"/>
                  </a:ext>
                </a:extLst>
              </a:tr>
              <a:tr h="370840">
                <a:tc>
                  <a:txBody>
                    <a:bodyPr/>
                    <a:lstStyle/>
                    <a:p>
                      <a:endParaRPr lang="en-GB" sz="2400"/>
                    </a:p>
                  </a:txBody>
                  <a:tcPr>
                    <a:lnL w="19050" cap="flat" cmpd="sng" algn="ctr">
                      <a:solidFill>
                        <a:srgbClr val="0000CD"/>
                      </a:solidFill>
                      <a:prstDash val="solid"/>
                      <a:round/>
                      <a:headEnd type="none" w="med" len="med"/>
                      <a:tailEnd type="none" w="med" len="med"/>
                    </a:lnL>
                    <a:solidFill>
                      <a:srgbClr val="0000CD"/>
                    </a:solidFill>
                  </a:tcPr>
                </a:tc>
                <a:tc>
                  <a:txBody>
                    <a:bodyPr/>
                    <a:lstStyle/>
                    <a:p>
                      <a:pPr algn="ctr"/>
                      <a:r>
                        <a:rPr lang="en-GB" sz="2400" b="1">
                          <a:solidFill>
                            <a:schemeClr val="bg1"/>
                          </a:solidFill>
                        </a:rPr>
                        <a:t>Upper</a:t>
                      </a:r>
                    </a:p>
                  </a:txBody>
                  <a:tcPr>
                    <a:solidFill>
                      <a:srgbClr val="0000CD"/>
                    </a:solidFill>
                  </a:tcPr>
                </a:tc>
                <a:tc>
                  <a:txBody>
                    <a:bodyPr/>
                    <a:lstStyle/>
                    <a:p>
                      <a:pPr algn="ctr"/>
                      <a:r>
                        <a:rPr lang="en-GB" sz="2400" b="1">
                          <a:solidFill>
                            <a:schemeClr val="bg1"/>
                          </a:solidFill>
                        </a:rPr>
                        <a:t>Lower</a:t>
                      </a:r>
                    </a:p>
                  </a:txBody>
                  <a:tcPr>
                    <a:lnR w="19050" cap="flat" cmpd="sng" algn="ctr">
                      <a:solidFill>
                        <a:srgbClr val="0000CD"/>
                      </a:solidFill>
                      <a:prstDash val="solid"/>
                      <a:round/>
                      <a:headEnd type="none" w="med" len="med"/>
                      <a:tailEnd type="none" w="med" len="med"/>
                    </a:lnR>
                    <a:solidFill>
                      <a:srgbClr val="0000CD"/>
                    </a:solidFill>
                  </a:tcPr>
                </a:tc>
                <a:extLst>
                  <a:ext uri="{0D108BD9-81ED-4DB2-BD59-A6C34878D82A}">
                    <a16:rowId xmlns:a16="http://schemas.microsoft.com/office/drawing/2014/main" val="1580177851"/>
                  </a:ext>
                </a:extLst>
              </a:tr>
              <a:tr h="370840">
                <a:tc>
                  <a:txBody>
                    <a:bodyPr/>
                    <a:lstStyle/>
                    <a:p>
                      <a:r>
                        <a:rPr lang="en-GB" sz="2400"/>
                        <a:t>Rotor radius (m)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5.72</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896938951"/>
                  </a:ext>
                </a:extLst>
              </a:tr>
              <a:tr h="370840">
                <a:tc>
                  <a:txBody>
                    <a:bodyPr/>
                    <a:lstStyle/>
                    <a:p>
                      <a:r>
                        <a:rPr lang="en-GB" sz="2400"/>
                        <a:t>Aspect ratio</a:t>
                      </a:r>
                    </a:p>
                  </a:txBody>
                  <a:tcPr>
                    <a:lnL w="19050" cap="flat" cmpd="sng" algn="ctr">
                      <a:solidFill>
                        <a:srgbClr val="0000CD"/>
                      </a:solidFill>
                      <a:prstDash val="solid"/>
                      <a:round/>
                      <a:headEnd type="none" w="med" len="med"/>
                      <a:tailEnd type="none" w="med" len="med"/>
                    </a:lnL>
                  </a:tcPr>
                </a:tc>
                <a:tc>
                  <a:txBody>
                    <a:bodyPr/>
                    <a:lstStyle/>
                    <a:p>
                      <a:pPr algn="ctr"/>
                      <a:r>
                        <a:rPr lang="en-GB" sz="2400"/>
                        <a:t>19.6</a:t>
                      </a:r>
                    </a:p>
                  </a:txBody>
                  <a:tcPr/>
                </a:tc>
                <a:tc>
                  <a:txBody>
                    <a:bodyPr/>
                    <a:lstStyle/>
                    <a:p>
                      <a:pPr algn="ctr"/>
                      <a:r>
                        <a:rPr lang="en-GB" sz="2400"/>
                        <a:t>12.6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370840">
                <a:tc>
                  <a:txBody>
                    <a:bodyPr/>
                    <a:lstStyle/>
                    <a:p>
                      <a:r>
                        <a:rPr lang="en-GB" sz="2400"/>
                        <a:t>Root chord (m)</a:t>
                      </a:r>
                    </a:p>
                  </a:txBody>
                  <a:tcPr>
                    <a:lnL w="19050" cap="flat" cmpd="sng" algn="ctr">
                      <a:solidFill>
                        <a:srgbClr val="0000CD"/>
                      </a:solidFill>
                      <a:prstDash val="solid"/>
                      <a:round/>
                      <a:headEnd type="none" w="med" len="med"/>
                      <a:tailEnd type="none" w="med" len="med"/>
                    </a:lnL>
                  </a:tcPr>
                </a:tc>
                <a:tc>
                  <a:txBody>
                    <a:bodyPr/>
                    <a:lstStyle/>
                    <a:p>
                      <a:pPr algn="ctr"/>
                      <a:r>
                        <a:rPr lang="en-GB" sz="2400"/>
                        <a:t>0.265</a:t>
                      </a:r>
                    </a:p>
                  </a:txBody>
                  <a:tcPr/>
                </a:tc>
                <a:tc>
                  <a:txBody>
                    <a:bodyPr/>
                    <a:lstStyle/>
                    <a:p>
                      <a:pPr algn="ctr"/>
                      <a:r>
                        <a:rPr lang="en-GB" sz="2400"/>
                        <a:t>0.416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611055410"/>
                  </a:ext>
                </a:extLst>
              </a:tr>
              <a:tr h="370840">
                <a:tc>
                  <a:txBody>
                    <a:bodyPr/>
                    <a:lstStyle/>
                    <a:p>
                      <a:r>
                        <a:rPr lang="en-GB" sz="2400"/>
                        <a:t>Root </a:t>
                      </a:r>
                      <a:r>
                        <a:rPr lang="en-GB" sz="2400" err="1"/>
                        <a:t>airfoil</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RC(4)-10</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1480947936"/>
                  </a:ext>
                </a:extLst>
              </a:tr>
              <a:tr h="370840">
                <a:tc>
                  <a:txBody>
                    <a:bodyPr/>
                    <a:lstStyle/>
                    <a:p>
                      <a:r>
                        <a:rPr lang="en-GB" sz="2400"/>
                        <a:t>Tip chord (m)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0.265</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3703730467"/>
                  </a:ext>
                </a:extLst>
              </a:tr>
              <a:tr h="370840">
                <a:tc>
                  <a:txBody>
                    <a:bodyPr/>
                    <a:lstStyle/>
                    <a:p>
                      <a:r>
                        <a:rPr lang="en-GB" sz="2400"/>
                        <a:t>Tip </a:t>
                      </a:r>
                      <a:r>
                        <a:rPr lang="en-GB" sz="2400" err="1"/>
                        <a:t>airfoil</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RC(6)-08</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12654880"/>
                  </a:ext>
                </a:extLst>
              </a:tr>
              <a:tr h="370840">
                <a:tc>
                  <a:txBody>
                    <a:bodyPr/>
                    <a:lstStyle/>
                    <a:p>
                      <a:r>
                        <a:rPr lang="en-GB" sz="2400"/>
                        <a:t>Twist (°)</a:t>
                      </a:r>
                    </a:p>
                  </a:txBody>
                  <a:tcPr>
                    <a:lnL w="19050" cap="flat" cmpd="sng" algn="ctr">
                      <a:solidFill>
                        <a:srgbClr val="0000CD"/>
                      </a:solidFill>
                      <a:prstDash val="solid"/>
                      <a:round/>
                      <a:headEnd type="none" w="med" len="med"/>
                      <a:tailEnd type="none" w="med" len="med"/>
                    </a:lnL>
                  </a:tcPr>
                </a:tc>
                <a:tc>
                  <a:txBody>
                    <a:bodyPr/>
                    <a:lstStyle/>
                    <a:p>
                      <a:pPr algn="ctr"/>
                      <a:r>
                        <a:rPr lang="en-GB" sz="2400"/>
                        <a:t>-11</a:t>
                      </a:r>
                    </a:p>
                  </a:txBody>
                  <a:tcPr/>
                </a:tc>
                <a:tc>
                  <a:txBody>
                    <a:bodyPr/>
                    <a:lstStyle/>
                    <a:p>
                      <a:pPr algn="ctr"/>
                      <a:r>
                        <a:rPr lang="en-GB" sz="2400"/>
                        <a:t>-6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930520367"/>
                  </a:ext>
                </a:extLst>
              </a:tr>
              <a:tr h="370840">
                <a:tc>
                  <a:txBody>
                    <a:bodyPr/>
                    <a:lstStyle/>
                    <a:p>
                      <a:r>
                        <a:rPr lang="en-GB" sz="2400"/>
                        <a:t>N</a:t>
                      </a:r>
                      <a:r>
                        <a:rPr lang="en-GB" sz="2400" baseline="-25000"/>
                        <a:t>B</a:t>
                      </a:r>
                      <a:endParaRPr lang="en-GB" sz="2400"/>
                    </a:p>
                  </a:txBody>
                  <a:tcPr>
                    <a:lnL w="19050" cap="flat" cmpd="sng" algn="ctr">
                      <a:solidFill>
                        <a:srgbClr val="0000CD"/>
                      </a:solidFill>
                      <a:prstDash val="solid"/>
                      <a:round/>
                      <a:headEnd type="none" w="med" len="med"/>
                      <a:tailEnd type="none" w="med" len="med"/>
                    </a:lnL>
                  </a:tcPr>
                </a:tc>
                <a:tc gridSpan="2">
                  <a:txBody>
                    <a:bodyPr/>
                    <a:lstStyle/>
                    <a:p>
                      <a:pPr algn="ctr"/>
                      <a:r>
                        <a:rPr lang="en-GB" sz="2400"/>
                        <a:t>3</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2074814426"/>
                  </a:ext>
                </a:extLst>
              </a:tr>
              <a:tr h="370840">
                <a:tc>
                  <a:txBody>
                    <a:bodyPr/>
                    <a:lstStyle/>
                    <a:p>
                      <a:r>
                        <a:rPr lang="en-GB" sz="2400"/>
                        <a:t>Root cutout</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20%</a:t>
                      </a:r>
                    </a:p>
                  </a:txBody>
                  <a:tcPr>
                    <a:lnR w="19050" cap="flat" cmpd="sng" algn="ctr">
                      <a:solidFill>
                        <a:srgbClr val="0000CD"/>
                      </a:solidFill>
                      <a:prstDash val="solid"/>
                      <a:round/>
                      <a:headEnd type="none" w="med" len="med"/>
                      <a:tailEnd type="none" w="med" len="med"/>
                    </a:lnR>
                  </a:tcPr>
                </a:tc>
                <a:tc hMerge="1">
                  <a:txBody>
                    <a:bodyPr/>
                    <a:lstStyle/>
                    <a:p>
                      <a:endParaRPr/>
                    </a:p>
                  </a:txBody>
                  <a:tcPr/>
                </a:tc>
                <a:extLst>
                  <a:ext uri="{0D108BD9-81ED-4DB2-BD59-A6C34878D82A}">
                    <a16:rowId xmlns:a16="http://schemas.microsoft.com/office/drawing/2014/main" val="729957621"/>
                  </a:ext>
                </a:extLst>
              </a:tr>
              <a:tr h="370840">
                <a:tc>
                  <a:txBody>
                    <a:bodyPr/>
                    <a:lstStyle/>
                    <a:p>
                      <a:r>
                        <a:rPr lang="en-GB" sz="2400"/>
                        <a:t>Operating RPM</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430</a:t>
                      </a:r>
                    </a:p>
                  </a:txBody>
                  <a:tcPr>
                    <a:lnR w="19050" cap="flat" cmpd="sng" algn="ctr">
                      <a:solidFill>
                        <a:srgbClr val="0000CD"/>
                      </a:solidFill>
                      <a:prstDash val="solid"/>
                      <a:round/>
                      <a:headEnd type="none" w="med" len="med"/>
                      <a:tailEnd type="none" w="med" len="med"/>
                    </a:lnR>
                  </a:tcPr>
                </a:tc>
                <a:tc hMerge="1">
                  <a:txBody>
                    <a:bodyPr/>
                    <a:lstStyle/>
                    <a:p>
                      <a:pPr algn="ctr"/>
                      <a:endParaRPr lang="en-GB" sz="2400"/>
                    </a:p>
                  </a:txBody>
                  <a:tcPr/>
                </a:tc>
                <a:extLst>
                  <a:ext uri="{0D108BD9-81ED-4DB2-BD59-A6C34878D82A}">
                    <a16:rowId xmlns:a16="http://schemas.microsoft.com/office/drawing/2014/main" val="2377168940"/>
                  </a:ext>
                </a:extLst>
              </a:tr>
              <a:tr h="370840">
                <a:tc>
                  <a:txBody>
                    <a:bodyPr/>
                    <a:lstStyle/>
                    <a:p>
                      <a:r>
                        <a:rPr lang="en-GB" sz="2400"/>
                        <a:t>Rotor material</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UD CFRP + polyetherimide</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1083710967"/>
                  </a:ext>
                </a:extLst>
              </a:tr>
              <a:tr h="370840">
                <a:tc>
                  <a:txBody>
                    <a:bodyPr/>
                    <a:lstStyle/>
                    <a:p>
                      <a:r>
                        <a:rPr lang="en-GB" sz="2400" err="1"/>
                        <a:t>Flexbeam</a:t>
                      </a:r>
                      <a:r>
                        <a:rPr lang="en-GB" sz="2400"/>
                        <a:t> material</a:t>
                      </a:r>
                    </a:p>
                  </a:txBody>
                  <a:tcPr>
                    <a:lnL w="19050" cap="flat" cmpd="sng" algn="ctr">
                      <a:solidFill>
                        <a:srgbClr val="0000CD"/>
                      </a:solidFill>
                      <a:prstDash val="solid"/>
                      <a:round/>
                      <a:headEnd type="none" w="med" len="med"/>
                      <a:tailEnd type="none" w="med" len="med"/>
                    </a:lnL>
                  </a:tcPr>
                </a:tc>
                <a:tc gridSpan="2">
                  <a:txBody>
                    <a:bodyPr/>
                    <a:lstStyle/>
                    <a:p>
                      <a:pPr algn="ctr"/>
                      <a:r>
                        <a:rPr lang="en-GB" sz="2400"/>
                        <a:t>UD CFRP</a:t>
                      </a:r>
                    </a:p>
                  </a:txBody>
                  <a:tcPr>
                    <a:lnR w="19050" cap="flat" cmpd="sng" algn="ctr">
                      <a:solidFill>
                        <a:srgbClr val="0000CD"/>
                      </a:solidFill>
                      <a:prstDash val="solid"/>
                      <a:round/>
                      <a:headEnd type="none" w="med" len="med"/>
                      <a:tailEnd type="none" w="med" len="med"/>
                    </a:lnR>
                  </a:tcPr>
                </a:tc>
                <a:tc hMerge="1">
                  <a:txBody>
                    <a:bodyPr/>
                    <a:lstStyle/>
                    <a:p>
                      <a:endParaRPr lang="en-GB"/>
                    </a:p>
                  </a:txBody>
                  <a:tcPr/>
                </a:tc>
                <a:extLst>
                  <a:ext uri="{0D108BD9-81ED-4DB2-BD59-A6C34878D82A}">
                    <a16:rowId xmlns:a16="http://schemas.microsoft.com/office/drawing/2014/main" val="1151887383"/>
                  </a:ext>
                </a:extLst>
              </a:tr>
              <a:tr h="370840">
                <a:tc>
                  <a:txBody>
                    <a:bodyPr/>
                    <a:lstStyle/>
                    <a:p>
                      <a:r>
                        <a:rPr lang="en-GB" sz="2400"/>
                        <a:t>Torquetube</a:t>
                      </a:r>
                    </a:p>
                  </a:txBody>
                  <a:tcP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gridSpan="2">
                  <a:txBody>
                    <a:bodyPr/>
                    <a:lstStyle/>
                    <a:p>
                      <a:pPr algn="ctr"/>
                      <a:r>
                        <a:rPr lang="en-GB" sz="2400"/>
                        <a:t>17-4PH Steel</a:t>
                      </a:r>
                    </a:p>
                  </a:txBody>
                  <a:tcP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679415225"/>
                  </a:ext>
                </a:extLst>
              </a:tr>
            </a:tbl>
          </a:graphicData>
        </a:graphic>
      </p:graphicFrame>
      <p:graphicFrame>
        <p:nvGraphicFramePr>
          <p:cNvPr id="29" name="Table 28">
            <a:extLst>
              <a:ext uri="{FF2B5EF4-FFF2-40B4-BE49-F238E27FC236}">
                <a16:creationId xmlns:a16="http://schemas.microsoft.com/office/drawing/2014/main" id="{6D8F5EF2-CB91-2D18-5E7E-A2FD6FC7620C}"/>
              </a:ext>
            </a:extLst>
          </p:cNvPr>
          <p:cNvGraphicFramePr>
            <a:graphicFrameLocks noGrp="1"/>
          </p:cNvGraphicFramePr>
          <p:nvPr>
            <p:extLst>
              <p:ext uri="{D42A27DB-BD31-4B8C-83A1-F6EECF244321}">
                <p14:modId xmlns:p14="http://schemas.microsoft.com/office/powerpoint/2010/main" val="1357227028"/>
              </p:ext>
            </p:extLst>
          </p:nvPr>
        </p:nvGraphicFramePr>
        <p:xfrm>
          <a:off x="168010" y="5559194"/>
          <a:ext cx="4513296" cy="4754880"/>
        </p:xfrm>
        <a:graphic>
          <a:graphicData uri="http://schemas.openxmlformats.org/drawingml/2006/table">
            <a:tbl>
              <a:tblPr bandRow="1">
                <a:tableStyleId>{69012ECD-51FC-41F1-AA8D-1B2483CD663E}</a:tableStyleId>
              </a:tblPr>
              <a:tblGrid>
                <a:gridCol w="2648817">
                  <a:extLst>
                    <a:ext uri="{9D8B030D-6E8A-4147-A177-3AD203B41FA5}">
                      <a16:colId xmlns:a16="http://schemas.microsoft.com/office/drawing/2014/main" val="1949948004"/>
                    </a:ext>
                  </a:extLst>
                </a:gridCol>
                <a:gridCol w="1864479">
                  <a:extLst>
                    <a:ext uri="{9D8B030D-6E8A-4147-A177-3AD203B41FA5}">
                      <a16:colId xmlns:a16="http://schemas.microsoft.com/office/drawing/2014/main" val="3015140761"/>
                    </a:ext>
                  </a:extLst>
                </a:gridCol>
              </a:tblGrid>
              <a:tr h="270371">
                <a:tc>
                  <a:txBody>
                    <a:bodyPr/>
                    <a:lstStyle/>
                    <a:p>
                      <a:r>
                        <a:rPr lang="en-GB" sz="2400">
                          <a:solidFill>
                            <a:schemeClr val="accent1"/>
                          </a:solidFill>
                        </a:rPr>
                        <a:t>Type</a:t>
                      </a:r>
                    </a:p>
                  </a:txBody>
                  <a:tcPr>
                    <a:lnL w="19050" cap="flat" cmpd="sng" algn="ctr">
                      <a:noFill/>
                      <a:prstDash val="solid"/>
                      <a:round/>
                      <a:headEnd type="none" w="med" len="med"/>
                      <a:tailEnd type="none" w="med" len="med"/>
                    </a:lnL>
                    <a:lnR>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HTS900</a:t>
                      </a:r>
                    </a:p>
                  </a:txBody>
                  <a:tcPr>
                    <a:lnL>
                      <a:noFill/>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6938951"/>
                  </a:ext>
                </a:extLst>
              </a:tr>
              <a:tr h="172946">
                <a:tc>
                  <a:txBody>
                    <a:bodyPr/>
                    <a:lstStyle/>
                    <a:p>
                      <a:r>
                        <a:rPr lang="en-GB" sz="2400">
                          <a:solidFill>
                            <a:schemeClr val="accent1"/>
                          </a:solidFill>
                        </a:rPr>
                        <a:t>Max power (kW)</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1334</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8470465"/>
                  </a:ext>
                </a:extLst>
              </a:tr>
              <a:tr h="172946">
                <a:tc>
                  <a:txBody>
                    <a:bodyPr/>
                    <a:lstStyle/>
                    <a:p>
                      <a:r>
                        <a:rPr lang="en-GB" sz="2400">
                          <a:solidFill>
                            <a:schemeClr val="accent1"/>
                          </a:solidFill>
                        </a:rPr>
                        <a:t>SFC (g/</a:t>
                      </a:r>
                      <a:r>
                        <a:rPr lang="en-GB" sz="2400" err="1">
                          <a:solidFill>
                            <a:schemeClr val="accent1"/>
                          </a:solidFill>
                        </a:rPr>
                        <a:t>kWH</a:t>
                      </a:r>
                      <a:r>
                        <a:rPr lang="en-GB" sz="2400">
                          <a:solidFill>
                            <a:schemeClr val="accent1"/>
                          </a:solidFill>
                        </a:rPr>
                        <a:t>)</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319.45</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4880"/>
                  </a:ext>
                </a:extLst>
              </a:tr>
              <a:tr h="172946">
                <a:tc>
                  <a:txBody>
                    <a:bodyPr/>
                    <a:lstStyle/>
                    <a:p>
                      <a:r>
                        <a:rPr lang="en-GB" sz="2400">
                          <a:solidFill>
                            <a:schemeClr val="accent1"/>
                          </a:solidFill>
                        </a:rPr>
                        <a:t>Maximum torque (Nm)</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2016</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21039373"/>
                  </a:ext>
                </a:extLst>
              </a:tr>
              <a:tr h="172946">
                <a:tc>
                  <a:txBody>
                    <a:bodyPr/>
                    <a:lstStyle/>
                    <a:p>
                      <a:r>
                        <a:rPr lang="en-GB" sz="2400">
                          <a:solidFill>
                            <a:schemeClr val="accent1"/>
                          </a:solidFill>
                        </a:rPr>
                        <a:t>Fuel flow rate (kg/hr)</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153</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4588638"/>
                  </a:ext>
                </a:extLst>
              </a:tr>
              <a:tr h="172946">
                <a:tc>
                  <a:txBody>
                    <a:bodyPr/>
                    <a:lstStyle/>
                    <a:p>
                      <a:r>
                        <a:rPr lang="en-GB" sz="2400">
                          <a:solidFill>
                            <a:schemeClr val="accent1"/>
                          </a:solidFill>
                        </a:rPr>
                        <a:t>Transmission loss</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7.8%</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4380862"/>
                  </a:ext>
                </a:extLst>
              </a:tr>
              <a:tr h="172946">
                <a:tc>
                  <a:txBody>
                    <a:bodyPr/>
                    <a:lstStyle/>
                    <a:p>
                      <a:r>
                        <a:rPr lang="en-GB" sz="2400">
                          <a:solidFill>
                            <a:schemeClr val="accent1"/>
                          </a:solidFill>
                        </a:rPr>
                        <a:t>Transmission stages</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3</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0520367"/>
                  </a:ext>
                </a:extLst>
              </a:tr>
              <a:tr h="172946">
                <a:tc>
                  <a:txBody>
                    <a:bodyPr/>
                    <a:lstStyle/>
                    <a:p>
                      <a:r>
                        <a:rPr lang="en-GB" sz="2400">
                          <a:solidFill>
                            <a:schemeClr val="accent1"/>
                          </a:solidFill>
                        </a:rPr>
                        <a:t>Reduction ratio</a:t>
                      </a:r>
                    </a:p>
                  </a:txBody>
                  <a:tcPr>
                    <a:lnL w="1905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2400"/>
                        <a:t>15.82</a:t>
                      </a:r>
                    </a:p>
                  </a:txBody>
                  <a:tcPr>
                    <a:lnL>
                      <a:noFill/>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74814426"/>
                  </a:ext>
                </a:extLst>
              </a:tr>
            </a:tbl>
          </a:graphicData>
        </a:graphic>
      </p:graphicFrame>
      <p:grpSp>
        <p:nvGrpSpPr>
          <p:cNvPr id="31" name="Group 30">
            <a:extLst>
              <a:ext uri="{FF2B5EF4-FFF2-40B4-BE49-F238E27FC236}">
                <a16:creationId xmlns:a16="http://schemas.microsoft.com/office/drawing/2014/main" id="{7984104A-C80A-5A9D-9AE6-297EDDDFD104}"/>
              </a:ext>
            </a:extLst>
          </p:cNvPr>
          <p:cNvGrpSpPr/>
          <p:nvPr/>
        </p:nvGrpSpPr>
        <p:grpSpPr>
          <a:xfrm>
            <a:off x="14703964" y="1579821"/>
            <a:ext cx="7671554" cy="5796797"/>
            <a:chOff x="5533293" y="15244420"/>
            <a:chExt cx="7671554" cy="5796797"/>
          </a:xfrm>
        </p:grpSpPr>
        <p:graphicFrame>
          <p:nvGraphicFramePr>
            <p:cNvPr id="10" name="Chart 9">
              <a:extLst>
                <a:ext uri="{FF2B5EF4-FFF2-40B4-BE49-F238E27FC236}">
                  <a16:creationId xmlns:a16="http://schemas.microsoft.com/office/drawing/2014/main" id="{A69641BB-E99F-3DE2-738C-E4D8891C708B}"/>
                </a:ext>
              </a:extLst>
            </p:cNvPr>
            <p:cNvGraphicFramePr/>
            <p:nvPr>
              <p:extLst>
                <p:ext uri="{D42A27DB-BD31-4B8C-83A1-F6EECF244321}">
                  <p14:modId xmlns:p14="http://schemas.microsoft.com/office/powerpoint/2010/main" val="390551565"/>
                </p:ext>
              </p:extLst>
            </p:nvPr>
          </p:nvGraphicFramePr>
          <p:xfrm>
            <a:off x="5533293" y="15244420"/>
            <a:ext cx="7671554" cy="5796797"/>
          </p:xfrm>
          <a:graphic>
            <a:graphicData uri="http://schemas.openxmlformats.org/drawingml/2006/chart">
              <c:chart xmlns:c="http://schemas.openxmlformats.org/drawingml/2006/chart" xmlns:r="http://schemas.openxmlformats.org/officeDocument/2006/relationships" r:id="rId4"/>
            </a:graphicData>
          </a:graphic>
        </p:graphicFrame>
        <p:sp>
          <p:nvSpPr>
            <p:cNvPr id="30" name="Content Placeholder 22">
              <a:extLst>
                <a:ext uri="{FF2B5EF4-FFF2-40B4-BE49-F238E27FC236}">
                  <a16:creationId xmlns:a16="http://schemas.microsoft.com/office/drawing/2014/main" id="{DFA6D3E3-E14C-4FB2-C802-C755F88C554D}"/>
                </a:ext>
              </a:extLst>
            </p:cNvPr>
            <p:cNvSpPr txBox="1">
              <a:spLocks/>
            </p:cNvSpPr>
            <p:nvPr/>
          </p:nvSpPr>
          <p:spPr>
            <a:xfrm>
              <a:off x="7997065" y="17470680"/>
              <a:ext cx="2688060" cy="1361267"/>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5" algn="ctr">
                <a:lnSpc>
                  <a:spcPct val="100000"/>
                </a:lnSpc>
                <a:spcAft>
                  <a:spcPts val="0"/>
                </a:spcAft>
              </a:pPr>
              <a:r>
                <a:rPr lang="en-GB"/>
                <a:t>MTOW</a:t>
              </a:r>
            </a:p>
            <a:p>
              <a:pPr lvl="5" algn="ctr">
                <a:lnSpc>
                  <a:spcPct val="100000"/>
                </a:lnSpc>
                <a:spcAft>
                  <a:spcPts val="0"/>
                </a:spcAft>
              </a:pPr>
              <a:r>
                <a:rPr lang="en-GB"/>
                <a:t>3,500kg</a:t>
              </a:r>
              <a:br>
                <a:rPr lang="en-GB"/>
              </a:br>
              <a:endParaRPr lang="en-GB"/>
            </a:p>
          </p:txBody>
        </p:sp>
      </p:grpSp>
      <p:graphicFrame>
        <p:nvGraphicFramePr>
          <p:cNvPr id="32" name="Table 31">
            <a:extLst>
              <a:ext uri="{FF2B5EF4-FFF2-40B4-BE49-F238E27FC236}">
                <a16:creationId xmlns:a16="http://schemas.microsoft.com/office/drawing/2014/main" id="{71D34721-A6A4-570D-5DC6-2BFD24D028FA}"/>
              </a:ext>
            </a:extLst>
          </p:cNvPr>
          <p:cNvGraphicFramePr>
            <a:graphicFrameLocks noGrp="1"/>
          </p:cNvGraphicFramePr>
          <p:nvPr/>
        </p:nvGraphicFramePr>
        <p:xfrm>
          <a:off x="215377" y="11672195"/>
          <a:ext cx="4513296" cy="3870960"/>
        </p:xfrm>
        <a:graphic>
          <a:graphicData uri="http://schemas.openxmlformats.org/drawingml/2006/table">
            <a:tbl>
              <a:tblPr firstRow="1" bandRow="1">
                <a:tableStyleId>{69012ECD-51FC-41F1-AA8D-1B2483CD663E}</a:tableStyleId>
              </a:tblPr>
              <a:tblGrid>
                <a:gridCol w="2648817">
                  <a:extLst>
                    <a:ext uri="{9D8B030D-6E8A-4147-A177-3AD203B41FA5}">
                      <a16:colId xmlns:a16="http://schemas.microsoft.com/office/drawing/2014/main" val="1949948004"/>
                    </a:ext>
                  </a:extLst>
                </a:gridCol>
                <a:gridCol w="1864479">
                  <a:extLst>
                    <a:ext uri="{9D8B030D-6E8A-4147-A177-3AD203B41FA5}">
                      <a16:colId xmlns:a16="http://schemas.microsoft.com/office/drawing/2014/main" val="3015140761"/>
                    </a:ext>
                  </a:extLst>
                </a:gridCol>
              </a:tblGrid>
              <a:tr h="172946">
                <a:tc gridSpan="2">
                  <a:txBody>
                    <a:bodyPr/>
                    <a:lstStyle/>
                    <a:p>
                      <a:pPr algn="ctr"/>
                      <a:r>
                        <a:rPr lang="en-GB" sz="4400"/>
                        <a:t>Empennage</a:t>
                      </a:r>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tc>
                <a:extLst>
                  <a:ext uri="{0D108BD9-81ED-4DB2-BD59-A6C34878D82A}">
                    <a16:rowId xmlns:a16="http://schemas.microsoft.com/office/drawing/2014/main" val="3066905501"/>
                  </a:ext>
                </a:extLst>
              </a:tr>
              <a:tr h="311303">
                <a:tc>
                  <a:txBody>
                    <a:bodyPr/>
                    <a:lstStyle/>
                    <a:p>
                      <a:r>
                        <a:rPr lang="en-GB" sz="2400"/>
                        <a:t>Boom length</a:t>
                      </a:r>
                    </a:p>
                  </a:txBody>
                  <a:tcP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400"/>
                        <a:t>.</a:t>
                      </a:r>
                    </a:p>
                  </a:txBody>
                  <a:tcP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172946">
                <a:tc>
                  <a:txBody>
                    <a:bodyPr/>
                    <a:lstStyle/>
                    <a:p>
                      <a:r>
                        <a:rPr lang="en-GB" sz="2400" err="1"/>
                        <a:t>Airfoil</a:t>
                      </a:r>
                      <a:r>
                        <a:rPr lang="en-GB" sz="2400"/>
                        <a:t> </a:t>
                      </a:r>
                    </a:p>
                  </a:txBody>
                  <a:tcPr>
                    <a:lnL w="19050" cap="flat" cmpd="sng" algn="ctr">
                      <a:solidFill>
                        <a:srgbClr val="0000CD"/>
                      </a:solidFill>
                      <a:prstDash val="solid"/>
                      <a:round/>
                      <a:headEnd type="none" w="med" len="med"/>
                      <a:tailEnd type="none" w="med" len="med"/>
                    </a:lnL>
                  </a:tcPr>
                </a:tc>
                <a:tc>
                  <a:txBody>
                    <a:bodyPr/>
                    <a:lstStyle/>
                    <a:p>
                      <a:pPr algn="ctr"/>
                      <a:r>
                        <a:rPr lang="en-GB" sz="2400"/>
                        <a:t>NACA 0015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2738470465"/>
                  </a:ext>
                </a:extLst>
              </a:tr>
              <a:tr h="172946">
                <a:tc>
                  <a:txBody>
                    <a:bodyPr/>
                    <a:lstStyle/>
                    <a:p>
                      <a:r>
                        <a:rPr lang="en-GB" sz="2400"/>
                        <a:t>HTP chord</a:t>
                      </a:r>
                    </a:p>
                  </a:txBody>
                  <a:tcPr>
                    <a:lnL w="19050" cap="flat" cmpd="sng" algn="ctr">
                      <a:solidFill>
                        <a:srgbClr val="0000CD"/>
                      </a:solidFill>
                      <a:prstDash val="solid"/>
                      <a:round/>
                      <a:headEnd type="none" w="med" len="med"/>
                      <a:tailEnd type="none" w="med" len="med"/>
                    </a:lnL>
                  </a:tcPr>
                </a:tc>
                <a:tc>
                  <a:txBody>
                    <a:bodyPr/>
                    <a:lstStyle/>
                    <a:p>
                      <a:pPr algn="ctr"/>
                      <a:r>
                        <a:rPr lang="en-GB" sz="2400"/>
                        <a:t>319.45</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654880"/>
                  </a:ext>
                </a:extLst>
              </a:tr>
              <a:tr h="172946">
                <a:tc>
                  <a:txBody>
                    <a:bodyPr/>
                    <a:lstStyle/>
                    <a:p>
                      <a:r>
                        <a:rPr lang="en-GB" sz="2400"/>
                        <a:t>HTP span</a:t>
                      </a:r>
                    </a:p>
                  </a:txBody>
                  <a:tcPr>
                    <a:lnL w="19050" cap="flat" cmpd="sng" algn="ctr">
                      <a:solidFill>
                        <a:srgbClr val="0000CD"/>
                      </a:solidFill>
                      <a:prstDash val="solid"/>
                      <a:round/>
                      <a:headEnd type="none" w="med" len="med"/>
                      <a:tailEnd type="none" w="med" len="med"/>
                    </a:lnL>
                  </a:tcPr>
                </a:tc>
                <a:tc>
                  <a:txBody>
                    <a:bodyPr/>
                    <a:lstStyle/>
                    <a:p>
                      <a:pPr algn="ctr"/>
                      <a:r>
                        <a:rPr lang="en-GB" sz="2400"/>
                        <a:t>2016</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621039373"/>
                  </a:ext>
                </a:extLst>
              </a:tr>
              <a:tr h="172946">
                <a:tc>
                  <a:txBody>
                    <a:bodyPr/>
                    <a:lstStyle/>
                    <a:p>
                      <a:r>
                        <a:rPr lang="en-GB" sz="2400"/>
                        <a:t>VTP height</a:t>
                      </a:r>
                    </a:p>
                  </a:txBody>
                  <a:tcPr>
                    <a:lnL w="19050" cap="flat" cmpd="sng" algn="ctr">
                      <a:solidFill>
                        <a:srgbClr val="0000CD"/>
                      </a:solidFill>
                      <a:prstDash val="solid"/>
                      <a:round/>
                      <a:headEnd type="none" w="med" len="med"/>
                      <a:tailEnd type="none" w="med" len="med"/>
                    </a:lnL>
                  </a:tcPr>
                </a:tc>
                <a:tc>
                  <a:txBody>
                    <a:bodyPr/>
                    <a:lstStyle/>
                    <a:p>
                      <a:pPr algn="ctr"/>
                      <a:r>
                        <a:rPr lang="en-GB" sz="2400"/>
                        <a:t>153</a:t>
                      </a:r>
                    </a:p>
                  </a:txBody>
                  <a:tcPr>
                    <a:lnR w="19050" cap="flat" cmpd="sng" algn="ctr">
                      <a:solidFill>
                        <a:srgbClr val="0000CD"/>
                      </a:solidFill>
                      <a:prstDash val="solid"/>
                      <a:round/>
                      <a:headEnd type="none" w="med" len="med"/>
                      <a:tailEnd type="none" w="med" len="med"/>
                    </a:lnR>
                  </a:tcPr>
                </a:tc>
                <a:extLst>
                  <a:ext uri="{0D108BD9-81ED-4DB2-BD59-A6C34878D82A}">
                    <a16:rowId xmlns:a16="http://schemas.microsoft.com/office/drawing/2014/main" val="1234588638"/>
                  </a:ext>
                </a:extLst>
              </a:tr>
              <a:tr h="172946">
                <a:tc>
                  <a:txBody>
                    <a:bodyPr/>
                    <a:lstStyle/>
                    <a:p>
                      <a:r>
                        <a:rPr lang="en-GB" sz="2400"/>
                        <a:t>Empennage material</a:t>
                      </a:r>
                    </a:p>
                  </a:txBody>
                  <a:tcP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a:txBody>
                    <a:bodyPr/>
                    <a:lstStyle/>
                    <a:p>
                      <a:pPr algn="ctr"/>
                      <a:r>
                        <a:rPr lang="en-GB" sz="2400"/>
                        <a:t>UD CFRP</a:t>
                      </a:r>
                      <a:br>
                        <a:rPr lang="en-GB" sz="2400"/>
                      </a:br>
                      <a:r>
                        <a:rPr lang="en-GB" sz="2400"/>
                        <a:t>Al 7075</a:t>
                      </a:r>
                    </a:p>
                  </a:txBody>
                  <a:tcP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1434380862"/>
                  </a:ext>
                </a:extLst>
              </a:tr>
            </a:tbl>
          </a:graphicData>
        </a:graphic>
      </p:graphicFrame>
      <p:sp>
        <p:nvSpPr>
          <p:cNvPr id="33" name="Text Placeholder 44">
            <a:extLst>
              <a:ext uri="{FF2B5EF4-FFF2-40B4-BE49-F238E27FC236}">
                <a16:creationId xmlns:a16="http://schemas.microsoft.com/office/drawing/2014/main" id="{A86E6ECC-594D-4647-24BD-C52BE02EB5BD}"/>
              </a:ext>
            </a:extLst>
          </p:cNvPr>
          <p:cNvSpPr txBox="1">
            <a:spLocks/>
          </p:cNvSpPr>
          <p:nvPr/>
        </p:nvSpPr>
        <p:spPr>
          <a:xfrm>
            <a:off x="215377" y="15734541"/>
            <a:ext cx="13758154" cy="5306676"/>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lgn="ctr"/>
            <a:r>
              <a:rPr lang="en-GB"/>
              <a:t>Performance characteristics</a:t>
            </a:r>
          </a:p>
          <a:p>
            <a:pPr algn="ctr"/>
            <a:endParaRPr lang="en-GB"/>
          </a:p>
        </p:txBody>
      </p:sp>
      <p:pic>
        <p:nvPicPr>
          <p:cNvPr id="41" name="Picture 40">
            <a:extLst>
              <a:ext uri="{FF2B5EF4-FFF2-40B4-BE49-F238E27FC236}">
                <a16:creationId xmlns:a16="http://schemas.microsoft.com/office/drawing/2014/main" id="{2E59B0DD-8867-C9E3-B890-B768B5EB5E4A}"/>
              </a:ext>
            </a:extLst>
          </p:cNvPr>
          <p:cNvPicPr>
            <a:picLocks noChangeAspect="1"/>
          </p:cNvPicPr>
          <p:nvPr/>
        </p:nvPicPr>
        <p:blipFill>
          <a:blip r:embed="rId5"/>
          <a:stretch>
            <a:fillRect/>
          </a:stretch>
        </p:blipFill>
        <p:spPr>
          <a:xfrm>
            <a:off x="25664160" y="18834817"/>
            <a:ext cx="1677531" cy="2289553"/>
          </a:xfrm>
          <a:prstGeom prst="rect">
            <a:avLst/>
          </a:prstGeom>
        </p:spPr>
      </p:pic>
      <p:pic>
        <p:nvPicPr>
          <p:cNvPr id="42" name="图片 9" descr="图片包含 形状&#10;&#10;AI 生成的内容可能不正确。">
            <a:extLst>
              <a:ext uri="{FF2B5EF4-FFF2-40B4-BE49-F238E27FC236}">
                <a16:creationId xmlns:a16="http://schemas.microsoft.com/office/drawing/2014/main" id="{B3FEFA80-5B0E-11A1-4237-BE157BF2415C}"/>
              </a:ext>
            </a:extLst>
          </p:cNvPr>
          <p:cNvPicPr>
            <a:picLocks noChangeAspect="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rcRect b="14305"/>
          <a:stretch/>
        </p:blipFill>
        <p:spPr>
          <a:xfrm>
            <a:off x="29411375" y="12892614"/>
            <a:ext cx="7957352" cy="6819056"/>
          </a:xfrm>
          <a:prstGeom prst="rect">
            <a:avLst/>
          </a:prstGeom>
        </p:spPr>
      </p:pic>
      <p:pic>
        <p:nvPicPr>
          <p:cNvPr id="44" name="Picture 43">
            <a:extLst>
              <a:ext uri="{FF2B5EF4-FFF2-40B4-BE49-F238E27FC236}">
                <a16:creationId xmlns:a16="http://schemas.microsoft.com/office/drawing/2014/main" id="{56C736AB-8353-1D0D-8849-C590A17DBC86}"/>
              </a:ext>
            </a:extLst>
          </p:cNvPr>
          <p:cNvPicPr>
            <a:picLocks noChangeAspect="1"/>
          </p:cNvPicPr>
          <p:nvPr/>
        </p:nvPicPr>
        <p:blipFill>
          <a:blip r:embed="rId7"/>
          <a:stretch>
            <a:fillRect/>
          </a:stretch>
        </p:blipFill>
        <p:spPr>
          <a:xfrm>
            <a:off x="27526743" y="18650864"/>
            <a:ext cx="2765247" cy="2369001"/>
          </a:xfrm>
          <a:prstGeom prst="rect">
            <a:avLst/>
          </a:prstGeom>
        </p:spPr>
      </p:pic>
      <p:pic>
        <p:nvPicPr>
          <p:cNvPr id="46" name="Content Placeholder 7">
            <a:extLst>
              <a:ext uri="{FF2B5EF4-FFF2-40B4-BE49-F238E27FC236}">
                <a16:creationId xmlns:a16="http://schemas.microsoft.com/office/drawing/2014/main" id="{4E54444E-61E0-9FA7-3B71-1542C520EAB6}"/>
              </a:ext>
            </a:extLst>
          </p:cNvPr>
          <p:cNvPicPr>
            <a:picLocks noChangeAspect="1"/>
          </p:cNvPicPr>
          <p:nvPr/>
        </p:nvPicPr>
        <p:blipFill>
          <a:blip r:embed="rId8"/>
          <a:stretch>
            <a:fillRect/>
          </a:stretch>
        </p:blipFill>
        <p:spPr>
          <a:xfrm>
            <a:off x="11635810" y="11785691"/>
            <a:ext cx="6320844" cy="4049847"/>
          </a:xfrm>
          <a:prstGeom prst="rect">
            <a:avLst/>
          </a:prstGeom>
        </p:spPr>
      </p:pic>
      <p:sp>
        <p:nvSpPr>
          <p:cNvPr id="49" name="Text Placeholder 80">
            <a:extLst>
              <a:ext uri="{FF2B5EF4-FFF2-40B4-BE49-F238E27FC236}">
                <a16:creationId xmlns:a16="http://schemas.microsoft.com/office/drawing/2014/main" id="{849BAB01-14E6-C537-62FD-AF812B34D97E}"/>
              </a:ext>
            </a:extLst>
          </p:cNvPr>
          <p:cNvSpPr txBox="1">
            <a:spLocks/>
          </p:cNvSpPr>
          <p:nvPr/>
        </p:nvSpPr>
        <p:spPr>
          <a:xfrm>
            <a:off x="31398333" y="11119587"/>
            <a:ext cx="6977063" cy="494775"/>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a:t>Mass fractions of HALO’s component parts</a:t>
            </a:r>
          </a:p>
        </p:txBody>
      </p:sp>
      <p:sp>
        <p:nvSpPr>
          <p:cNvPr id="50" name="Text Placeholder 44">
            <a:extLst>
              <a:ext uri="{FF2B5EF4-FFF2-40B4-BE49-F238E27FC236}">
                <a16:creationId xmlns:a16="http://schemas.microsoft.com/office/drawing/2014/main" id="{F9D5AC8C-71A1-D78A-4818-C2397C54516D}"/>
              </a:ext>
            </a:extLst>
          </p:cNvPr>
          <p:cNvSpPr txBox="1">
            <a:spLocks/>
          </p:cNvSpPr>
          <p:nvPr/>
        </p:nvSpPr>
        <p:spPr>
          <a:xfrm>
            <a:off x="17966800" y="12542124"/>
            <a:ext cx="11712503" cy="13734691"/>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r>
              <a:rPr lang="en-GB"/>
              <a:t>Aerodynamic Design</a:t>
            </a:r>
          </a:p>
          <a:p>
            <a:r>
              <a:rPr lang="en-GB"/>
              <a:t>The first civilian </a:t>
            </a:r>
            <a:r>
              <a:rPr lang="en-GB">
                <a:solidFill>
                  <a:srgbClr val="0000CD"/>
                </a:solidFill>
                <a:latin typeface="+mj-lt"/>
              </a:rPr>
              <a:t>coaxial design </a:t>
            </a:r>
            <a:r>
              <a:rPr lang="en-GB"/>
              <a:t>since the 1990s, HALO bring new technology to old ideas. With 2 hingeless 3-bladed rotors providing lift, HALO minimises rotor size and does away with the need for a tail rotor. Torque balance analysis was used to optimise blade twist and taper, maximising thrust and lift whilst minimising profile drag.</a:t>
            </a:r>
          </a:p>
          <a:p>
            <a:r>
              <a:rPr lang="en-GB"/>
              <a:t>An </a:t>
            </a:r>
            <a:r>
              <a:rPr lang="en-GB">
                <a:solidFill>
                  <a:srgbClr val="0000CD"/>
                </a:solidFill>
                <a:latin typeface="+mj-lt"/>
              </a:rPr>
              <a:t>active flow control system </a:t>
            </a:r>
            <a:r>
              <a:rPr lang="en-GB"/>
              <a:t>is also implemented to reduce drag by up to 10%. The fuselage geometry was optimised through iterative modelling using CFD whilst a H-tail layout minimises airframe size and allows control at high speed.</a:t>
            </a:r>
          </a:p>
        </p:txBody>
      </p:sp>
      <p:sp>
        <p:nvSpPr>
          <p:cNvPr id="51" name="Text Placeholder 80">
            <a:extLst>
              <a:ext uri="{FF2B5EF4-FFF2-40B4-BE49-F238E27FC236}">
                <a16:creationId xmlns:a16="http://schemas.microsoft.com/office/drawing/2014/main" id="{8DB0FEF6-E6F9-3FD9-7F08-79AD2D8B36DD}"/>
              </a:ext>
            </a:extLst>
          </p:cNvPr>
          <p:cNvSpPr txBox="1">
            <a:spLocks/>
          </p:cNvSpPr>
          <p:nvPr/>
        </p:nvSpPr>
        <p:spPr>
          <a:xfrm>
            <a:off x="11938026" y="15574065"/>
            <a:ext cx="6977063" cy="494775"/>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a:t>HALO Cabin layout in medical configuration</a:t>
            </a:r>
          </a:p>
        </p:txBody>
      </p:sp>
      <p:sp>
        <p:nvSpPr>
          <p:cNvPr id="52" name="Text Placeholder 44">
            <a:extLst>
              <a:ext uri="{FF2B5EF4-FFF2-40B4-BE49-F238E27FC236}">
                <a16:creationId xmlns:a16="http://schemas.microsoft.com/office/drawing/2014/main" id="{0D2A6C3F-BC85-707D-2307-97460D80F8CE}"/>
              </a:ext>
            </a:extLst>
          </p:cNvPr>
          <p:cNvSpPr txBox="1">
            <a:spLocks/>
          </p:cNvSpPr>
          <p:nvPr/>
        </p:nvSpPr>
        <p:spPr>
          <a:xfrm>
            <a:off x="15287295" y="16174763"/>
            <a:ext cx="13293567" cy="13734691"/>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1"/>
            <a:r>
              <a:rPr lang="en-GB"/>
              <a:t>Engine selection</a:t>
            </a:r>
          </a:p>
          <a:p>
            <a:r>
              <a:rPr lang="en-GB"/>
              <a:t>The </a:t>
            </a:r>
            <a:r>
              <a:rPr lang="en-GB">
                <a:solidFill>
                  <a:srgbClr val="0000CD"/>
                </a:solidFill>
                <a:latin typeface="+mj-lt"/>
              </a:rPr>
              <a:t>Honeywell HTS900 </a:t>
            </a:r>
            <a:r>
              <a:rPr lang="en-GB"/>
              <a:t>was selected for HALO, delivering excellent performance with an excess of power for auxiliary systems. A custom transmission minimises losses.</a:t>
            </a:r>
          </a:p>
          <a:p>
            <a:endParaRPr lang="en-GB"/>
          </a:p>
          <a:p>
            <a:pPr lvl="1"/>
            <a:r>
              <a:rPr lang="en-GB"/>
              <a:t>Control systems</a:t>
            </a:r>
          </a:p>
          <a:p>
            <a:r>
              <a:rPr lang="en-GB"/>
              <a:t>Lorem ipsum sit </a:t>
            </a:r>
            <a:r>
              <a:rPr lang="en-GB" err="1"/>
              <a:t>dolor</a:t>
            </a:r>
            <a:r>
              <a:rPr lang="en-GB"/>
              <a:t> </a:t>
            </a:r>
            <a:r>
              <a:rPr lang="en-GB" err="1"/>
              <a:t>ames</a:t>
            </a:r>
            <a:endParaRPr lang="en-GB"/>
          </a:p>
        </p:txBody>
      </p:sp>
      <p:sp>
        <p:nvSpPr>
          <p:cNvPr id="5" name="矩形 62">
            <a:extLst>
              <a:ext uri="{FF2B5EF4-FFF2-40B4-BE49-F238E27FC236}">
                <a16:creationId xmlns:a16="http://schemas.microsoft.com/office/drawing/2014/main" id="{D7CA2D5D-2B04-13E0-F42C-03C443F9A6B2}"/>
              </a:ext>
            </a:extLst>
          </p:cNvPr>
          <p:cNvSpPr/>
          <p:nvPr/>
        </p:nvSpPr>
        <p:spPr>
          <a:xfrm>
            <a:off x="103650" y="4984749"/>
            <a:ext cx="4561996" cy="5339594"/>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6" name="文本占位符 9">
            <a:extLst>
              <a:ext uri="{FF2B5EF4-FFF2-40B4-BE49-F238E27FC236}">
                <a16:creationId xmlns:a16="http://schemas.microsoft.com/office/drawing/2014/main" id="{4BB89785-B4A3-2399-23BB-9943A633C869}"/>
              </a:ext>
            </a:extLst>
          </p:cNvPr>
          <p:cNvSpPr txBox="1">
            <a:spLocks/>
          </p:cNvSpPr>
          <p:nvPr/>
        </p:nvSpPr>
        <p:spPr>
          <a:xfrm>
            <a:off x="380588" y="4829304"/>
            <a:ext cx="1570830" cy="421796"/>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b="1">
                <a:solidFill>
                  <a:srgbClr val="0000CD"/>
                </a:solidFill>
                <a:latin typeface="Imperial Sans Display Semibold" panose="020B0703020202020204" pitchFamily="34" charset="0"/>
                <a:ea typeface="+mj-ea"/>
              </a:rPr>
              <a:t>Engine</a:t>
            </a:r>
            <a:endParaRPr lang="zh-CN" altLang="en-US" sz="2400" b="1">
              <a:solidFill>
                <a:srgbClr val="0000CD"/>
              </a:solidFill>
              <a:latin typeface="Imperial Sans Display Semibold" panose="020B0703020202020204" pitchFamily="34" charset="0"/>
              <a:ea typeface="+mj-ea"/>
            </a:endParaRPr>
          </a:p>
        </p:txBody>
      </p:sp>
      <p:graphicFrame>
        <p:nvGraphicFramePr>
          <p:cNvPr id="8" name="Table 28">
            <a:extLst>
              <a:ext uri="{FF2B5EF4-FFF2-40B4-BE49-F238E27FC236}">
                <a16:creationId xmlns:a16="http://schemas.microsoft.com/office/drawing/2014/main" id="{5158EDB4-06EB-6EB8-1A5F-8FC4F2CF1092}"/>
              </a:ext>
            </a:extLst>
          </p:cNvPr>
          <p:cNvGraphicFramePr>
            <a:graphicFrameLocks noGrp="1"/>
          </p:cNvGraphicFramePr>
          <p:nvPr>
            <p:extLst>
              <p:ext uri="{D42A27DB-BD31-4B8C-83A1-F6EECF244321}">
                <p14:modId xmlns:p14="http://schemas.microsoft.com/office/powerpoint/2010/main" val="3230408881"/>
              </p:ext>
            </p:extLst>
          </p:nvPr>
        </p:nvGraphicFramePr>
        <p:xfrm>
          <a:off x="5007549" y="4533643"/>
          <a:ext cx="3652411" cy="4304529"/>
        </p:xfrm>
        <a:graphic>
          <a:graphicData uri="http://schemas.openxmlformats.org/drawingml/2006/table">
            <a:tbl>
              <a:tblPr firstRow="1" bandRow="1">
                <a:tableStyleId>{69012ECD-51FC-41F1-AA8D-1B2483CD663E}</a:tableStyleId>
              </a:tblPr>
              <a:tblGrid>
                <a:gridCol w="175803">
                  <a:extLst>
                    <a:ext uri="{9D8B030D-6E8A-4147-A177-3AD203B41FA5}">
                      <a16:colId xmlns:a16="http://schemas.microsoft.com/office/drawing/2014/main" val="2735859148"/>
                    </a:ext>
                  </a:extLst>
                </a:gridCol>
                <a:gridCol w="2099492">
                  <a:extLst>
                    <a:ext uri="{9D8B030D-6E8A-4147-A177-3AD203B41FA5}">
                      <a16:colId xmlns:a16="http://schemas.microsoft.com/office/drawing/2014/main" val="1949948004"/>
                    </a:ext>
                  </a:extLst>
                </a:gridCol>
                <a:gridCol w="1377116">
                  <a:extLst>
                    <a:ext uri="{9D8B030D-6E8A-4147-A177-3AD203B41FA5}">
                      <a16:colId xmlns:a16="http://schemas.microsoft.com/office/drawing/2014/main" val="3015140761"/>
                    </a:ext>
                  </a:extLst>
                </a:gridCol>
              </a:tblGrid>
              <a:tr h="560529">
                <a:tc>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MTOW (kg)</a:t>
                      </a: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3500</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altLang="zh-CN" sz="1800">
                          <a:solidFill>
                            <a:srgbClr val="0000CD"/>
                          </a:solidFill>
                        </a:rPr>
                        <a:t>Cabin volume </a:t>
                      </a:r>
                      <a:r>
                        <a:rPr lang="en-GB" altLang="zh-CN" sz="1800">
                          <a:solidFill>
                            <a:srgbClr val="5B5BDE"/>
                          </a:solidFill>
                        </a:rPr>
                        <a:t>(m</a:t>
                      </a:r>
                      <a:r>
                        <a:rPr lang="en-GB" altLang="zh-CN" sz="1800" baseline="30000">
                          <a:solidFill>
                            <a:srgbClr val="5B5BDE"/>
                          </a:solidFill>
                        </a:rPr>
                        <a:t>3</a:t>
                      </a:r>
                      <a:r>
                        <a:rPr lang="en-GB" altLang="zh-CN" sz="1800" baseline="0">
                          <a:solidFill>
                            <a:srgbClr val="5B5BDE"/>
                          </a:solidFill>
                        </a:rPr>
                        <a:t>)</a:t>
                      </a:r>
                      <a:endParaRPr lang="en-GB" altLang="zh-CN" sz="1800">
                        <a:solidFill>
                          <a:srgbClr val="5B5BDE"/>
                        </a:solidFill>
                      </a:endParaRPr>
                    </a:p>
                  </a:txBody>
                  <a:tcPr marL="67399" marR="67399" marT="33700" marB="33700" anchor="ctr"/>
                </a:tc>
                <a:tc>
                  <a:txBody>
                    <a:bodyPr/>
                    <a:lstStyle/>
                    <a:p>
                      <a:pPr algn="ctr"/>
                      <a:r>
                        <a:rPr lang="en-GB" sz="1800"/>
                        <a:t>5.72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Fuel mass </a:t>
                      </a:r>
                      <a:r>
                        <a:rPr lang="en-GB" sz="1800">
                          <a:solidFill>
                            <a:srgbClr val="5B5BDE"/>
                          </a:solidFill>
                        </a:rPr>
                        <a:t>(kg)</a:t>
                      </a:r>
                    </a:p>
                  </a:txBody>
                  <a:tcPr anchor="ctr"/>
                </a:tc>
                <a:tc>
                  <a:txBody>
                    <a:bodyPr/>
                    <a:lstStyle/>
                    <a:p>
                      <a:pPr algn="ctr"/>
                      <a:r>
                        <a:rPr lang="en-GB" sz="1800"/>
                        <a:t>700</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Max pax</a:t>
                      </a:r>
                    </a:p>
                  </a:txBody>
                  <a:tcPr anchor="ctr"/>
                </a:tc>
                <a:tc>
                  <a:txBody>
                    <a:bodyPr/>
                    <a:lstStyle/>
                    <a:p>
                      <a:pPr algn="ctr"/>
                      <a:r>
                        <a:rPr lang="en-GB" sz="1800"/>
                        <a:t>6</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material</a:t>
                      </a:r>
                    </a:p>
                  </a:txBody>
                  <a:tcPr anchor="ctr"/>
                </a:tc>
                <a:tc>
                  <a:txBody>
                    <a:bodyPr/>
                    <a:lstStyle/>
                    <a:p>
                      <a:pPr algn="ctr"/>
                      <a:r>
                        <a:rPr lang="en-GB" sz="1800"/>
                        <a:t>QI CFRP</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thickness </a:t>
                      </a:r>
                      <a:r>
                        <a:rPr lang="en-GB" sz="1800">
                          <a:solidFill>
                            <a:srgbClr val="5B5BDE"/>
                          </a:solidFill>
                        </a:rPr>
                        <a:t>(mm)</a:t>
                      </a:r>
                    </a:p>
                  </a:txBody>
                  <a:tcPr anchor="ctr"/>
                </a:tc>
                <a:tc>
                  <a:txBody>
                    <a:bodyPr/>
                    <a:lstStyle/>
                    <a:p>
                      <a:pPr algn="ctr"/>
                      <a:r>
                        <a:rPr lang="en-GB" sz="1800"/>
                        <a:t>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Frame material</a:t>
                      </a:r>
                    </a:p>
                  </a:txBody>
                  <a:tcPr anchor="ctr"/>
                </a:tc>
                <a:tc>
                  <a:txBody>
                    <a:bodyPr/>
                    <a:lstStyle/>
                    <a:p>
                      <a:pPr algn="ctr"/>
                      <a:r>
                        <a:rPr lang="en-GB" sz="1800"/>
                        <a:t>Al 7075</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r>
                        <a:rPr lang="en-GB" altLang="zh-CN" sz="1800">
                          <a:solidFill>
                            <a:srgbClr val="0000CD"/>
                          </a:solidFill>
                        </a:rPr>
                        <a:t>Heavy frames</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2</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sp>
        <p:nvSpPr>
          <p:cNvPr id="9" name="文本占位符 9">
            <a:extLst>
              <a:ext uri="{FF2B5EF4-FFF2-40B4-BE49-F238E27FC236}">
                <a16:creationId xmlns:a16="http://schemas.microsoft.com/office/drawing/2014/main" id="{B58CB188-7902-8681-7136-9C67542A43DD}"/>
              </a:ext>
            </a:extLst>
          </p:cNvPr>
          <p:cNvSpPr txBox="1">
            <a:spLocks/>
          </p:cNvSpPr>
          <p:nvPr/>
        </p:nvSpPr>
        <p:spPr>
          <a:xfrm>
            <a:off x="5126735" y="4660847"/>
            <a:ext cx="963708"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Cabin</a:t>
            </a:r>
            <a:endParaRPr lang="zh-CN" altLang="en-US" sz="2400">
              <a:solidFill>
                <a:srgbClr val="0000CD"/>
              </a:solidFill>
              <a:latin typeface="Imperial Sans Display Semibold" panose="020B0703020202020204" pitchFamily="34" charset="0"/>
              <a:ea typeface="+mj-ea"/>
            </a:endParaRPr>
          </a:p>
        </p:txBody>
      </p:sp>
      <p:graphicFrame>
        <p:nvGraphicFramePr>
          <p:cNvPr id="12" name="Table 33">
            <a:extLst>
              <a:ext uri="{FF2B5EF4-FFF2-40B4-BE49-F238E27FC236}">
                <a16:creationId xmlns:a16="http://schemas.microsoft.com/office/drawing/2014/main" id="{D3FA246B-717D-7005-7844-8B9F816EF931}"/>
              </a:ext>
            </a:extLst>
          </p:cNvPr>
          <p:cNvGraphicFramePr>
            <a:graphicFrameLocks noGrp="1"/>
          </p:cNvGraphicFramePr>
          <p:nvPr>
            <p:extLst>
              <p:ext uri="{D42A27DB-BD31-4B8C-83A1-F6EECF244321}">
                <p14:modId xmlns:p14="http://schemas.microsoft.com/office/powerpoint/2010/main" val="3669720225"/>
              </p:ext>
            </p:extLst>
          </p:nvPr>
        </p:nvGraphicFramePr>
        <p:xfrm>
          <a:off x="393840" y="15926251"/>
          <a:ext cx="11715656" cy="2232000"/>
        </p:xfrm>
        <a:graphic>
          <a:graphicData uri="http://schemas.openxmlformats.org/drawingml/2006/table">
            <a:tbl>
              <a:tblPr firstRow="1" bandRow="1">
                <a:tableStyleId>{69012ECD-51FC-41F1-AA8D-1B2483CD663E}</a:tableStyleId>
              </a:tblPr>
              <a:tblGrid>
                <a:gridCol w="1852116">
                  <a:extLst>
                    <a:ext uri="{9D8B030D-6E8A-4147-A177-3AD203B41FA5}">
                      <a16:colId xmlns:a16="http://schemas.microsoft.com/office/drawing/2014/main" val="1949948004"/>
                    </a:ext>
                  </a:extLst>
                </a:gridCol>
                <a:gridCol w="1972708">
                  <a:extLst>
                    <a:ext uri="{9D8B030D-6E8A-4147-A177-3AD203B41FA5}">
                      <a16:colId xmlns:a16="http://schemas.microsoft.com/office/drawing/2014/main" val="3885440325"/>
                    </a:ext>
                  </a:extLst>
                </a:gridCol>
                <a:gridCol w="1972708">
                  <a:extLst>
                    <a:ext uri="{9D8B030D-6E8A-4147-A177-3AD203B41FA5}">
                      <a16:colId xmlns:a16="http://schemas.microsoft.com/office/drawing/2014/main" val="3032217572"/>
                    </a:ext>
                  </a:extLst>
                </a:gridCol>
                <a:gridCol w="1972708">
                  <a:extLst>
                    <a:ext uri="{9D8B030D-6E8A-4147-A177-3AD203B41FA5}">
                      <a16:colId xmlns:a16="http://schemas.microsoft.com/office/drawing/2014/main" val="309500243"/>
                    </a:ext>
                  </a:extLst>
                </a:gridCol>
                <a:gridCol w="1972708">
                  <a:extLst>
                    <a:ext uri="{9D8B030D-6E8A-4147-A177-3AD203B41FA5}">
                      <a16:colId xmlns:a16="http://schemas.microsoft.com/office/drawing/2014/main" val="2170776064"/>
                    </a:ext>
                  </a:extLst>
                </a:gridCol>
                <a:gridCol w="1972708">
                  <a:extLst>
                    <a:ext uri="{9D8B030D-6E8A-4147-A177-3AD203B41FA5}">
                      <a16:colId xmlns:a16="http://schemas.microsoft.com/office/drawing/2014/main" val="1252785815"/>
                    </a:ext>
                  </a:extLst>
                </a:gridCol>
              </a:tblGrid>
              <a:tr h="504000">
                <a:tc gridSpan="6">
                  <a:txBody>
                    <a:bodyPr/>
                    <a:lstStyle/>
                    <a:p>
                      <a:pPr algn="ctr"/>
                      <a:r>
                        <a:rPr lang="en-GB" sz="2400"/>
                        <a:t>Optimum performance</a:t>
                      </a:r>
                    </a:p>
                  </a:txBody>
                  <a:tcPr marL="83208" marR="83208" marT="41604" marB="41604" anchor="ct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792000">
                <a:tc>
                  <a:txBody>
                    <a:bodyPr/>
                    <a:lstStyle/>
                    <a:p>
                      <a:pPr algn="ctr"/>
                      <a:endParaRPr lang="en-GB" sz="2000" b="1" kern="1200">
                        <a:solidFill>
                          <a:srgbClr val="0000CD"/>
                        </a:solidFill>
                        <a:latin typeface="+mn-lt"/>
                        <a:ea typeface="+mn-ea"/>
                        <a:cs typeface="+mn-cs"/>
                      </a:endParaRP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Ceiling</a:t>
                      </a:r>
                    </a:p>
                    <a:p>
                      <a:pPr algn="ctr"/>
                      <a:r>
                        <a:rPr lang="en-GB" sz="2000" b="0" kern="1200">
                          <a:solidFill>
                            <a:srgbClr val="5B5BDE"/>
                          </a:solidFill>
                          <a:latin typeface="+mn-lt"/>
                          <a:ea typeface="+mn-ea"/>
                          <a:cs typeface="+mn-cs"/>
                        </a:rPr>
                        <a:t>(m)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Hover Ceiling OGE </a:t>
                      </a:r>
                      <a:r>
                        <a:rPr lang="en-GB" sz="2000" b="0" kern="1200">
                          <a:solidFill>
                            <a:srgbClr val="5B5BDE"/>
                          </a:solidFill>
                          <a:latin typeface="+mn-lt"/>
                          <a:ea typeface="+mn-ea"/>
                          <a:cs typeface="+mn-cs"/>
                        </a:rPr>
                        <a:t>(m)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Range</a:t>
                      </a:r>
                    </a:p>
                    <a:p>
                      <a:pPr algn="ctr"/>
                      <a:r>
                        <a:rPr lang="en-GB" sz="2000" b="0" kern="1200">
                          <a:solidFill>
                            <a:srgbClr val="5B5BDE"/>
                          </a:solidFill>
                          <a:latin typeface="+mn-lt"/>
                          <a:ea typeface="+mn-ea"/>
                          <a:cs typeface="+mn-cs"/>
                        </a:rPr>
                        <a:t>(km)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Endurance </a:t>
                      </a:r>
                      <a:r>
                        <a:rPr lang="en-GB" sz="2000" b="0" kern="1200">
                          <a:solidFill>
                            <a:srgbClr val="5B5BDE"/>
                          </a:solidFill>
                          <a:latin typeface="+mn-lt"/>
                          <a:ea typeface="+mn-ea"/>
                          <a:cs typeface="+mn-cs"/>
                        </a:rPr>
                        <a:t>(hrs)</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Max speed</a:t>
                      </a:r>
                    </a:p>
                    <a:p>
                      <a:pPr algn="ctr"/>
                      <a:r>
                        <a:rPr lang="en-GB" sz="2000" b="0" kern="1200">
                          <a:solidFill>
                            <a:srgbClr val="5B5BDE"/>
                          </a:solidFill>
                          <a:latin typeface="+mn-lt"/>
                          <a:ea typeface="+mn-ea"/>
                          <a:cs typeface="+mn-cs"/>
                        </a:rPr>
                        <a:t>(m/s)</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extLst>
                  <a:ext uri="{0D108BD9-81ED-4DB2-BD59-A6C34878D82A}">
                    <a16:rowId xmlns:a16="http://schemas.microsoft.com/office/drawing/2014/main" val="3066905501"/>
                  </a:ext>
                </a:extLst>
              </a:tr>
              <a:tr h="468000">
                <a:tc>
                  <a:txBody>
                    <a:bodyPr/>
                    <a:lstStyle/>
                    <a:p>
                      <a:r>
                        <a:rPr lang="en-GB" sz="2000">
                          <a:solidFill>
                            <a:srgbClr val="0000CD"/>
                          </a:solidFill>
                        </a:rPr>
                        <a:t>No payload</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000"/>
                        <a:t>12980</a:t>
                      </a:r>
                      <a:endParaRPr lang="en-GB" sz="2100"/>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8500</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1149</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8.3</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87.3</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468000">
                <a:tc>
                  <a:txBody>
                    <a:bodyPr/>
                    <a:lstStyle/>
                    <a:p>
                      <a:r>
                        <a:rPr lang="en-GB" sz="2000">
                          <a:solidFill>
                            <a:srgbClr val="0000CD"/>
                          </a:solidFill>
                        </a:rPr>
                        <a:t>Max payload</a:t>
                      </a:r>
                    </a:p>
                  </a:txBody>
                  <a:tcPr marL="74721" marR="74721" marT="37361" marB="37361" anchor="ctr">
                    <a:lnL w="19050" cap="flat" cmpd="sng" algn="ctr">
                      <a:solidFill>
                        <a:srgbClr val="0000CD"/>
                      </a:solidFill>
                      <a:prstDash val="solid"/>
                      <a:round/>
                      <a:headEnd type="none" w="med" len="med"/>
                      <a:tailEnd type="none" w="med" len="med"/>
                    </a:lnL>
                    <a:lnB w="19050" cap="flat" cmpd="sng" algn="ctr">
                      <a:solidFill>
                        <a:srgbClr val="0000CD"/>
                      </a:solidFill>
                      <a:prstDash val="solid"/>
                      <a:round/>
                      <a:headEnd type="none" w="med" len="med"/>
                      <a:tailEnd type="none" w="med" len="med"/>
                    </a:lnB>
                  </a:tcPr>
                </a:tc>
                <a:tc>
                  <a:txBody>
                    <a:bodyPr/>
                    <a:lstStyle/>
                    <a:p>
                      <a:pPr algn="ctr"/>
                      <a:r>
                        <a:rPr lang="en-GB" sz="2000"/>
                        <a:t>10850</a:t>
                      </a:r>
                      <a:endParaRPr lang="en-GB" sz="2100"/>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6040</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1018</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6.6</a:t>
                      </a:r>
                    </a:p>
                  </a:txBody>
                  <a:tcPr marL="74721" marR="74721" marT="37361" marB="37361" anchor="ctr">
                    <a:lnB w="19050" cap="flat" cmpd="sng" algn="ctr">
                      <a:solidFill>
                        <a:srgbClr val="0000CD"/>
                      </a:solidFill>
                      <a:prstDash val="solid"/>
                      <a:round/>
                      <a:headEnd type="none" w="med" len="med"/>
                      <a:tailEnd type="none" w="med" len="med"/>
                    </a:lnB>
                  </a:tcPr>
                </a:tc>
                <a:tc>
                  <a:txBody>
                    <a:bodyPr/>
                    <a:lstStyle/>
                    <a:p>
                      <a:pPr algn="ctr"/>
                      <a:r>
                        <a:rPr lang="en-GB" sz="2000"/>
                        <a:t>12.0</a:t>
                      </a:r>
                    </a:p>
                  </a:txBody>
                  <a:tcPr marL="74721" marR="74721" marT="37361" marB="37361" anchor="ctr">
                    <a:lnR w="19050" cap="flat" cmpd="sng" algn="ctr">
                      <a:solidFill>
                        <a:srgbClr val="0000CD"/>
                      </a:solidFill>
                      <a:prstDash val="solid"/>
                      <a:round/>
                      <a:headEnd type="none" w="med" len="med"/>
                      <a:tailEnd type="none" w="med" len="med"/>
                    </a:ln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2738470465"/>
                  </a:ext>
                </a:extLst>
              </a:tr>
            </a:tbl>
          </a:graphicData>
        </a:graphic>
      </p:graphicFrame>
      <p:graphicFrame>
        <p:nvGraphicFramePr>
          <p:cNvPr id="13" name="Table 36">
            <a:extLst>
              <a:ext uri="{FF2B5EF4-FFF2-40B4-BE49-F238E27FC236}">
                <a16:creationId xmlns:a16="http://schemas.microsoft.com/office/drawing/2014/main" id="{3B1ADCAF-DC28-FA09-2798-33B8438EE503}"/>
              </a:ext>
            </a:extLst>
          </p:cNvPr>
          <p:cNvGraphicFramePr>
            <a:graphicFrameLocks noGrp="1"/>
          </p:cNvGraphicFramePr>
          <p:nvPr>
            <p:extLst>
              <p:ext uri="{D42A27DB-BD31-4B8C-83A1-F6EECF244321}">
                <p14:modId xmlns:p14="http://schemas.microsoft.com/office/powerpoint/2010/main" val="862800663"/>
              </p:ext>
            </p:extLst>
          </p:nvPr>
        </p:nvGraphicFramePr>
        <p:xfrm>
          <a:off x="413010" y="18378438"/>
          <a:ext cx="11696487" cy="1800000"/>
        </p:xfrm>
        <a:graphic>
          <a:graphicData uri="http://schemas.openxmlformats.org/drawingml/2006/table">
            <a:tbl>
              <a:tblPr firstRow="1" bandRow="1">
                <a:tableStyleId>{69012ECD-51FC-41F1-AA8D-1B2483CD663E}</a:tableStyleId>
              </a:tblPr>
              <a:tblGrid>
                <a:gridCol w="1670927">
                  <a:extLst>
                    <a:ext uri="{9D8B030D-6E8A-4147-A177-3AD203B41FA5}">
                      <a16:colId xmlns:a16="http://schemas.microsoft.com/office/drawing/2014/main" val="3885440325"/>
                    </a:ext>
                  </a:extLst>
                </a:gridCol>
                <a:gridCol w="1670927">
                  <a:extLst>
                    <a:ext uri="{9D8B030D-6E8A-4147-A177-3AD203B41FA5}">
                      <a16:colId xmlns:a16="http://schemas.microsoft.com/office/drawing/2014/main" val="3032217572"/>
                    </a:ext>
                  </a:extLst>
                </a:gridCol>
                <a:gridCol w="1670927">
                  <a:extLst>
                    <a:ext uri="{9D8B030D-6E8A-4147-A177-3AD203B41FA5}">
                      <a16:colId xmlns:a16="http://schemas.microsoft.com/office/drawing/2014/main" val="309500243"/>
                    </a:ext>
                  </a:extLst>
                </a:gridCol>
                <a:gridCol w="1670927">
                  <a:extLst>
                    <a:ext uri="{9D8B030D-6E8A-4147-A177-3AD203B41FA5}">
                      <a16:colId xmlns:a16="http://schemas.microsoft.com/office/drawing/2014/main" val="2170776064"/>
                    </a:ext>
                  </a:extLst>
                </a:gridCol>
                <a:gridCol w="1670927">
                  <a:extLst>
                    <a:ext uri="{9D8B030D-6E8A-4147-A177-3AD203B41FA5}">
                      <a16:colId xmlns:a16="http://schemas.microsoft.com/office/drawing/2014/main" val="2251644573"/>
                    </a:ext>
                  </a:extLst>
                </a:gridCol>
                <a:gridCol w="1329657">
                  <a:extLst>
                    <a:ext uri="{9D8B030D-6E8A-4147-A177-3AD203B41FA5}">
                      <a16:colId xmlns:a16="http://schemas.microsoft.com/office/drawing/2014/main" val="1252785815"/>
                    </a:ext>
                  </a:extLst>
                </a:gridCol>
                <a:gridCol w="2012195">
                  <a:extLst>
                    <a:ext uri="{9D8B030D-6E8A-4147-A177-3AD203B41FA5}">
                      <a16:colId xmlns:a16="http://schemas.microsoft.com/office/drawing/2014/main" val="1769789925"/>
                    </a:ext>
                  </a:extLst>
                </a:gridCol>
              </a:tblGrid>
              <a:tr h="504000">
                <a:tc gridSpan="7">
                  <a:txBody>
                    <a:bodyPr/>
                    <a:lstStyle/>
                    <a:p>
                      <a:pPr algn="ctr"/>
                      <a:r>
                        <a:rPr lang="en-GB" sz="2400" b="1">
                          <a:solidFill>
                            <a:schemeClr val="bg1"/>
                          </a:solidFill>
                        </a:rPr>
                        <a:t>Mission Profile</a:t>
                      </a:r>
                    </a:p>
                  </a:txBody>
                  <a:tcPr marL="83208" marR="83208" marT="41604" marB="41604" anchor="ctr">
                    <a:lnL w="19050" cap="flat" cmpd="sng" algn="ctr">
                      <a:solidFill>
                        <a:srgbClr val="0000CD"/>
                      </a:solidFill>
                      <a:prstDash val="solid"/>
                      <a:round/>
                      <a:headEnd type="none" w="med" len="med"/>
                      <a:tailEnd type="none" w="med" len="med"/>
                    </a:lnL>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endParaRPr lang="en-GB"/>
                    </a:p>
                  </a:txBody>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tc hMerge="1">
                  <a:txBody>
                    <a:bodyPr/>
                    <a:lstStyle/>
                    <a:p>
                      <a:pPr algn="ctr"/>
                      <a:endParaRPr lang="en-GB" sz="2400"/>
                    </a:p>
                  </a:txBody>
                  <a:tcPr>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3335093929"/>
                  </a:ext>
                </a:extLst>
              </a:tr>
              <a:tr h="828000">
                <a:tc>
                  <a:txBody>
                    <a:bodyPr/>
                    <a:lstStyle/>
                    <a:p>
                      <a:pPr algn="ctr"/>
                      <a:r>
                        <a:rPr lang="en-GB" sz="2000" b="0" kern="1200">
                          <a:solidFill>
                            <a:srgbClr val="0000CD"/>
                          </a:solidFill>
                          <a:latin typeface="+mn-lt"/>
                          <a:ea typeface="+mn-ea"/>
                          <a:cs typeface="+mn-cs"/>
                        </a:rPr>
                        <a:t>Altitude </a:t>
                      </a:r>
                      <a:r>
                        <a:rPr lang="en-GB" sz="2000" b="0" kern="1200">
                          <a:solidFill>
                            <a:srgbClr val="5B5BDE"/>
                          </a:solidFill>
                          <a:latin typeface="+mn-lt"/>
                          <a:ea typeface="+mn-ea"/>
                          <a:cs typeface="+mn-cs"/>
                        </a:rPr>
                        <a:t>(ft/m)</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Speed (KTAS/ms</a:t>
                      </a:r>
                      <a:r>
                        <a:rPr lang="en-GB" sz="2000" b="0" kern="1200" baseline="30000">
                          <a:solidFill>
                            <a:srgbClr val="0000CD"/>
                          </a:solidFill>
                          <a:latin typeface="+mn-lt"/>
                          <a:ea typeface="+mn-ea"/>
                          <a:cs typeface="+mn-cs"/>
                        </a:rPr>
                        <a:t>-1</a:t>
                      </a:r>
                      <a:r>
                        <a:rPr lang="en-GB" sz="2000" b="0" kern="1200" baseline="0">
                          <a:solidFill>
                            <a:srgbClr val="0000CD"/>
                          </a:solidFill>
                          <a:latin typeface="+mn-lt"/>
                          <a:ea typeface="+mn-ea"/>
                          <a:cs typeface="+mn-cs"/>
                        </a:rPr>
                        <a:t>)</a:t>
                      </a:r>
                      <a:endParaRPr lang="en-GB" sz="2000" b="0" kern="1200">
                        <a:solidFill>
                          <a:srgbClr val="0000CD"/>
                        </a:solidFill>
                        <a:latin typeface="+mn-lt"/>
                        <a:ea typeface="+mn-ea"/>
                        <a:cs typeface="+mn-cs"/>
                      </a:endParaRP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Payload</a:t>
                      </a:r>
                    </a:p>
                    <a:p>
                      <a:pPr algn="ctr"/>
                      <a:r>
                        <a:rPr lang="en-GB" sz="2000" b="0" kern="1200">
                          <a:solidFill>
                            <a:srgbClr val="5B5BDE"/>
                          </a:solidFill>
                          <a:latin typeface="+mn-lt"/>
                          <a:ea typeface="+mn-ea"/>
                          <a:cs typeface="+mn-cs"/>
                        </a:rPr>
                        <a:t>(kg)</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Cruise time </a:t>
                      </a:r>
                      <a:r>
                        <a:rPr lang="en-GB" sz="2000" b="0" kern="1200">
                          <a:solidFill>
                            <a:srgbClr val="5B5BDE"/>
                          </a:solidFill>
                          <a:latin typeface="+mn-lt"/>
                          <a:ea typeface="+mn-ea"/>
                          <a:cs typeface="+mn-cs"/>
                        </a:rPr>
                        <a:t>(min)</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Cruise range </a:t>
                      </a:r>
                      <a:r>
                        <a:rPr lang="en-GB" sz="2000" b="0" kern="1200">
                          <a:solidFill>
                            <a:srgbClr val="5B5BDE"/>
                          </a:solidFill>
                          <a:latin typeface="+mn-lt"/>
                          <a:ea typeface="+mn-ea"/>
                          <a:cs typeface="+mn-cs"/>
                        </a:rPr>
                        <a:t>(nm/km)</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Hover time (min)</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Contingency cruise </a:t>
                      </a:r>
                      <a:r>
                        <a:rPr lang="en-GB" sz="2000" b="0" kern="1200">
                          <a:solidFill>
                            <a:srgbClr val="5B5BDE"/>
                          </a:solidFill>
                          <a:latin typeface="+mn-lt"/>
                          <a:ea typeface="+mn-ea"/>
                          <a:cs typeface="+mn-cs"/>
                        </a:rPr>
                        <a:t>(min)</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extLst>
                  <a:ext uri="{0D108BD9-81ED-4DB2-BD59-A6C34878D82A}">
                    <a16:rowId xmlns:a16="http://schemas.microsoft.com/office/drawing/2014/main" val="3066905501"/>
                  </a:ext>
                </a:extLst>
              </a:tr>
              <a:tr h="468000">
                <a:tc>
                  <a:txBody>
                    <a:bodyPr/>
                    <a:lstStyle/>
                    <a:p>
                      <a:pPr algn="ctr"/>
                      <a:r>
                        <a:rPr lang="en-GB" sz="2000"/>
                        <a:t>5000/1524</a:t>
                      </a:r>
                    </a:p>
                  </a:txBody>
                  <a:tcPr marL="74721" marR="74721" marT="37361" marB="37361" anchor="ctr">
                    <a:lnL w="19050" cap="flat" cmpd="sng" algn="ctr">
                      <a:solidFill>
                        <a:srgbClr val="0000CD"/>
                      </a:solidFill>
                      <a:prstDash val="solid"/>
                      <a:round/>
                      <a:headEnd type="none" w="med" len="med"/>
                      <a:tailEnd type="none" w="med" len="med"/>
                    </a:lnL>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140/72</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886</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90</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240/440</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25</a:t>
                      </a:r>
                    </a:p>
                  </a:txBody>
                  <a:tcPr marL="74721" marR="74721" marT="37361" marB="37361" anchor="ct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tc>
                  <a:txBody>
                    <a:bodyPr/>
                    <a:lstStyle/>
                    <a:p>
                      <a:pPr algn="ctr"/>
                      <a:r>
                        <a:rPr lang="en-GB" sz="2000"/>
                        <a:t>30</a:t>
                      </a:r>
                    </a:p>
                  </a:txBody>
                  <a:tcPr marL="74721" marR="74721" marT="37361" marB="37361" anchor="ctr">
                    <a:lnR w="19050" cap="flat" cmpd="sng" algn="ctr">
                      <a:solidFill>
                        <a:srgbClr val="0000CD"/>
                      </a:solidFill>
                      <a:prstDash val="solid"/>
                      <a:round/>
                      <a:headEnd type="none" w="med" len="med"/>
                      <a:tailEnd type="none" w="med" len="med"/>
                    </a:lnR>
                    <a:lnT w="19050" cap="flat" cmpd="sng" algn="ctr">
                      <a:solidFill>
                        <a:srgbClr val="0000CD"/>
                      </a:solidFill>
                      <a:prstDash val="solid"/>
                      <a:round/>
                      <a:headEnd type="none" w="med" len="med"/>
                      <a:tailEnd type="none" w="med" len="med"/>
                    </a:lnT>
                    <a:lnB w="19050" cap="flat" cmpd="sng" algn="ctr">
                      <a:solidFill>
                        <a:srgbClr val="0000CD"/>
                      </a:solidFill>
                      <a:prstDash val="solid"/>
                      <a:round/>
                      <a:headEnd type="none" w="med" len="med"/>
                      <a:tailEnd type="none" w="med" len="med"/>
                    </a:lnB>
                  </a:tcPr>
                </a:tc>
                <a:extLst>
                  <a:ext uri="{0D108BD9-81ED-4DB2-BD59-A6C34878D82A}">
                    <a16:rowId xmlns:a16="http://schemas.microsoft.com/office/drawing/2014/main" val="2896938951"/>
                  </a:ext>
                </a:extLst>
              </a:tr>
            </a:tbl>
          </a:graphicData>
        </a:graphic>
      </p:graphicFrame>
    </p:spTree>
    <p:extLst>
      <p:ext uri="{BB962C8B-B14F-4D97-AF65-F5344CB8AC3E}">
        <p14:creationId xmlns:p14="http://schemas.microsoft.com/office/powerpoint/2010/main" val="32800927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216">
            <a:extLst>
              <a:ext uri="{FF2B5EF4-FFF2-40B4-BE49-F238E27FC236}">
                <a16:creationId xmlns:a16="http://schemas.microsoft.com/office/drawing/2014/main" id="{2EA66EF8-CC38-71D6-9965-5C3413D17FC2}"/>
              </a:ext>
            </a:extLst>
          </p:cNvPr>
          <p:cNvSpPr/>
          <p:nvPr/>
        </p:nvSpPr>
        <p:spPr>
          <a:xfrm>
            <a:off x="413010" y="15377198"/>
            <a:ext cx="11693632" cy="2083741"/>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75" name="Right Triangle 74">
            <a:extLst>
              <a:ext uri="{FF2B5EF4-FFF2-40B4-BE49-F238E27FC236}">
                <a16:creationId xmlns:a16="http://schemas.microsoft.com/office/drawing/2014/main" id="{689E3F2A-10E4-07E2-E6CE-82ACB8DE27C7}"/>
              </a:ext>
            </a:extLst>
          </p:cNvPr>
          <p:cNvSpPr/>
          <p:nvPr/>
        </p:nvSpPr>
        <p:spPr>
          <a:xfrm rot="16200000">
            <a:off x="21608362" y="12682954"/>
            <a:ext cx="4085522" cy="13321956"/>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pic>
        <p:nvPicPr>
          <p:cNvPr id="13" name="图片 9" descr="图片包含 形状&#10;&#10;AI 生成的内容可能不正确。">
            <a:extLst>
              <a:ext uri="{FF2B5EF4-FFF2-40B4-BE49-F238E27FC236}">
                <a16:creationId xmlns:a16="http://schemas.microsoft.com/office/drawing/2014/main" id="{7BB7965E-EBEC-E7CB-F6E8-8B4A86214B00}"/>
              </a:ext>
            </a:extLst>
          </p:cNvPr>
          <p:cNvPicPr>
            <a:picLocks noChangeAspect="1"/>
          </p:cNvPicPr>
          <p:nvPr/>
        </p:nvPicPr>
        <p:blipFill>
          <a:blip r:embed="rId2">
            <a:alphaModFix amt="9000"/>
            <a:extLst>
              <a:ext uri="{28A0092B-C50C-407E-A947-70E740481C1C}">
                <a14:useLocalDpi xmlns:a14="http://schemas.microsoft.com/office/drawing/2010/main" val="0"/>
              </a:ext>
            </a:extLst>
          </a:blip>
          <a:srcRect b="14305"/>
          <a:stretch/>
        </p:blipFill>
        <p:spPr>
          <a:xfrm>
            <a:off x="6423810" y="1024246"/>
            <a:ext cx="23828211" cy="20419594"/>
          </a:xfrm>
          <a:prstGeom prst="rect">
            <a:avLst/>
          </a:prstGeom>
        </p:spPr>
      </p:pic>
      <p:sp>
        <p:nvSpPr>
          <p:cNvPr id="14" name="矩形 248">
            <a:extLst>
              <a:ext uri="{FF2B5EF4-FFF2-40B4-BE49-F238E27FC236}">
                <a16:creationId xmlns:a16="http://schemas.microsoft.com/office/drawing/2014/main" id="{1D281D19-9228-86FF-4EDB-9D0847F3D3CE}"/>
              </a:ext>
            </a:extLst>
          </p:cNvPr>
          <p:cNvSpPr/>
          <p:nvPr/>
        </p:nvSpPr>
        <p:spPr>
          <a:xfrm>
            <a:off x="20279071" y="5884147"/>
            <a:ext cx="9325543" cy="7408361"/>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pic>
        <p:nvPicPr>
          <p:cNvPr id="15" name="Content Placeholder 7">
            <a:extLst>
              <a:ext uri="{FF2B5EF4-FFF2-40B4-BE49-F238E27FC236}">
                <a16:creationId xmlns:a16="http://schemas.microsoft.com/office/drawing/2014/main" id="{3F7347D7-0EBF-E0E1-1405-1DD66C60E42C}"/>
              </a:ext>
            </a:extLst>
          </p:cNvPr>
          <p:cNvPicPr>
            <a:picLocks noChangeAspect="1"/>
          </p:cNvPicPr>
          <p:nvPr/>
        </p:nvPicPr>
        <p:blipFill>
          <a:blip r:embed="rId3"/>
          <a:stretch>
            <a:fillRect/>
          </a:stretch>
        </p:blipFill>
        <p:spPr>
          <a:xfrm>
            <a:off x="22959360" y="7347112"/>
            <a:ext cx="6454425" cy="4135434"/>
          </a:xfrm>
          <a:prstGeom prst="rect">
            <a:avLst/>
          </a:prstGeom>
        </p:spPr>
      </p:pic>
      <p:sp>
        <p:nvSpPr>
          <p:cNvPr id="16" name="文本框 251">
            <a:extLst>
              <a:ext uri="{FF2B5EF4-FFF2-40B4-BE49-F238E27FC236}">
                <a16:creationId xmlns:a16="http://schemas.microsoft.com/office/drawing/2014/main" id="{D0C2D1C6-31A7-0F50-6A88-58530134D2BA}"/>
              </a:ext>
            </a:extLst>
          </p:cNvPr>
          <p:cNvSpPr txBox="1"/>
          <p:nvPr/>
        </p:nvSpPr>
        <p:spPr>
          <a:xfrm>
            <a:off x="20423656" y="6260705"/>
            <a:ext cx="9180958" cy="7017306"/>
          </a:xfrm>
          <a:prstGeom prst="rect">
            <a:avLst/>
          </a:prstGeom>
          <a:noFill/>
        </p:spPr>
        <p:txBody>
          <a:bodyPr wrap="square">
            <a:spAutoFit/>
          </a:bodyPr>
          <a:lstStyle/>
          <a:p>
            <a:r>
              <a:rPr lang="en-GB" altLang="zh-CN" sz="2200"/>
              <a:t>Onboard systems are designed for </a:t>
            </a:r>
            <a:r>
              <a:rPr lang="en-GB" altLang="zh-CN" sz="2200">
                <a:solidFill>
                  <a:srgbClr val="0000CD"/>
                </a:solidFill>
                <a:latin typeface="+mj-lt"/>
              </a:rPr>
              <a:t>maximum safety</a:t>
            </a:r>
            <a:r>
              <a:rPr lang="en-GB" altLang="zh-CN" sz="2200"/>
              <a:t> whilst minimising</a:t>
            </a:r>
          </a:p>
          <a:p>
            <a:r>
              <a:rPr lang="en-GB" altLang="zh-CN" sz="2200"/>
              <a:t>mass and delivering value for customers. </a:t>
            </a:r>
            <a:r>
              <a:rPr lang="en-US" altLang="zh-CN" sz="2200"/>
              <a:t>Redundancy is present in all flight and patient critical subsystems</a:t>
            </a:r>
            <a:r>
              <a:rPr lang="en-GB" altLang="zh-CN" sz="2200"/>
              <a:t>.</a:t>
            </a:r>
          </a:p>
          <a:p>
            <a:endParaRPr lang="en-GB" altLang="zh-CN" sz="1200"/>
          </a:p>
          <a:p>
            <a:r>
              <a:rPr lang="en-US" altLang="zh-CN" sz="2200"/>
              <a:t>Modular, fully digital avionics </a:t>
            </a:r>
          </a:p>
          <a:p>
            <a:r>
              <a:rPr lang="en-US" altLang="zh-CN" sz="2200"/>
              <a:t>enable safer flight in any </a:t>
            </a:r>
          </a:p>
          <a:p>
            <a:r>
              <a:rPr lang="en-US" altLang="zh-CN" sz="2200"/>
              <a:t>weather, day or night, </a:t>
            </a:r>
          </a:p>
          <a:p>
            <a:r>
              <a:rPr lang="en-US" altLang="zh-CN" sz="2200"/>
              <a:t>incorporating systems </a:t>
            </a:r>
          </a:p>
          <a:p>
            <a:r>
              <a:rPr lang="en-US" altLang="zh-CN" sz="2200"/>
              <a:t>such as HTAWS, NVIS, </a:t>
            </a:r>
          </a:p>
          <a:p>
            <a:r>
              <a:rPr lang="en-US" altLang="zh-CN" sz="2200" err="1"/>
              <a:t>NavFLIR</a:t>
            </a:r>
            <a:r>
              <a:rPr lang="en-US" altLang="zh-CN" sz="2200"/>
              <a:t>, HUMS and</a:t>
            </a:r>
            <a:br>
              <a:rPr lang="en-US" altLang="zh-CN" sz="2200"/>
            </a:br>
            <a:r>
              <a:rPr lang="en-US" altLang="zh-CN" sz="2200"/>
              <a:t>ultrasonic deicing. </a:t>
            </a:r>
          </a:p>
          <a:p>
            <a:endParaRPr lang="en-GB" altLang="zh-CN" sz="2000"/>
          </a:p>
          <a:p>
            <a:r>
              <a:rPr lang="en-GB" altLang="zh-CN" sz="2200">
                <a:solidFill>
                  <a:srgbClr val="0000CD"/>
                </a:solidFill>
                <a:latin typeface="+mj-lt"/>
              </a:rPr>
              <a:t>Cabin layout </a:t>
            </a:r>
            <a:r>
              <a:rPr lang="en-GB" altLang="zh-CN" sz="2200"/>
              <a:t>was</a:t>
            </a:r>
          </a:p>
          <a:p>
            <a:r>
              <a:rPr lang="en-GB" altLang="zh-CN" sz="2200"/>
              <a:t>done with regards</a:t>
            </a:r>
          </a:p>
          <a:p>
            <a:r>
              <a:rPr lang="en-GB" altLang="zh-CN" sz="2200"/>
              <a:t>to existing EMS</a:t>
            </a:r>
          </a:p>
          <a:p>
            <a:r>
              <a:rPr lang="en-GB" altLang="zh-CN" sz="2200"/>
              <a:t>vehicles, with pro-</a:t>
            </a:r>
          </a:p>
          <a:p>
            <a:r>
              <a:rPr lang="en-GB" altLang="zh-CN" sz="2200"/>
              <a:t>vision for critical</a:t>
            </a:r>
          </a:p>
          <a:p>
            <a:r>
              <a:rPr lang="en-GB" altLang="zh-CN" sz="2200"/>
              <a:t>care equipment such as ECMO capability, prehospital analgesia, REBOA and other lifesaving procedures for the most urgent patients. Flexibility was maintained for other missions such as VIP transport or policing operations.</a:t>
            </a:r>
          </a:p>
        </p:txBody>
      </p:sp>
      <p:graphicFrame>
        <p:nvGraphicFramePr>
          <p:cNvPr id="17" name="Table 28">
            <a:extLst>
              <a:ext uri="{FF2B5EF4-FFF2-40B4-BE49-F238E27FC236}">
                <a16:creationId xmlns:a16="http://schemas.microsoft.com/office/drawing/2014/main" id="{2B33C740-AE78-2261-E0EB-EB1BF94B7E88}"/>
              </a:ext>
            </a:extLst>
          </p:cNvPr>
          <p:cNvGraphicFramePr>
            <a:graphicFrameLocks noGrp="1"/>
          </p:cNvGraphicFramePr>
          <p:nvPr>
            <p:extLst>
              <p:ext uri="{D42A27DB-BD31-4B8C-83A1-F6EECF244321}">
                <p14:modId xmlns:p14="http://schemas.microsoft.com/office/powerpoint/2010/main" val="1329935794"/>
              </p:ext>
            </p:extLst>
          </p:nvPr>
        </p:nvGraphicFramePr>
        <p:xfrm>
          <a:off x="4109144" y="4381200"/>
          <a:ext cx="3652411" cy="4304529"/>
        </p:xfrm>
        <a:graphic>
          <a:graphicData uri="http://schemas.openxmlformats.org/drawingml/2006/table">
            <a:tbl>
              <a:tblPr firstRow="1" bandRow="1">
                <a:tableStyleId>{69012ECD-51FC-41F1-AA8D-1B2483CD663E}</a:tableStyleId>
              </a:tblPr>
              <a:tblGrid>
                <a:gridCol w="175803">
                  <a:extLst>
                    <a:ext uri="{9D8B030D-6E8A-4147-A177-3AD203B41FA5}">
                      <a16:colId xmlns:a16="http://schemas.microsoft.com/office/drawing/2014/main" val="2735859148"/>
                    </a:ext>
                  </a:extLst>
                </a:gridCol>
                <a:gridCol w="2099492">
                  <a:extLst>
                    <a:ext uri="{9D8B030D-6E8A-4147-A177-3AD203B41FA5}">
                      <a16:colId xmlns:a16="http://schemas.microsoft.com/office/drawing/2014/main" val="1949948004"/>
                    </a:ext>
                  </a:extLst>
                </a:gridCol>
                <a:gridCol w="1377116">
                  <a:extLst>
                    <a:ext uri="{9D8B030D-6E8A-4147-A177-3AD203B41FA5}">
                      <a16:colId xmlns:a16="http://schemas.microsoft.com/office/drawing/2014/main" val="3015140761"/>
                    </a:ext>
                  </a:extLst>
                </a:gridCol>
              </a:tblGrid>
              <a:tr h="560529">
                <a:tc>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MTOW (kg)</a:t>
                      </a: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3500</a:t>
                      </a: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altLang="zh-CN" sz="1800">
                          <a:solidFill>
                            <a:srgbClr val="0000CD"/>
                          </a:solidFill>
                        </a:rPr>
                        <a:t>Cabin volume </a:t>
                      </a:r>
                      <a:r>
                        <a:rPr lang="en-GB" altLang="zh-CN" sz="1800">
                          <a:solidFill>
                            <a:srgbClr val="5B5BDE"/>
                          </a:solidFill>
                        </a:rPr>
                        <a:t>(m</a:t>
                      </a:r>
                      <a:r>
                        <a:rPr lang="en-GB" altLang="zh-CN" sz="1800" baseline="30000">
                          <a:solidFill>
                            <a:srgbClr val="5B5BDE"/>
                          </a:solidFill>
                        </a:rPr>
                        <a:t>3</a:t>
                      </a:r>
                      <a:r>
                        <a:rPr lang="en-GB" altLang="zh-CN" sz="1800" baseline="0">
                          <a:solidFill>
                            <a:srgbClr val="5B5BDE"/>
                          </a:solidFill>
                        </a:rPr>
                        <a:t>)</a:t>
                      </a:r>
                      <a:endParaRPr lang="en-GB" altLang="zh-CN" sz="1800">
                        <a:solidFill>
                          <a:srgbClr val="5B5BDE"/>
                        </a:solidFill>
                      </a:endParaRPr>
                    </a:p>
                  </a:txBody>
                  <a:tcPr marL="67399" marR="67399" marT="33700" marB="33700" anchor="ctr"/>
                </a:tc>
                <a:tc>
                  <a:txBody>
                    <a:bodyPr/>
                    <a:lstStyle/>
                    <a:p>
                      <a:pPr algn="ctr"/>
                      <a:r>
                        <a:rPr lang="en-GB" sz="1800"/>
                        <a:t>5.72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Fuel mass </a:t>
                      </a:r>
                      <a:r>
                        <a:rPr lang="en-GB" sz="1800">
                          <a:solidFill>
                            <a:srgbClr val="5B5BDE"/>
                          </a:solidFill>
                        </a:rPr>
                        <a:t>(kg)</a:t>
                      </a:r>
                    </a:p>
                  </a:txBody>
                  <a:tcPr anchor="ctr"/>
                </a:tc>
                <a:tc>
                  <a:txBody>
                    <a:bodyPr/>
                    <a:lstStyle/>
                    <a:p>
                      <a:pPr algn="ctr"/>
                      <a:r>
                        <a:rPr lang="en-GB" sz="1800"/>
                        <a:t>700</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Max pax</a:t>
                      </a:r>
                    </a:p>
                  </a:txBody>
                  <a:tcPr anchor="ctr"/>
                </a:tc>
                <a:tc>
                  <a:txBody>
                    <a:bodyPr/>
                    <a:lstStyle/>
                    <a:p>
                      <a:pPr algn="ctr"/>
                      <a:r>
                        <a:rPr lang="en-GB" sz="1800"/>
                        <a:t>6</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material</a:t>
                      </a:r>
                    </a:p>
                  </a:txBody>
                  <a:tcPr anchor="ctr"/>
                </a:tc>
                <a:tc>
                  <a:txBody>
                    <a:bodyPr/>
                    <a:lstStyle/>
                    <a:p>
                      <a:pPr algn="ctr"/>
                      <a:r>
                        <a:rPr lang="en-GB" sz="1800"/>
                        <a:t>QI CFRP</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Skin thickness </a:t>
                      </a:r>
                      <a:r>
                        <a:rPr lang="en-GB" sz="1800">
                          <a:solidFill>
                            <a:srgbClr val="5B5BDE"/>
                          </a:solidFill>
                        </a:rPr>
                        <a:t>(mm)</a:t>
                      </a:r>
                    </a:p>
                  </a:txBody>
                  <a:tcPr anchor="ctr"/>
                </a:tc>
                <a:tc>
                  <a:txBody>
                    <a:bodyPr/>
                    <a:lstStyle/>
                    <a:p>
                      <a:pPr algn="ctr"/>
                      <a:r>
                        <a:rPr lang="en-GB" sz="1800"/>
                        <a:t>2</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r>
                        <a:rPr lang="en-GB" sz="1800">
                          <a:solidFill>
                            <a:srgbClr val="0000CD"/>
                          </a:solidFill>
                        </a:rPr>
                        <a:t>Frame material</a:t>
                      </a:r>
                    </a:p>
                  </a:txBody>
                  <a:tcPr anchor="ctr"/>
                </a:tc>
                <a:tc>
                  <a:txBody>
                    <a:bodyPr/>
                    <a:lstStyle/>
                    <a:p>
                      <a:pPr algn="ctr"/>
                      <a:r>
                        <a:rPr lang="en-GB" sz="1800"/>
                        <a:t>Al 7075</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r>
                        <a:rPr lang="en-GB" altLang="zh-CN" sz="1800">
                          <a:solidFill>
                            <a:srgbClr val="0000CD"/>
                          </a:solidFill>
                        </a:rPr>
                        <a:t>Heavy frames</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2</a:t>
                      </a: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graphicFrame>
        <p:nvGraphicFramePr>
          <p:cNvPr id="18" name="Table 28">
            <a:extLst>
              <a:ext uri="{FF2B5EF4-FFF2-40B4-BE49-F238E27FC236}">
                <a16:creationId xmlns:a16="http://schemas.microsoft.com/office/drawing/2014/main" id="{B29B017D-0969-2FEB-95E8-1689998954E8}"/>
              </a:ext>
            </a:extLst>
          </p:cNvPr>
          <p:cNvGraphicFramePr>
            <a:graphicFrameLocks noGrp="1"/>
          </p:cNvGraphicFramePr>
          <p:nvPr>
            <p:extLst>
              <p:ext uri="{D42A27DB-BD31-4B8C-83A1-F6EECF244321}">
                <p14:modId xmlns:p14="http://schemas.microsoft.com/office/powerpoint/2010/main" val="1046252101"/>
              </p:ext>
            </p:extLst>
          </p:nvPr>
        </p:nvGraphicFramePr>
        <p:xfrm>
          <a:off x="413010" y="4387208"/>
          <a:ext cx="3356215" cy="5456529"/>
        </p:xfrm>
        <a:graphic>
          <a:graphicData uri="http://schemas.openxmlformats.org/drawingml/2006/table">
            <a:tbl>
              <a:tblPr firstRow="1" bandRow="1">
                <a:tableStyleId>{69012ECD-51FC-41F1-AA8D-1B2483CD663E}</a:tableStyleId>
              </a:tblPr>
              <a:tblGrid>
                <a:gridCol w="161547">
                  <a:extLst>
                    <a:ext uri="{9D8B030D-6E8A-4147-A177-3AD203B41FA5}">
                      <a16:colId xmlns:a16="http://schemas.microsoft.com/office/drawing/2014/main" val="2735859148"/>
                    </a:ext>
                  </a:extLst>
                </a:gridCol>
                <a:gridCol w="1706243">
                  <a:extLst>
                    <a:ext uri="{9D8B030D-6E8A-4147-A177-3AD203B41FA5}">
                      <a16:colId xmlns:a16="http://schemas.microsoft.com/office/drawing/2014/main" val="1949948004"/>
                    </a:ext>
                  </a:extLst>
                </a:gridCol>
                <a:gridCol w="1488425">
                  <a:extLst>
                    <a:ext uri="{9D8B030D-6E8A-4147-A177-3AD203B41FA5}">
                      <a16:colId xmlns:a16="http://schemas.microsoft.com/office/drawing/2014/main" val="3015140761"/>
                    </a:ext>
                  </a:extLst>
                </a:gridCol>
              </a:tblGrid>
              <a:tr h="560529">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Type</a:t>
                      </a: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HTS900</a:t>
                      </a:r>
                    </a:p>
                  </a:txBody>
                  <a:tcPr marL="67399" marR="67399" marT="33700" marB="337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Max power </a:t>
                      </a:r>
                      <a:r>
                        <a:rPr lang="en-GB" sz="1800">
                          <a:solidFill>
                            <a:srgbClr val="5B5BDE"/>
                          </a:solidFill>
                        </a:rPr>
                        <a:t>(kW)</a:t>
                      </a:r>
                    </a:p>
                  </a:txBody>
                  <a:tcPr marL="67399" marR="67399" marT="33700" marB="33700" anchor="ctr"/>
                </a:tc>
                <a:tc>
                  <a:txBody>
                    <a:bodyPr/>
                    <a:lstStyle/>
                    <a:p>
                      <a:pPr algn="ctr"/>
                      <a:r>
                        <a:rPr lang="en-GB" sz="1800"/>
                        <a:t>1334</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SFC </a:t>
                      </a:r>
                      <a:r>
                        <a:rPr lang="en-GB" sz="1800">
                          <a:solidFill>
                            <a:srgbClr val="5B5BDE"/>
                          </a:solidFill>
                        </a:rPr>
                        <a:t>(g/</a:t>
                      </a:r>
                      <a:r>
                        <a:rPr lang="en-GB" sz="1800" err="1">
                          <a:solidFill>
                            <a:srgbClr val="5B5BDE"/>
                          </a:solidFill>
                        </a:rPr>
                        <a:t>kWH</a:t>
                      </a:r>
                      <a:r>
                        <a:rPr lang="en-GB" sz="1800">
                          <a:solidFill>
                            <a:srgbClr val="5B5BDE"/>
                          </a:solidFill>
                        </a:rPr>
                        <a:t>)</a:t>
                      </a:r>
                    </a:p>
                  </a:txBody>
                  <a:tcPr marL="67399" marR="67399" marT="33700" marB="33700" anchor="ctr"/>
                </a:tc>
                <a:tc>
                  <a:txBody>
                    <a:bodyPr/>
                    <a:lstStyle/>
                    <a:p>
                      <a:pPr algn="ctr"/>
                      <a:r>
                        <a:rPr lang="en-GB" sz="1800"/>
                        <a:t>319.45</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Maximum torque </a:t>
                      </a:r>
                      <a:r>
                        <a:rPr lang="en-GB" sz="1800">
                          <a:solidFill>
                            <a:srgbClr val="5B5BDE"/>
                          </a:solidFill>
                        </a:rPr>
                        <a:t>(Nm)</a:t>
                      </a:r>
                    </a:p>
                  </a:txBody>
                  <a:tcPr marL="67399" marR="67399" marT="33700" marB="33700" anchor="ctr"/>
                </a:tc>
                <a:tc>
                  <a:txBody>
                    <a:bodyPr/>
                    <a:lstStyle/>
                    <a:p>
                      <a:pPr algn="ctr"/>
                      <a:r>
                        <a:rPr lang="en-GB" sz="1800"/>
                        <a:t>2016</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Fuel flow rate </a:t>
                      </a:r>
                      <a:r>
                        <a:rPr lang="en-GB" sz="1800">
                          <a:solidFill>
                            <a:srgbClr val="5B5BDE"/>
                          </a:solidFill>
                        </a:rPr>
                        <a:t>(kg/hr)</a:t>
                      </a:r>
                    </a:p>
                  </a:txBody>
                  <a:tcPr marL="67399" marR="67399" marT="33700" marB="33700" anchor="ctr"/>
                </a:tc>
                <a:tc>
                  <a:txBody>
                    <a:bodyPr/>
                    <a:lstStyle/>
                    <a:p>
                      <a:pPr algn="ctr"/>
                      <a:r>
                        <a:rPr lang="en-GB" sz="1800"/>
                        <a:t>153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Transmission loss</a:t>
                      </a:r>
                    </a:p>
                  </a:txBody>
                  <a:tcPr marL="67399" marR="67399" marT="33700" marB="33700" anchor="ctr"/>
                </a:tc>
                <a:tc>
                  <a:txBody>
                    <a:bodyPr/>
                    <a:lstStyle/>
                    <a:p>
                      <a:pPr algn="ctr"/>
                      <a:r>
                        <a:rPr lang="en-GB" sz="1800"/>
                        <a:t>7.8%</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Transmission stages</a:t>
                      </a:r>
                    </a:p>
                  </a:txBody>
                  <a:tcPr marL="67399" marR="67399" marT="33700" marB="33700" anchor="ctr"/>
                </a:tc>
                <a:tc>
                  <a:txBody>
                    <a:bodyPr/>
                    <a:lstStyle/>
                    <a:p>
                      <a:pPr algn="ctr"/>
                      <a:r>
                        <a:rPr lang="en-GB" sz="1800"/>
                        <a:t>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sz="1800">
                          <a:solidFill>
                            <a:srgbClr val="0000CD"/>
                          </a:solidFill>
                        </a:rPr>
                        <a:t>Reduction ratio</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15.82</a:t>
                      </a:r>
                    </a:p>
                  </a:txBody>
                  <a:tcPr marL="67399" marR="67399" marT="33700" marB="33700"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074814426"/>
                  </a:ext>
                </a:extLst>
              </a:tr>
            </a:tbl>
          </a:graphicData>
        </a:graphic>
      </p:graphicFrame>
      <p:sp>
        <p:nvSpPr>
          <p:cNvPr id="20" name="矩形 66">
            <a:extLst>
              <a:ext uri="{FF2B5EF4-FFF2-40B4-BE49-F238E27FC236}">
                <a16:creationId xmlns:a16="http://schemas.microsoft.com/office/drawing/2014/main" id="{6F340EEA-13F1-205F-511C-478949C77CE8}"/>
              </a:ext>
            </a:extLst>
          </p:cNvPr>
          <p:cNvSpPr/>
          <p:nvPr/>
        </p:nvSpPr>
        <p:spPr>
          <a:xfrm>
            <a:off x="12531696" y="7299134"/>
            <a:ext cx="7290735" cy="4068659"/>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3" name="页脚占位符 3">
            <a:extLst>
              <a:ext uri="{FF2B5EF4-FFF2-40B4-BE49-F238E27FC236}">
                <a16:creationId xmlns:a16="http://schemas.microsoft.com/office/drawing/2014/main" id="{EEBB4E39-759B-D2E3-06AC-F90114291AD7}"/>
              </a:ext>
            </a:extLst>
          </p:cNvPr>
          <p:cNvSpPr>
            <a:spLocks noGrp="1"/>
          </p:cNvSpPr>
          <p:nvPr>
            <p:ph type="ftr" sz="quarter" idx="12"/>
          </p:nvPr>
        </p:nvSpPr>
        <p:spPr>
          <a:xfrm>
            <a:off x="22078299" y="20692509"/>
            <a:ext cx="3154388" cy="327356"/>
          </a:xfrm>
        </p:spPr>
        <p:txBody>
          <a:bodyPr/>
          <a:lstStyle/>
          <a:p>
            <a:r>
              <a:rPr lang="en-GB" sz="2400" noProof="0">
                <a:solidFill>
                  <a:schemeClr val="bg1"/>
                </a:solidFill>
              </a:rPr>
              <a:t>19</a:t>
            </a:r>
            <a:r>
              <a:rPr lang="en-GB" sz="2400" baseline="30000" noProof="0">
                <a:solidFill>
                  <a:schemeClr val="bg1"/>
                </a:solidFill>
              </a:rPr>
              <a:t>th</a:t>
            </a:r>
            <a:r>
              <a:rPr lang="en-GB" sz="2400" noProof="0">
                <a:solidFill>
                  <a:schemeClr val="bg1"/>
                </a:solidFill>
              </a:rPr>
              <a:t> Jun 2025</a:t>
            </a:r>
          </a:p>
        </p:txBody>
      </p:sp>
      <p:sp>
        <p:nvSpPr>
          <p:cNvPr id="24" name="矩形 62">
            <a:extLst>
              <a:ext uri="{FF2B5EF4-FFF2-40B4-BE49-F238E27FC236}">
                <a16:creationId xmlns:a16="http://schemas.microsoft.com/office/drawing/2014/main" id="{F0D7E859-0DEA-D2DC-51E7-F72A86C2384D}"/>
              </a:ext>
            </a:extLst>
          </p:cNvPr>
          <p:cNvSpPr/>
          <p:nvPr/>
        </p:nvSpPr>
        <p:spPr>
          <a:xfrm>
            <a:off x="433514" y="4684558"/>
            <a:ext cx="3335711" cy="5225174"/>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5" name="文本占位符 9">
            <a:extLst>
              <a:ext uri="{FF2B5EF4-FFF2-40B4-BE49-F238E27FC236}">
                <a16:creationId xmlns:a16="http://schemas.microsoft.com/office/drawing/2014/main" id="{06E27E1E-00A7-FC0B-995C-E405EFE69F46}"/>
              </a:ext>
            </a:extLst>
          </p:cNvPr>
          <p:cNvSpPr txBox="1">
            <a:spLocks/>
          </p:cNvSpPr>
          <p:nvPr/>
        </p:nvSpPr>
        <p:spPr>
          <a:xfrm>
            <a:off x="544752" y="4502882"/>
            <a:ext cx="1148584"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Engine</a:t>
            </a:r>
            <a:endParaRPr lang="zh-CN" altLang="en-US" sz="2400">
              <a:solidFill>
                <a:srgbClr val="0000CD"/>
              </a:solidFill>
              <a:latin typeface="Imperial Sans Display Semibold" panose="020B0703020202020204" pitchFamily="34" charset="0"/>
              <a:ea typeface="+mj-ea"/>
            </a:endParaRPr>
          </a:p>
        </p:txBody>
      </p:sp>
      <p:sp>
        <p:nvSpPr>
          <p:cNvPr id="26" name="文本占位符 9">
            <a:extLst>
              <a:ext uri="{FF2B5EF4-FFF2-40B4-BE49-F238E27FC236}">
                <a16:creationId xmlns:a16="http://schemas.microsoft.com/office/drawing/2014/main" id="{063DA29E-7BB2-89E7-992E-DDF0BB34455E}"/>
              </a:ext>
            </a:extLst>
          </p:cNvPr>
          <p:cNvSpPr txBox="1">
            <a:spLocks/>
          </p:cNvSpPr>
          <p:nvPr/>
        </p:nvSpPr>
        <p:spPr>
          <a:xfrm>
            <a:off x="12676281" y="7096981"/>
            <a:ext cx="2726320"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Structural Design</a:t>
            </a:r>
            <a:endParaRPr lang="zh-CN" altLang="en-US" sz="2400">
              <a:solidFill>
                <a:srgbClr val="0000CD"/>
              </a:solidFill>
              <a:latin typeface="Imperial Sans Display Semibold" panose="020B0703020202020204" pitchFamily="34" charset="0"/>
              <a:ea typeface="+mj-ea"/>
            </a:endParaRPr>
          </a:p>
        </p:txBody>
      </p:sp>
      <p:sp>
        <p:nvSpPr>
          <p:cNvPr id="27" name="文本框 93">
            <a:extLst>
              <a:ext uri="{FF2B5EF4-FFF2-40B4-BE49-F238E27FC236}">
                <a16:creationId xmlns:a16="http://schemas.microsoft.com/office/drawing/2014/main" id="{1682BD5A-5B2F-459F-A72F-C3FCCF7A5C8D}"/>
              </a:ext>
            </a:extLst>
          </p:cNvPr>
          <p:cNvSpPr txBox="1"/>
          <p:nvPr/>
        </p:nvSpPr>
        <p:spPr>
          <a:xfrm>
            <a:off x="10673932" y="2225290"/>
            <a:ext cx="1441649" cy="1355810"/>
          </a:xfrm>
          <a:prstGeom prst="rect">
            <a:avLst/>
          </a:prstGeom>
          <a:noFill/>
        </p:spPr>
        <p:txBody>
          <a:bodyPr wrap="square" lIns="0" tIns="0" rIns="0" bIns="0" rtlCol="0">
            <a:noAutofit/>
          </a:bodyPr>
          <a:lstStyle/>
          <a:p>
            <a:pPr algn="l">
              <a:lnSpc>
                <a:spcPct val="120000"/>
              </a:lnSpc>
            </a:pPr>
            <a:r>
              <a:rPr lang="en-US" altLang="zh-CN" sz="2000">
                <a:solidFill>
                  <a:schemeClr val="bg1"/>
                </a:solidFill>
                <a:latin typeface="Imperial Sans Display Semibold" panose="020B0703020202020204" pitchFamily="34" charset="0"/>
                <a:ea typeface="+mj-ea"/>
              </a:rPr>
              <a:t>W</a:t>
            </a:r>
            <a:r>
              <a:rPr lang="en-US" altLang="zh-CN" sz="2000" baseline="-25000">
                <a:solidFill>
                  <a:schemeClr val="bg1"/>
                </a:solidFill>
                <a:latin typeface="Imperial Sans Display Semibold" panose="020B0703020202020204" pitchFamily="34" charset="0"/>
                <a:ea typeface="+mj-ea"/>
              </a:rPr>
              <a:t>0 </a:t>
            </a:r>
            <a:r>
              <a:rPr lang="en-US" altLang="zh-CN" sz="1800">
                <a:solidFill>
                  <a:schemeClr val="bg1"/>
                </a:solidFill>
                <a:latin typeface="Imperial Sans Display Semibold" panose="020B0703020202020204" pitchFamily="34" charset="0"/>
                <a:ea typeface="+mj-ea"/>
              </a:rPr>
              <a:t>= 438,591kg</a:t>
            </a:r>
            <a:endParaRPr lang="en-US" altLang="zh-CN" sz="1800" baseline="-25000">
              <a:solidFill>
                <a:schemeClr val="bg1"/>
              </a:solidFill>
              <a:latin typeface="Imperial Sans Display Semibold" panose="020B0703020202020204" pitchFamily="34" charset="0"/>
              <a:ea typeface="+mj-ea"/>
            </a:endParaRPr>
          </a:p>
        </p:txBody>
      </p:sp>
      <p:sp>
        <p:nvSpPr>
          <p:cNvPr id="21" name="矩形 136">
            <a:extLst>
              <a:ext uri="{FF2B5EF4-FFF2-40B4-BE49-F238E27FC236}">
                <a16:creationId xmlns:a16="http://schemas.microsoft.com/office/drawing/2014/main" id="{BCD3D650-D396-1E03-71F9-6B9857D81323}"/>
              </a:ext>
            </a:extLst>
          </p:cNvPr>
          <p:cNvSpPr/>
          <p:nvPr/>
        </p:nvSpPr>
        <p:spPr>
          <a:xfrm>
            <a:off x="2153266" y="19013576"/>
            <a:ext cx="274721" cy="317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pic>
        <p:nvPicPr>
          <p:cNvPr id="28" name="Picture 4" descr="A diagram of a patient's pulse&#10;&#10;AI-generated content may be incorrect.">
            <a:extLst>
              <a:ext uri="{FF2B5EF4-FFF2-40B4-BE49-F238E27FC236}">
                <a16:creationId xmlns:a16="http://schemas.microsoft.com/office/drawing/2014/main" id="{5E64B646-4458-BC9C-BA9A-C24C461272B5}"/>
              </a:ext>
            </a:extLst>
          </p:cNvPr>
          <p:cNvPicPr>
            <a:picLocks noChangeAspect="1"/>
          </p:cNvPicPr>
          <p:nvPr/>
        </p:nvPicPr>
        <p:blipFill>
          <a:blip r:embed="rId4">
            <a:extLst>
              <a:ext uri="{28A0092B-C50C-407E-A947-70E740481C1C}">
                <a14:useLocalDpi xmlns:a14="http://schemas.microsoft.com/office/drawing/2010/main" val="0"/>
              </a:ext>
            </a:extLst>
          </a:blip>
          <a:srcRect t="15627" b="36380"/>
          <a:stretch>
            <a:fillRect/>
          </a:stretch>
        </p:blipFill>
        <p:spPr>
          <a:xfrm>
            <a:off x="1707394" y="19013577"/>
            <a:ext cx="10159486" cy="1319120"/>
          </a:xfrm>
          <a:prstGeom prst="rect">
            <a:avLst/>
          </a:prstGeom>
        </p:spPr>
      </p:pic>
      <p:cxnSp>
        <p:nvCxnSpPr>
          <p:cNvPr id="29" name="直接连接符 115">
            <a:extLst>
              <a:ext uri="{FF2B5EF4-FFF2-40B4-BE49-F238E27FC236}">
                <a16:creationId xmlns:a16="http://schemas.microsoft.com/office/drawing/2014/main" id="{36D76145-2323-72BB-0F96-A56A60FE304E}"/>
              </a:ext>
            </a:extLst>
          </p:cNvPr>
          <p:cNvCxnSpPr>
            <a:cxnSpLocks/>
          </p:cNvCxnSpPr>
          <p:nvPr/>
        </p:nvCxnSpPr>
        <p:spPr>
          <a:xfrm flipV="1">
            <a:off x="717477" y="19051278"/>
            <a:ext cx="7261274" cy="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0" name="文本框 151">
            <a:extLst>
              <a:ext uri="{FF2B5EF4-FFF2-40B4-BE49-F238E27FC236}">
                <a16:creationId xmlns:a16="http://schemas.microsoft.com/office/drawing/2014/main" id="{B9EAF47C-EFC2-EAC6-03F0-8522F6F9D01D}"/>
              </a:ext>
            </a:extLst>
          </p:cNvPr>
          <p:cNvSpPr txBox="1"/>
          <p:nvPr/>
        </p:nvSpPr>
        <p:spPr>
          <a:xfrm>
            <a:off x="714045" y="18742357"/>
            <a:ext cx="1973844" cy="308921"/>
          </a:xfrm>
          <a:prstGeom prst="rect">
            <a:avLst/>
          </a:prstGeom>
          <a:noFill/>
        </p:spPr>
        <p:txBody>
          <a:bodyPr wrap="square" lIns="0" tIns="0" rIns="0" bIns="0" rtlCol="0">
            <a:noAutofit/>
          </a:bodyPr>
          <a:lstStyle/>
          <a:p>
            <a:pPr>
              <a:lnSpc>
                <a:spcPct val="125000"/>
              </a:lnSpc>
            </a:pPr>
            <a:r>
              <a:rPr lang="en-US" altLang="zh-CN" sz="1600">
                <a:solidFill>
                  <a:srgbClr val="0000CD"/>
                </a:solidFill>
                <a:latin typeface="+mj-ea"/>
                <a:ea typeface="+mj-ea"/>
              </a:rPr>
              <a:t>1524 m </a:t>
            </a:r>
            <a:r>
              <a:rPr lang="en-US" altLang="zh-CN" sz="1600">
                <a:solidFill>
                  <a:srgbClr val="5B5BDE"/>
                </a:solidFill>
                <a:latin typeface="+mj-ea"/>
                <a:ea typeface="+mj-ea"/>
              </a:rPr>
              <a:t>(5000 ft)  </a:t>
            </a:r>
          </a:p>
        </p:txBody>
      </p:sp>
      <p:sp>
        <p:nvSpPr>
          <p:cNvPr id="31" name="矩形 22">
            <a:extLst>
              <a:ext uri="{FF2B5EF4-FFF2-40B4-BE49-F238E27FC236}">
                <a16:creationId xmlns:a16="http://schemas.microsoft.com/office/drawing/2014/main" id="{7D396572-05CE-5ADD-9019-36EFB45BB963}"/>
              </a:ext>
            </a:extLst>
          </p:cNvPr>
          <p:cNvSpPr/>
          <p:nvPr/>
        </p:nvSpPr>
        <p:spPr>
          <a:xfrm>
            <a:off x="393839" y="18320823"/>
            <a:ext cx="11721741" cy="2527865"/>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2" name="文本占位符 9">
            <a:extLst>
              <a:ext uri="{FF2B5EF4-FFF2-40B4-BE49-F238E27FC236}">
                <a16:creationId xmlns:a16="http://schemas.microsoft.com/office/drawing/2014/main" id="{85B2C3D6-4EB9-5F5A-0FF1-4920225E4364}"/>
              </a:ext>
            </a:extLst>
          </p:cNvPr>
          <p:cNvSpPr txBox="1">
            <a:spLocks/>
          </p:cNvSpPr>
          <p:nvPr/>
        </p:nvSpPr>
        <p:spPr>
          <a:xfrm>
            <a:off x="624435" y="18127567"/>
            <a:ext cx="3109202" cy="437896"/>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Design Mission Profile</a:t>
            </a:r>
            <a:endParaRPr lang="zh-CN" altLang="en-US" sz="2400">
              <a:solidFill>
                <a:srgbClr val="0000CD"/>
              </a:solidFill>
              <a:latin typeface="Imperial Sans Display Semibold" panose="020B0703020202020204" pitchFamily="34" charset="0"/>
              <a:ea typeface="+mj-ea"/>
            </a:endParaRPr>
          </a:p>
        </p:txBody>
      </p:sp>
      <p:sp>
        <p:nvSpPr>
          <p:cNvPr id="33" name="文本框 153">
            <a:extLst>
              <a:ext uri="{FF2B5EF4-FFF2-40B4-BE49-F238E27FC236}">
                <a16:creationId xmlns:a16="http://schemas.microsoft.com/office/drawing/2014/main" id="{AF2C8225-E5A4-3372-DEF1-89948BA7FD55}"/>
              </a:ext>
            </a:extLst>
          </p:cNvPr>
          <p:cNvSpPr txBox="1"/>
          <p:nvPr/>
        </p:nvSpPr>
        <p:spPr>
          <a:xfrm>
            <a:off x="735081" y="19059946"/>
            <a:ext cx="1418185" cy="286899"/>
          </a:xfrm>
          <a:prstGeom prst="rect">
            <a:avLst/>
          </a:prstGeom>
          <a:noFill/>
        </p:spPr>
        <p:txBody>
          <a:bodyPr wrap="square" lIns="0" tIns="0" rIns="0" bIns="0" rtlCol="0">
            <a:noAutofit/>
          </a:bodyPr>
          <a:lstStyle/>
          <a:p>
            <a:pPr>
              <a:lnSpc>
                <a:spcPct val="125000"/>
              </a:lnSpc>
            </a:pPr>
            <a:r>
              <a:rPr lang="en-US" altLang="zh-CN" sz="1600">
                <a:latin typeface="+mj-ea"/>
                <a:ea typeface="+mj-ea"/>
              </a:rPr>
              <a:t>72 m/s </a:t>
            </a:r>
            <a:r>
              <a:rPr lang="en-US" altLang="zh-CN" sz="1600">
                <a:solidFill>
                  <a:schemeClr val="tx1">
                    <a:lumMod val="50000"/>
                    <a:lumOff val="50000"/>
                  </a:schemeClr>
                </a:solidFill>
                <a:latin typeface="+mj-ea"/>
                <a:ea typeface="+mj-ea"/>
              </a:rPr>
              <a:t>(140 kts)</a:t>
            </a:r>
          </a:p>
        </p:txBody>
      </p:sp>
      <p:sp>
        <p:nvSpPr>
          <p:cNvPr id="34" name="矩形 156">
            <a:extLst>
              <a:ext uri="{FF2B5EF4-FFF2-40B4-BE49-F238E27FC236}">
                <a16:creationId xmlns:a16="http://schemas.microsoft.com/office/drawing/2014/main" id="{D6013B48-6736-45E5-2479-578773A66BD8}"/>
              </a:ext>
            </a:extLst>
          </p:cNvPr>
          <p:cNvSpPr/>
          <p:nvPr/>
        </p:nvSpPr>
        <p:spPr>
          <a:xfrm>
            <a:off x="4109145" y="4692120"/>
            <a:ext cx="3652411" cy="4056428"/>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5" name="文本占位符 9">
            <a:extLst>
              <a:ext uri="{FF2B5EF4-FFF2-40B4-BE49-F238E27FC236}">
                <a16:creationId xmlns:a16="http://schemas.microsoft.com/office/drawing/2014/main" id="{F19ACB70-F869-D51C-4D43-78A96615598E}"/>
              </a:ext>
            </a:extLst>
          </p:cNvPr>
          <p:cNvSpPr txBox="1">
            <a:spLocks/>
          </p:cNvSpPr>
          <p:nvPr/>
        </p:nvSpPr>
        <p:spPr>
          <a:xfrm>
            <a:off x="4228330" y="4508404"/>
            <a:ext cx="963708"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Cabin</a:t>
            </a:r>
            <a:endParaRPr lang="zh-CN" altLang="en-US" sz="2400">
              <a:solidFill>
                <a:srgbClr val="0000CD"/>
              </a:solidFill>
              <a:latin typeface="Imperial Sans Display Semibold" panose="020B0703020202020204" pitchFamily="34" charset="0"/>
              <a:ea typeface="+mj-ea"/>
            </a:endParaRPr>
          </a:p>
        </p:txBody>
      </p:sp>
      <p:sp>
        <p:nvSpPr>
          <p:cNvPr id="36" name="矩形 216">
            <a:extLst>
              <a:ext uri="{FF2B5EF4-FFF2-40B4-BE49-F238E27FC236}">
                <a16:creationId xmlns:a16="http://schemas.microsoft.com/office/drawing/2014/main" id="{84BAAEAE-8FF3-F239-4889-E41B7BCFEF95}"/>
              </a:ext>
            </a:extLst>
          </p:cNvPr>
          <p:cNvSpPr/>
          <p:nvPr/>
        </p:nvSpPr>
        <p:spPr>
          <a:xfrm>
            <a:off x="8101474" y="4692120"/>
            <a:ext cx="4005168" cy="9997057"/>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37" name="文本占位符 9">
            <a:extLst>
              <a:ext uri="{FF2B5EF4-FFF2-40B4-BE49-F238E27FC236}">
                <a16:creationId xmlns:a16="http://schemas.microsoft.com/office/drawing/2014/main" id="{FB812BE4-43FC-DE42-23FB-8F6D980CF5AB}"/>
              </a:ext>
            </a:extLst>
          </p:cNvPr>
          <p:cNvSpPr txBox="1">
            <a:spLocks/>
          </p:cNvSpPr>
          <p:nvPr/>
        </p:nvSpPr>
        <p:spPr>
          <a:xfrm>
            <a:off x="8299168" y="4511979"/>
            <a:ext cx="1238532" cy="412661"/>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Rotors</a:t>
            </a:r>
            <a:endParaRPr lang="zh-CN" altLang="en-US" sz="2400">
              <a:solidFill>
                <a:srgbClr val="0000CD"/>
              </a:solidFill>
              <a:latin typeface="Imperial Sans Display Semibold" panose="020B0703020202020204" pitchFamily="34" charset="0"/>
              <a:ea typeface="+mj-ea"/>
            </a:endParaRPr>
          </a:p>
        </p:txBody>
      </p:sp>
      <p:graphicFrame>
        <p:nvGraphicFramePr>
          <p:cNvPr id="38" name="Table 28">
            <a:extLst>
              <a:ext uri="{FF2B5EF4-FFF2-40B4-BE49-F238E27FC236}">
                <a16:creationId xmlns:a16="http://schemas.microsoft.com/office/drawing/2014/main" id="{55A29950-92E1-C248-E5CB-F9D0DFEFD25F}"/>
              </a:ext>
            </a:extLst>
          </p:cNvPr>
          <p:cNvGraphicFramePr>
            <a:graphicFrameLocks noGrp="1"/>
          </p:cNvGraphicFramePr>
          <p:nvPr>
            <p:extLst>
              <p:ext uri="{D42A27DB-BD31-4B8C-83A1-F6EECF244321}">
                <p14:modId xmlns:p14="http://schemas.microsoft.com/office/powerpoint/2010/main" val="3125623926"/>
              </p:ext>
            </p:extLst>
          </p:nvPr>
        </p:nvGraphicFramePr>
        <p:xfrm>
          <a:off x="425451" y="10578331"/>
          <a:ext cx="3802879" cy="3993193"/>
        </p:xfrm>
        <a:graphic>
          <a:graphicData uri="http://schemas.openxmlformats.org/drawingml/2006/table">
            <a:tbl>
              <a:tblPr firstRow="1" bandRow="1">
                <a:tableStyleId>{69012ECD-51FC-41F1-AA8D-1B2483CD663E}</a:tableStyleId>
              </a:tblPr>
              <a:tblGrid>
                <a:gridCol w="199091">
                  <a:extLst>
                    <a:ext uri="{9D8B030D-6E8A-4147-A177-3AD203B41FA5}">
                      <a16:colId xmlns:a16="http://schemas.microsoft.com/office/drawing/2014/main" val="2735859148"/>
                    </a:ext>
                  </a:extLst>
                </a:gridCol>
                <a:gridCol w="1897277">
                  <a:extLst>
                    <a:ext uri="{9D8B030D-6E8A-4147-A177-3AD203B41FA5}">
                      <a16:colId xmlns:a16="http://schemas.microsoft.com/office/drawing/2014/main" val="1949948004"/>
                    </a:ext>
                  </a:extLst>
                </a:gridCol>
                <a:gridCol w="1706511">
                  <a:extLst>
                    <a:ext uri="{9D8B030D-6E8A-4147-A177-3AD203B41FA5}">
                      <a16:colId xmlns:a16="http://schemas.microsoft.com/office/drawing/2014/main" val="3015140761"/>
                    </a:ext>
                  </a:extLst>
                </a:gridCol>
              </a:tblGrid>
              <a:tr h="573193">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extLst>
                  <a:ext uri="{0D108BD9-81ED-4DB2-BD59-A6C34878D82A}">
                    <a16:rowId xmlns:a16="http://schemas.microsoft.com/office/drawing/2014/main" val="3066905501"/>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US" altLang="zh-CN" sz="1800">
                          <a:solidFill>
                            <a:srgbClr val="0000CD"/>
                          </a:solidFill>
                        </a:rPr>
                        <a:t>Boom length </a:t>
                      </a:r>
                      <a:r>
                        <a:rPr lang="en-US" sz="1800">
                          <a:solidFill>
                            <a:srgbClr val="5B5BDE"/>
                          </a:solidFill>
                        </a:rPr>
                        <a:t>(m)</a:t>
                      </a:r>
                      <a:endParaRPr lang="en-GB" sz="1800">
                        <a:solidFill>
                          <a:srgbClr val="5B5BDE"/>
                        </a:solidFill>
                      </a:endParaRPr>
                    </a:p>
                  </a:txBody>
                  <a:tcPr marL="67399" marR="67399" marT="33700" marB="33700" anchor="ctr">
                    <a:lnT w="12700" cap="flat" cmpd="sng" algn="ctr">
                      <a:noFill/>
                      <a:prstDash val="solid"/>
                      <a:round/>
                      <a:headEnd type="none" w="med" len="med"/>
                      <a:tailEnd type="none" w="med" len="med"/>
                    </a:lnT>
                  </a:tcPr>
                </a:tc>
                <a:tc>
                  <a:txBody>
                    <a:bodyPr/>
                    <a:lstStyle/>
                    <a:p>
                      <a:pPr algn="ctr"/>
                      <a:r>
                        <a:rPr lang="en-GB" sz="1800"/>
                        <a:t>0.2</a:t>
                      </a:r>
                    </a:p>
                  </a:txBody>
                  <a:tcPr marL="67399" marR="67399" marT="33700" marB="337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2896938951"/>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Aerofoil</a:t>
                      </a:r>
                      <a:endParaRPr lang="en-GB" sz="1800">
                        <a:solidFill>
                          <a:srgbClr val="5B5BDE"/>
                        </a:solidFill>
                      </a:endParaRPr>
                    </a:p>
                  </a:txBody>
                  <a:tcPr marL="67399" marR="67399" marT="33700" marB="33700" anchor="ctr"/>
                </a:tc>
                <a:tc>
                  <a:txBody>
                    <a:bodyPr/>
                    <a:lstStyle/>
                    <a:p>
                      <a:pPr algn="ctr"/>
                      <a:r>
                        <a:rPr lang="en-GB" sz="1800"/>
                        <a:t>NACA 0015</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2738470465"/>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chord length </a:t>
                      </a:r>
                      <a:r>
                        <a:rPr lang="en-GB" sz="1800">
                          <a:solidFill>
                            <a:srgbClr val="5B5BDE"/>
                          </a:solidFill>
                        </a:rPr>
                        <a:t>(m)</a:t>
                      </a:r>
                    </a:p>
                  </a:txBody>
                  <a:tcPr marL="67399" marR="67399" marT="33700" marB="33700" anchor="ctr"/>
                </a:tc>
                <a:tc>
                  <a:txBody>
                    <a:bodyPr/>
                    <a:lstStyle/>
                    <a:p>
                      <a:pPr algn="ctr"/>
                      <a:r>
                        <a:rPr lang="en-GB" sz="1800"/>
                        <a:t>0.6</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Thickness </a:t>
                      </a:r>
                      <a:r>
                        <a:rPr lang="en-GB" altLang="zh-CN" sz="1800">
                          <a:solidFill>
                            <a:srgbClr val="5B5BDE"/>
                          </a:solidFill>
                        </a:rPr>
                        <a:t>(m</a:t>
                      </a:r>
                      <a:r>
                        <a:rPr lang="en-GB" sz="1800">
                          <a:solidFill>
                            <a:srgbClr val="5B5BDE"/>
                          </a:solidFill>
                        </a:rPr>
                        <a:t>)</a:t>
                      </a:r>
                    </a:p>
                  </a:txBody>
                  <a:tcPr marL="67399" marR="67399" marT="33700" marB="33700" anchor="ctr"/>
                </a:tc>
                <a:tc>
                  <a:txBody>
                    <a:bodyPr/>
                    <a:lstStyle/>
                    <a:p>
                      <a:pPr algn="ctr"/>
                      <a:r>
                        <a:rPr lang="en-GB" sz="1800"/>
                        <a:t>0.09</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HTP width </a:t>
                      </a:r>
                      <a:r>
                        <a:rPr lang="en-GB" altLang="zh-CN" sz="1800">
                          <a:solidFill>
                            <a:srgbClr val="5B5BDE"/>
                          </a:solidFill>
                        </a:rPr>
                        <a:t>(m</a:t>
                      </a:r>
                      <a:r>
                        <a:rPr lang="en-GB" sz="1800">
                          <a:solidFill>
                            <a:srgbClr val="5B5BDE"/>
                          </a:solidFill>
                        </a:rPr>
                        <a:t>)</a:t>
                      </a:r>
                    </a:p>
                  </a:txBody>
                  <a:tcPr marL="67399" marR="67399" marT="33700" marB="33700" anchor="ctr"/>
                </a:tc>
                <a:tc>
                  <a:txBody>
                    <a:bodyPr/>
                    <a:lstStyle/>
                    <a:p>
                      <a:pPr algn="ctr"/>
                      <a:r>
                        <a:rPr lang="en-GB" sz="1800"/>
                        <a:t>3</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234588638"/>
                  </a:ext>
                </a:extLst>
              </a:tr>
              <a:tr h="45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VTP width </a:t>
                      </a:r>
                      <a:r>
                        <a:rPr lang="en-GB" altLang="zh-CN" sz="1800">
                          <a:solidFill>
                            <a:srgbClr val="5B5BDE"/>
                          </a:solidFill>
                        </a:rPr>
                        <a:t>(m)</a:t>
                      </a:r>
                    </a:p>
                  </a:txBody>
                  <a:tcPr marL="67399" marR="67399" marT="33700" marB="33700" anchor="ctr"/>
                </a:tc>
                <a:tc>
                  <a:txBody>
                    <a:bodyPr/>
                    <a:lstStyle/>
                    <a:p>
                      <a:pPr algn="ctr"/>
                      <a:r>
                        <a:rPr lang="en-GB" sz="1800"/>
                        <a:t>2</a:t>
                      </a:r>
                    </a:p>
                  </a:txBody>
                  <a:tcPr marL="67399" marR="67399" marT="33700" marB="33700" anchor="ctr">
                    <a:lnR w="12700" cap="flat" cmpd="sng" algn="ctr">
                      <a:noFill/>
                      <a:prstDash val="solid"/>
                      <a:round/>
                      <a:headEnd type="none" w="med" len="med"/>
                      <a:tailEnd type="none" w="med" len="med"/>
                    </a:lnR>
                  </a:tcPr>
                </a:tc>
                <a:extLst>
                  <a:ext uri="{0D108BD9-81ED-4DB2-BD59-A6C34878D82A}">
                    <a16:rowId xmlns:a16="http://schemas.microsoft.com/office/drawing/2014/main" val="1434380862"/>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sz="1800">
                          <a:solidFill>
                            <a:srgbClr val="0000CD"/>
                          </a:solidFill>
                        </a:rPr>
                        <a:t>Empennage material</a:t>
                      </a:r>
                    </a:p>
                  </a:txBody>
                  <a:tcPr marL="67399" marR="67399" marT="33700" marB="33700" anchor="ctr">
                    <a:lnB w="12700" cap="flat" cmpd="sng" algn="ctr">
                      <a:noFill/>
                      <a:prstDash val="solid"/>
                      <a:round/>
                      <a:headEnd type="none" w="med" len="med"/>
                      <a:tailEnd type="none" w="med" len="med"/>
                    </a:lnB>
                  </a:tcPr>
                </a:tc>
                <a:tc>
                  <a:txBody>
                    <a:bodyPr/>
                    <a:lstStyle/>
                    <a:p>
                      <a:pPr algn="ctr"/>
                      <a:r>
                        <a:rPr lang="en-GB" sz="1800"/>
                        <a:t>UD CFRP +</a:t>
                      </a:r>
                    </a:p>
                    <a:p>
                      <a:pPr algn="ctr"/>
                      <a:r>
                        <a:rPr lang="en-GB" sz="1800"/>
                        <a:t>Al 7075</a:t>
                      </a:r>
                    </a:p>
                  </a:txBody>
                  <a:tcPr marL="67399" marR="67399" marT="33700" marB="33700"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930520367"/>
                  </a:ext>
                </a:extLst>
              </a:tr>
            </a:tbl>
          </a:graphicData>
        </a:graphic>
      </p:graphicFrame>
      <p:sp>
        <p:nvSpPr>
          <p:cNvPr id="39" name="矩形 224">
            <a:extLst>
              <a:ext uri="{FF2B5EF4-FFF2-40B4-BE49-F238E27FC236}">
                <a16:creationId xmlns:a16="http://schemas.microsoft.com/office/drawing/2014/main" id="{387E1FAE-4CA2-E48F-C4AB-4899FB1339B5}"/>
              </a:ext>
            </a:extLst>
          </p:cNvPr>
          <p:cNvSpPr/>
          <p:nvPr/>
        </p:nvSpPr>
        <p:spPr>
          <a:xfrm>
            <a:off x="445955" y="10875681"/>
            <a:ext cx="3782375" cy="3813496"/>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0" name="文本占位符 9">
            <a:extLst>
              <a:ext uri="{FF2B5EF4-FFF2-40B4-BE49-F238E27FC236}">
                <a16:creationId xmlns:a16="http://schemas.microsoft.com/office/drawing/2014/main" id="{3D1413BA-CF5B-B0A0-386B-A535CB8CC7EC}"/>
              </a:ext>
            </a:extLst>
          </p:cNvPr>
          <p:cNvSpPr txBox="1">
            <a:spLocks/>
          </p:cNvSpPr>
          <p:nvPr/>
        </p:nvSpPr>
        <p:spPr>
          <a:xfrm>
            <a:off x="557193" y="10694005"/>
            <a:ext cx="1778743" cy="412661"/>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Empennage</a:t>
            </a:r>
            <a:endParaRPr lang="zh-CN" altLang="en-US" sz="2400">
              <a:solidFill>
                <a:srgbClr val="0000CD"/>
              </a:solidFill>
              <a:latin typeface="Imperial Sans Display Semibold" panose="020B0703020202020204" pitchFamily="34" charset="0"/>
              <a:ea typeface="+mj-ea"/>
            </a:endParaRPr>
          </a:p>
        </p:txBody>
      </p:sp>
      <p:graphicFrame>
        <p:nvGraphicFramePr>
          <p:cNvPr id="41" name="Table 33">
            <a:extLst>
              <a:ext uri="{FF2B5EF4-FFF2-40B4-BE49-F238E27FC236}">
                <a16:creationId xmlns:a16="http://schemas.microsoft.com/office/drawing/2014/main" id="{CA1D1A04-0035-392F-7FB2-9A1BC8EB370B}"/>
              </a:ext>
            </a:extLst>
          </p:cNvPr>
          <p:cNvGraphicFramePr>
            <a:graphicFrameLocks noGrp="1"/>
          </p:cNvGraphicFramePr>
          <p:nvPr>
            <p:extLst>
              <p:ext uri="{D42A27DB-BD31-4B8C-83A1-F6EECF244321}">
                <p14:modId xmlns:p14="http://schemas.microsoft.com/office/powerpoint/2010/main" val="3305056987"/>
              </p:ext>
            </p:extLst>
          </p:nvPr>
        </p:nvGraphicFramePr>
        <p:xfrm>
          <a:off x="393840" y="15501002"/>
          <a:ext cx="11715656" cy="1728000"/>
        </p:xfrm>
        <a:graphic>
          <a:graphicData uri="http://schemas.openxmlformats.org/drawingml/2006/table">
            <a:tbl>
              <a:tblPr bandRow="1">
                <a:tableStyleId>{69012ECD-51FC-41F1-AA8D-1B2483CD663E}</a:tableStyleId>
              </a:tblPr>
              <a:tblGrid>
                <a:gridCol w="1852116">
                  <a:extLst>
                    <a:ext uri="{9D8B030D-6E8A-4147-A177-3AD203B41FA5}">
                      <a16:colId xmlns:a16="http://schemas.microsoft.com/office/drawing/2014/main" val="1949948004"/>
                    </a:ext>
                  </a:extLst>
                </a:gridCol>
                <a:gridCol w="1972708">
                  <a:extLst>
                    <a:ext uri="{9D8B030D-6E8A-4147-A177-3AD203B41FA5}">
                      <a16:colId xmlns:a16="http://schemas.microsoft.com/office/drawing/2014/main" val="3885440325"/>
                    </a:ext>
                  </a:extLst>
                </a:gridCol>
                <a:gridCol w="1972708">
                  <a:extLst>
                    <a:ext uri="{9D8B030D-6E8A-4147-A177-3AD203B41FA5}">
                      <a16:colId xmlns:a16="http://schemas.microsoft.com/office/drawing/2014/main" val="3032217572"/>
                    </a:ext>
                  </a:extLst>
                </a:gridCol>
                <a:gridCol w="1972708">
                  <a:extLst>
                    <a:ext uri="{9D8B030D-6E8A-4147-A177-3AD203B41FA5}">
                      <a16:colId xmlns:a16="http://schemas.microsoft.com/office/drawing/2014/main" val="309500243"/>
                    </a:ext>
                  </a:extLst>
                </a:gridCol>
                <a:gridCol w="1972708">
                  <a:extLst>
                    <a:ext uri="{9D8B030D-6E8A-4147-A177-3AD203B41FA5}">
                      <a16:colId xmlns:a16="http://schemas.microsoft.com/office/drawing/2014/main" val="2170776064"/>
                    </a:ext>
                  </a:extLst>
                </a:gridCol>
                <a:gridCol w="1972708">
                  <a:extLst>
                    <a:ext uri="{9D8B030D-6E8A-4147-A177-3AD203B41FA5}">
                      <a16:colId xmlns:a16="http://schemas.microsoft.com/office/drawing/2014/main" val="1252785815"/>
                    </a:ext>
                  </a:extLst>
                </a:gridCol>
              </a:tblGrid>
              <a:tr h="792000">
                <a:tc>
                  <a:txBody>
                    <a:bodyPr/>
                    <a:lstStyle/>
                    <a:p>
                      <a:pPr algn="ctr"/>
                      <a:endParaRPr lang="en-GB" sz="2000" b="1" kern="1200">
                        <a:solidFill>
                          <a:srgbClr val="0000CD"/>
                        </a:solidFill>
                        <a:latin typeface="+mn-lt"/>
                        <a:ea typeface="+mn-ea"/>
                        <a:cs typeface="+mn-cs"/>
                      </a:endParaRPr>
                    </a:p>
                  </a:txBody>
                  <a:tcPr marL="74721" marR="74721" marT="37361" marB="37361" anchor="ctr">
                    <a:lnL w="19050" cap="flat" cmpd="sng" algn="ctr">
                      <a:noFill/>
                      <a:prstDash val="solid"/>
                      <a:round/>
                      <a:headEnd type="none" w="med" len="med"/>
                      <a:tailEnd type="none" w="med" len="med"/>
                    </a:lnL>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Ceiling</a:t>
                      </a:r>
                    </a:p>
                    <a:p>
                      <a:pPr algn="ctr"/>
                      <a:r>
                        <a:rPr lang="en-GB" sz="2000" b="0" kern="1200">
                          <a:solidFill>
                            <a:srgbClr val="5B5BDE"/>
                          </a:solidFill>
                          <a:latin typeface="+mn-lt"/>
                          <a:ea typeface="+mn-ea"/>
                          <a:cs typeface="+mn-cs"/>
                        </a:rPr>
                        <a:t>(m)</a:t>
                      </a:r>
                    </a:p>
                  </a:txBody>
                  <a:tcPr marL="74721" marR="74721" marT="37361" marB="37361" anchor="ctr">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Hover Ceiling OGE </a:t>
                      </a:r>
                      <a:r>
                        <a:rPr lang="en-GB" sz="2000" b="0" kern="1200">
                          <a:solidFill>
                            <a:srgbClr val="5B5BDE"/>
                          </a:solidFill>
                          <a:latin typeface="+mn-lt"/>
                          <a:ea typeface="+mn-ea"/>
                          <a:cs typeface="+mn-cs"/>
                        </a:rPr>
                        <a:t>(m)</a:t>
                      </a:r>
                    </a:p>
                  </a:txBody>
                  <a:tcPr marL="74721" marR="74721" marT="37361" marB="37361" anchor="ctr">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Range</a:t>
                      </a:r>
                    </a:p>
                    <a:p>
                      <a:pPr algn="ctr"/>
                      <a:r>
                        <a:rPr lang="en-GB" sz="2000" b="0" kern="1200">
                          <a:solidFill>
                            <a:srgbClr val="5B5BDE"/>
                          </a:solidFill>
                          <a:latin typeface="+mn-lt"/>
                          <a:ea typeface="+mn-ea"/>
                          <a:cs typeface="+mn-cs"/>
                        </a:rPr>
                        <a:t>(km)</a:t>
                      </a:r>
                    </a:p>
                  </a:txBody>
                  <a:tcPr marL="74721" marR="74721" marT="37361" marB="37361" anchor="ctr">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Endurance </a:t>
                      </a:r>
                      <a:r>
                        <a:rPr lang="en-GB" sz="2000" b="0" kern="1200">
                          <a:solidFill>
                            <a:srgbClr val="5B5BDE"/>
                          </a:solidFill>
                          <a:latin typeface="+mn-lt"/>
                          <a:ea typeface="+mn-ea"/>
                          <a:cs typeface="+mn-cs"/>
                        </a:rPr>
                        <a:t>(hrs)</a:t>
                      </a:r>
                    </a:p>
                  </a:txBody>
                  <a:tcPr marL="74721" marR="74721" marT="37361" marB="37361" anchor="ctr">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tc>
                  <a:txBody>
                    <a:bodyPr/>
                    <a:lstStyle/>
                    <a:p>
                      <a:pPr algn="ctr"/>
                      <a:r>
                        <a:rPr lang="en-GB" sz="2000" b="0" kern="1200">
                          <a:solidFill>
                            <a:srgbClr val="0000CD"/>
                          </a:solidFill>
                          <a:latin typeface="+mn-lt"/>
                          <a:ea typeface="+mn-ea"/>
                          <a:cs typeface="+mn-cs"/>
                        </a:rPr>
                        <a:t>Max speed</a:t>
                      </a:r>
                    </a:p>
                    <a:p>
                      <a:pPr algn="ctr"/>
                      <a:r>
                        <a:rPr lang="en-GB" sz="2000" b="0" kern="1200">
                          <a:solidFill>
                            <a:srgbClr val="5B5BDE"/>
                          </a:solidFill>
                          <a:latin typeface="+mn-lt"/>
                          <a:ea typeface="+mn-ea"/>
                          <a:cs typeface="+mn-cs"/>
                        </a:rPr>
                        <a:t>(m/s)</a:t>
                      </a:r>
                    </a:p>
                  </a:txBody>
                  <a:tcPr marL="74721" marR="74721" marT="37361" marB="37361" anchor="ctr">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00CD"/>
                      </a:solidFill>
                      <a:prstDash val="solid"/>
                      <a:round/>
                      <a:headEnd type="none" w="med" len="med"/>
                      <a:tailEnd type="none" w="med" len="med"/>
                    </a:lnB>
                    <a:noFill/>
                  </a:tcPr>
                </a:tc>
                <a:extLst>
                  <a:ext uri="{0D108BD9-81ED-4DB2-BD59-A6C34878D82A}">
                    <a16:rowId xmlns:a16="http://schemas.microsoft.com/office/drawing/2014/main" val="3066905501"/>
                  </a:ext>
                </a:extLst>
              </a:tr>
              <a:tr h="468000">
                <a:tc>
                  <a:txBody>
                    <a:bodyPr/>
                    <a:lstStyle/>
                    <a:p>
                      <a:r>
                        <a:rPr lang="en-GB" sz="2000">
                          <a:solidFill>
                            <a:srgbClr val="0000CD"/>
                          </a:solidFill>
                        </a:rPr>
                        <a:t>No payload</a:t>
                      </a:r>
                    </a:p>
                  </a:txBody>
                  <a:tcPr marL="74721" marR="74721" marT="37361" marB="37361" anchor="ctr">
                    <a:lnL w="19050" cap="flat" cmpd="sng" algn="ctr">
                      <a:noFill/>
                      <a:prstDash val="solid"/>
                      <a:round/>
                      <a:headEnd type="none" w="med" len="med"/>
                      <a:tailEnd type="none" w="med" len="med"/>
                    </a:lnL>
                    <a:lnT w="19050" cap="flat" cmpd="sng" algn="ctr">
                      <a:solidFill>
                        <a:srgbClr val="0000CD"/>
                      </a:solidFill>
                      <a:prstDash val="solid"/>
                      <a:round/>
                      <a:headEnd type="none" w="med" len="med"/>
                      <a:tailEnd type="none" w="med" len="med"/>
                    </a:lnT>
                  </a:tcPr>
                </a:tc>
                <a:tc>
                  <a:txBody>
                    <a:bodyPr/>
                    <a:lstStyle/>
                    <a:p>
                      <a:pPr algn="ctr"/>
                      <a:r>
                        <a:rPr lang="en-GB" sz="2000"/>
                        <a:t>7032</a:t>
                      </a:r>
                      <a:endParaRPr lang="en-GB" sz="2100"/>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4232</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1149</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2.9</a:t>
                      </a:r>
                    </a:p>
                  </a:txBody>
                  <a:tcPr marL="74721" marR="74721" marT="37361" marB="37361" anchor="ctr">
                    <a:lnT w="19050" cap="flat" cmpd="sng" algn="ctr">
                      <a:solidFill>
                        <a:srgbClr val="0000CD"/>
                      </a:solidFill>
                      <a:prstDash val="solid"/>
                      <a:round/>
                      <a:headEnd type="none" w="med" len="med"/>
                      <a:tailEnd type="none" w="med" len="med"/>
                    </a:lnT>
                  </a:tcPr>
                </a:tc>
                <a:tc>
                  <a:txBody>
                    <a:bodyPr/>
                    <a:lstStyle/>
                    <a:p>
                      <a:pPr algn="ctr"/>
                      <a:r>
                        <a:rPr lang="en-GB" sz="2000"/>
                        <a:t>87.3</a:t>
                      </a:r>
                    </a:p>
                  </a:txBody>
                  <a:tcPr marL="74721" marR="74721" marT="37361" marB="37361" anchor="ctr">
                    <a:lnR w="19050" cap="flat" cmpd="sng" algn="ctr">
                      <a:noFill/>
                      <a:prstDash val="solid"/>
                      <a:round/>
                      <a:headEnd type="none" w="med" len="med"/>
                      <a:tailEnd type="none" w="med" len="med"/>
                    </a:lnR>
                    <a:lnT w="19050" cap="flat" cmpd="sng" algn="ctr">
                      <a:solidFill>
                        <a:srgbClr val="0000CD"/>
                      </a:solidFill>
                      <a:prstDash val="solid"/>
                      <a:round/>
                      <a:headEnd type="none" w="med" len="med"/>
                      <a:tailEnd type="none" w="med" len="med"/>
                    </a:lnT>
                  </a:tcPr>
                </a:tc>
                <a:extLst>
                  <a:ext uri="{0D108BD9-81ED-4DB2-BD59-A6C34878D82A}">
                    <a16:rowId xmlns:a16="http://schemas.microsoft.com/office/drawing/2014/main" val="2896938951"/>
                  </a:ext>
                </a:extLst>
              </a:tr>
              <a:tr h="468000">
                <a:tc>
                  <a:txBody>
                    <a:bodyPr/>
                    <a:lstStyle/>
                    <a:p>
                      <a:r>
                        <a:rPr lang="en-GB" sz="2000">
                          <a:solidFill>
                            <a:srgbClr val="0000CD"/>
                          </a:solidFill>
                        </a:rPr>
                        <a:t>Max payload</a:t>
                      </a:r>
                    </a:p>
                  </a:txBody>
                  <a:tcPr marL="74721" marR="74721" marT="37361" marB="37361" anchor="ctr">
                    <a:lnL w="19050" cap="flat" cmpd="sng" algn="ctr">
                      <a:noFill/>
                      <a:prstDash val="solid"/>
                      <a:round/>
                      <a:headEnd type="none" w="med" len="med"/>
                      <a:tailEnd type="none" w="med" len="med"/>
                    </a:lnL>
                    <a:lnB w="19050" cap="flat" cmpd="sng" algn="ctr">
                      <a:noFill/>
                      <a:prstDash val="solid"/>
                      <a:round/>
                      <a:headEnd type="none" w="med" len="med"/>
                      <a:tailEnd type="none" w="med" len="med"/>
                    </a:lnB>
                  </a:tcPr>
                </a:tc>
                <a:tc>
                  <a:txBody>
                    <a:bodyPr/>
                    <a:lstStyle/>
                    <a:p>
                      <a:pPr algn="ctr"/>
                      <a:r>
                        <a:rPr lang="en-GB" sz="2000"/>
                        <a:t>6300</a:t>
                      </a:r>
                      <a:endParaRPr lang="en-GB" sz="2100"/>
                    </a:p>
                  </a:txBody>
                  <a:tcPr marL="74721" marR="74721" marT="37361" marB="37361" anchor="ctr">
                    <a:lnB w="19050" cap="flat" cmpd="sng" algn="ctr">
                      <a:noFill/>
                      <a:prstDash val="solid"/>
                      <a:round/>
                      <a:headEnd type="none" w="med" len="med"/>
                      <a:tailEnd type="none" w="med" len="med"/>
                    </a:lnB>
                  </a:tcPr>
                </a:tc>
                <a:tc>
                  <a:txBody>
                    <a:bodyPr/>
                    <a:lstStyle/>
                    <a:p>
                      <a:pPr algn="ctr"/>
                      <a:r>
                        <a:rPr lang="en-GB" sz="2000"/>
                        <a:t>3701</a:t>
                      </a:r>
                    </a:p>
                  </a:txBody>
                  <a:tcPr marL="74721" marR="74721" marT="37361" marB="37361" anchor="ctr">
                    <a:lnB w="19050" cap="flat" cmpd="sng" algn="ctr">
                      <a:noFill/>
                      <a:prstDash val="solid"/>
                      <a:round/>
                      <a:headEnd type="none" w="med" len="med"/>
                      <a:tailEnd type="none" w="med" len="med"/>
                    </a:lnB>
                  </a:tcPr>
                </a:tc>
                <a:tc>
                  <a:txBody>
                    <a:bodyPr/>
                    <a:lstStyle/>
                    <a:p>
                      <a:pPr algn="ctr"/>
                      <a:r>
                        <a:rPr lang="en-GB" sz="2000"/>
                        <a:t>1018</a:t>
                      </a:r>
                    </a:p>
                  </a:txBody>
                  <a:tcPr marL="74721" marR="74721" marT="37361" marB="37361" anchor="ctr">
                    <a:lnB w="19050" cap="flat" cmpd="sng" algn="ctr">
                      <a:noFill/>
                      <a:prstDash val="solid"/>
                      <a:round/>
                      <a:headEnd type="none" w="med" len="med"/>
                      <a:tailEnd type="none" w="med" len="med"/>
                    </a:lnB>
                  </a:tcPr>
                </a:tc>
                <a:tc>
                  <a:txBody>
                    <a:bodyPr/>
                    <a:lstStyle/>
                    <a:p>
                      <a:pPr algn="ctr"/>
                      <a:r>
                        <a:rPr lang="en-GB" sz="2000"/>
                        <a:t>3.2</a:t>
                      </a:r>
                    </a:p>
                  </a:txBody>
                  <a:tcPr marL="74721" marR="74721" marT="37361" marB="37361" anchor="ctr">
                    <a:lnB w="19050" cap="flat" cmpd="sng" algn="ctr">
                      <a:noFill/>
                      <a:prstDash val="solid"/>
                      <a:round/>
                      <a:headEnd type="none" w="med" len="med"/>
                      <a:tailEnd type="none" w="med" len="med"/>
                    </a:lnB>
                  </a:tcPr>
                </a:tc>
                <a:tc>
                  <a:txBody>
                    <a:bodyPr/>
                    <a:lstStyle/>
                    <a:p>
                      <a:pPr algn="ctr"/>
                      <a:r>
                        <a:rPr lang="en-GB" sz="2000"/>
                        <a:t>86.4</a:t>
                      </a:r>
                    </a:p>
                  </a:txBody>
                  <a:tcPr marL="74721" marR="74721" marT="37361" marB="37361" anchor="ctr">
                    <a:lnR w="19050" cap="flat" cmpd="sng" algn="ctr">
                      <a:noFill/>
                      <a:prstDash val="solid"/>
                      <a:round/>
                      <a:headEnd type="none" w="med" len="med"/>
                      <a:tailEnd type="none" w="med" len="med"/>
                    </a:lnR>
                    <a:lnB w="19050" cap="flat" cmpd="sng" algn="ctr">
                      <a:noFill/>
                      <a:prstDash val="solid"/>
                      <a:round/>
                      <a:headEnd type="none" w="med" len="med"/>
                      <a:tailEnd type="none" w="med" len="med"/>
                    </a:lnB>
                  </a:tcPr>
                </a:tc>
                <a:extLst>
                  <a:ext uri="{0D108BD9-81ED-4DB2-BD59-A6C34878D82A}">
                    <a16:rowId xmlns:a16="http://schemas.microsoft.com/office/drawing/2014/main" val="2738470465"/>
                  </a:ext>
                </a:extLst>
              </a:tr>
            </a:tbl>
          </a:graphicData>
        </a:graphic>
      </p:graphicFrame>
      <p:sp>
        <p:nvSpPr>
          <p:cNvPr id="43" name="Text Placeholder 80">
            <a:extLst>
              <a:ext uri="{FF2B5EF4-FFF2-40B4-BE49-F238E27FC236}">
                <a16:creationId xmlns:a16="http://schemas.microsoft.com/office/drawing/2014/main" id="{CD137994-4E8A-653E-D20D-C4246520987E}"/>
              </a:ext>
            </a:extLst>
          </p:cNvPr>
          <p:cNvSpPr txBox="1">
            <a:spLocks/>
          </p:cNvSpPr>
          <p:nvPr/>
        </p:nvSpPr>
        <p:spPr>
          <a:xfrm>
            <a:off x="5114706" y="14103604"/>
            <a:ext cx="2372523" cy="421751"/>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800" b="1" i="1">
                <a:solidFill>
                  <a:srgbClr val="5B5BDE"/>
                </a:solidFill>
              </a:rPr>
              <a:t>HALO CAD model</a:t>
            </a:r>
          </a:p>
        </p:txBody>
      </p:sp>
      <p:sp>
        <p:nvSpPr>
          <p:cNvPr id="47" name="Title 18">
            <a:extLst>
              <a:ext uri="{FF2B5EF4-FFF2-40B4-BE49-F238E27FC236}">
                <a16:creationId xmlns:a16="http://schemas.microsoft.com/office/drawing/2014/main" id="{D1572BDA-58DB-F857-E29C-A34709C098AB}"/>
              </a:ext>
            </a:extLst>
          </p:cNvPr>
          <p:cNvSpPr txBox="1">
            <a:spLocks/>
          </p:cNvSpPr>
          <p:nvPr/>
        </p:nvSpPr>
        <p:spPr>
          <a:xfrm>
            <a:off x="20328642" y="325526"/>
            <a:ext cx="9325543" cy="5543882"/>
          </a:xfrm>
          <a:prstGeom prst="rect">
            <a:avLst/>
          </a:prstGeom>
        </p:spPr>
        <p:txBody>
          <a:bodyPr vert="horz" lIns="0" tIns="0" rIns="0" bIns="0" rtlCol="0" anchor="t">
            <a:noAutofit/>
          </a:bodyPr>
          <a:lst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a:lstStyle>
          <a:p>
            <a:r>
              <a:rPr lang="en-GB" sz="4800">
                <a:solidFill>
                  <a:schemeClr val="tx1"/>
                </a:solidFill>
              </a:rPr>
              <a:t>A helicopter designed from the ground up to save lives.</a:t>
            </a:r>
          </a:p>
          <a:p>
            <a:endParaRPr lang="en-GB" sz="3200">
              <a:solidFill>
                <a:schemeClr val="tx1"/>
              </a:solidFill>
            </a:endParaRPr>
          </a:p>
          <a:p>
            <a:pPr>
              <a:lnSpc>
                <a:spcPct val="60000"/>
              </a:lnSpc>
            </a:pPr>
            <a:r>
              <a:rPr lang="en-US" sz="4000">
                <a:solidFill>
                  <a:srgbClr val="0000CD"/>
                </a:solidFill>
              </a:rPr>
              <a:t>On average,</a:t>
            </a:r>
          </a:p>
          <a:p>
            <a:pPr>
              <a:lnSpc>
                <a:spcPct val="60000"/>
              </a:lnSpc>
            </a:pPr>
            <a:r>
              <a:rPr lang="en-US" sz="4000">
                <a:solidFill>
                  <a:srgbClr val="0000CD"/>
                </a:solidFill>
              </a:rPr>
              <a:t>HEMS attends </a:t>
            </a:r>
            <a:r>
              <a:rPr lang="en-US" sz="8000">
                <a:solidFill>
                  <a:srgbClr val="0000CD"/>
                </a:solidFill>
              </a:rPr>
              <a:t>126</a:t>
            </a:r>
            <a:r>
              <a:rPr lang="en-US" sz="4000">
                <a:solidFill>
                  <a:srgbClr val="0000CD"/>
                </a:solidFill>
              </a:rPr>
              <a:t> patients</a:t>
            </a:r>
          </a:p>
          <a:p>
            <a:r>
              <a:rPr lang="en-US" sz="4000">
                <a:solidFill>
                  <a:srgbClr val="0000CD"/>
                </a:solidFill>
              </a:rPr>
              <a:t>a day across the UK.</a:t>
            </a:r>
          </a:p>
          <a:p>
            <a:endParaRPr lang="en-US" sz="2800">
              <a:solidFill>
                <a:srgbClr val="0000CD"/>
              </a:solidFill>
            </a:endParaRPr>
          </a:p>
          <a:p>
            <a:r>
              <a:rPr lang="en-GB" altLang="zh-CN" sz="2800">
                <a:solidFill>
                  <a:schemeClr val="tx1"/>
                </a:solidFill>
                <a:latin typeface="+mn-lt"/>
                <a:ea typeface="+mn-ea"/>
              </a:rPr>
              <a:t>In an emergency, every second counts. That’s why </a:t>
            </a:r>
            <a:r>
              <a:rPr lang="en-GB" altLang="zh-CN" sz="2800" i="1">
                <a:solidFill>
                  <a:srgbClr val="0000CD"/>
                </a:solidFill>
                <a:latin typeface="+mn-lt"/>
                <a:ea typeface="+mn-ea"/>
              </a:rPr>
              <a:t>HALO</a:t>
            </a:r>
          </a:p>
          <a:p>
            <a:r>
              <a:rPr lang="en-GB" altLang="zh-CN" sz="2800">
                <a:solidFill>
                  <a:schemeClr val="tx1"/>
                </a:solidFill>
                <a:latin typeface="+mn-lt"/>
                <a:ea typeface="+mn-ea"/>
              </a:rPr>
              <a:t>is design for best-in-class performance in the light twin category. Certified under </a:t>
            </a:r>
            <a:r>
              <a:rPr lang="en-GB" altLang="zh-CN" sz="2800">
                <a:solidFill>
                  <a:srgbClr val="0000CD"/>
                </a:solidFill>
                <a:latin typeface="+mn-lt"/>
                <a:ea typeface="+mn-ea"/>
              </a:rPr>
              <a:t>CS-29</a:t>
            </a:r>
            <a:r>
              <a:rPr lang="en-GB" altLang="zh-CN" sz="2800">
                <a:solidFill>
                  <a:schemeClr val="tx1"/>
                </a:solidFill>
                <a:latin typeface="+mn-lt"/>
                <a:ea typeface="+mn-ea"/>
              </a:rPr>
              <a:t>, our design aims to minimise time to the patient with an innovative design. </a:t>
            </a:r>
          </a:p>
          <a:p>
            <a:endParaRPr lang="en-US" sz="4000">
              <a:solidFill>
                <a:srgbClr val="0000CD"/>
              </a:solidFill>
            </a:endParaRPr>
          </a:p>
        </p:txBody>
      </p:sp>
      <p:sp>
        <p:nvSpPr>
          <p:cNvPr id="48" name="文本占位符 9">
            <a:extLst>
              <a:ext uri="{FF2B5EF4-FFF2-40B4-BE49-F238E27FC236}">
                <a16:creationId xmlns:a16="http://schemas.microsoft.com/office/drawing/2014/main" id="{62226CFE-2BA7-0B3C-DF30-DE9BADD40BB3}"/>
              </a:ext>
            </a:extLst>
          </p:cNvPr>
          <p:cNvSpPr txBox="1">
            <a:spLocks/>
          </p:cNvSpPr>
          <p:nvPr/>
        </p:nvSpPr>
        <p:spPr>
          <a:xfrm>
            <a:off x="20423655" y="5676961"/>
            <a:ext cx="3824877"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Flight and Medical systems</a:t>
            </a:r>
          </a:p>
          <a:p>
            <a:pPr algn="ctr"/>
            <a:r>
              <a:rPr lang="en-US" altLang="zh-CN" sz="2400">
                <a:solidFill>
                  <a:srgbClr val="0000CD"/>
                </a:solidFill>
                <a:latin typeface="Imperial Sans Display Semibold" panose="020B0703020202020204" pitchFamily="34" charset="0"/>
                <a:ea typeface="+mj-ea"/>
              </a:rPr>
              <a:t>  </a:t>
            </a:r>
          </a:p>
        </p:txBody>
      </p:sp>
      <p:sp>
        <p:nvSpPr>
          <p:cNvPr id="49" name="Text Placeholder 80">
            <a:extLst>
              <a:ext uri="{FF2B5EF4-FFF2-40B4-BE49-F238E27FC236}">
                <a16:creationId xmlns:a16="http://schemas.microsoft.com/office/drawing/2014/main" id="{2D087213-DEBB-15A9-D8AB-8DB359ADD1E0}"/>
              </a:ext>
            </a:extLst>
          </p:cNvPr>
          <p:cNvSpPr txBox="1">
            <a:spLocks/>
          </p:cNvSpPr>
          <p:nvPr/>
        </p:nvSpPr>
        <p:spPr>
          <a:xfrm>
            <a:off x="23132768" y="10460734"/>
            <a:ext cx="4861975" cy="887316"/>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r>
              <a:rPr lang="en-GB" sz="1800" b="1" i="1">
                <a:solidFill>
                  <a:srgbClr val="5B5BDE"/>
                </a:solidFill>
              </a:rPr>
              <a:t>HALO</a:t>
            </a:r>
          </a:p>
          <a:p>
            <a:r>
              <a:rPr lang="en-GB" sz="1800" b="1" i="1">
                <a:solidFill>
                  <a:srgbClr val="5B5BDE"/>
                </a:solidFill>
              </a:rPr>
              <a:t>Cabin layout in</a:t>
            </a:r>
          </a:p>
          <a:p>
            <a:r>
              <a:rPr lang="en-GB" sz="1800" b="1" i="1">
                <a:solidFill>
                  <a:srgbClr val="5B5BDE"/>
                </a:solidFill>
              </a:rPr>
              <a:t>medical configuration</a:t>
            </a:r>
          </a:p>
        </p:txBody>
      </p:sp>
      <p:sp>
        <p:nvSpPr>
          <p:cNvPr id="50" name="文本框 254">
            <a:extLst>
              <a:ext uri="{FF2B5EF4-FFF2-40B4-BE49-F238E27FC236}">
                <a16:creationId xmlns:a16="http://schemas.microsoft.com/office/drawing/2014/main" id="{60CC4E88-55D1-D6E5-2694-F681A476467B}"/>
              </a:ext>
            </a:extLst>
          </p:cNvPr>
          <p:cNvSpPr txBox="1"/>
          <p:nvPr/>
        </p:nvSpPr>
        <p:spPr>
          <a:xfrm>
            <a:off x="12733240" y="7673621"/>
            <a:ext cx="6773792" cy="3508653"/>
          </a:xfrm>
          <a:prstGeom prst="rect">
            <a:avLst/>
          </a:prstGeom>
          <a:noFill/>
        </p:spPr>
        <p:txBody>
          <a:bodyPr wrap="square">
            <a:spAutoFit/>
          </a:bodyPr>
          <a:lstStyle/>
          <a:p>
            <a:r>
              <a:rPr lang="en-US" altLang="zh-CN" sz="2200"/>
              <a:t>Through the use of </a:t>
            </a:r>
            <a:r>
              <a:rPr lang="en-US" altLang="zh-CN" sz="2200" b="1">
                <a:solidFill>
                  <a:srgbClr val="0000CD"/>
                </a:solidFill>
              </a:rPr>
              <a:t>composites</a:t>
            </a:r>
            <a:r>
              <a:rPr lang="en-US" altLang="zh-CN" sz="2200"/>
              <a:t>, the weight of HALO is minimised. </a:t>
            </a:r>
          </a:p>
          <a:p>
            <a:endParaRPr lang="en-US" altLang="zh-CN" sz="1200"/>
          </a:p>
          <a:p>
            <a:r>
              <a:rPr lang="en-US" altLang="zh-CN" sz="2200"/>
              <a:t>A </a:t>
            </a:r>
            <a:r>
              <a:rPr lang="en-US" altLang="zh-CN" sz="2200" b="1">
                <a:solidFill>
                  <a:srgbClr val="0000CD"/>
                </a:solidFill>
              </a:rPr>
              <a:t>semi-monocoque</a:t>
            </a:r>
            <a:r>
              <a:rPr lang="en-US" altLang="zh-CN" sz="2200"/>
              <a:t> layout was used</a:t>
            </a:r>
            <a:r>
              <a:rPr lang="en-US" altLang="zh-CN" sz="2200">
                <a:solidFill>
                  <a:srgbClr val="0000CD"/>
                </a:solidFill>
              </a:rPr>
              <a:t>, </a:t>
            </a:r>
            <a:r>
              <a:rPr lang="en-US" altLang="zh-CN" sz="2200" b="1">
                <a:solidFill>
                  <a:srgbClr val="0000CD"/>
                </a:solidFill>
              </a:rPr>
              <a:t>with metallic alloy frames</a:t>
            </a:r>
            <a:r>
              <a:rPr lang="en-US" altLang="zh-CN" sz="2200"/>
              <a:t>/longerons for simplified manufacturing and CFRP skin.</a:t>
            </a:r>
          </a:p>
          <a:p>
            <a:endParaRPr lang="en-US" altLang="zh-CN" sz="1200"/>
          </a:p>
          <a:p>
            <a:r>
              <a:rPr lang="en-US" altLang="zh-CN" sz="2200" b="1">
                <a:solidFill>
                  <a:srgbClr val="0000CD"/>
                </a:solidFill>
              </a:rPr>
              <a:t>CFRP</a:t>
            </a:r>
            <a:r>
              <a:rPr lang="en-US" altLang="zh-CN" sz="2200"/>
              <a:t> was used for the rotor blades and tail as well. Aluminium alloy skids were selected over wheels for landing gear, due to their flexibility in landing on all types of terrain.</a:t>
            </a:r>
          </a:p>
        </p:txBody>
      </p:sp>
      <p:sp>
        <p:nvSpPr>
          <p:cNvPr id="51" name="矩形 255">
            <a:extLst>
              <a:ext uri="{FF2B5EF4-FFF2-40B4-BE49-F238E27FC236}">
                <a16:creationId xmlns:a16="http://schemas.microsoft.com/office/drawing/2014/main" id="{BAC5B2EC-7D82-220B-069D-E06F5D938D22}"/>
              </a:ext>
            </a:extLst>
          </p:cNvPr>
          <p:cNvSpPr/>
          <p:nvPr/>
        </p:nvSpPr>
        <p:spPr>
          <a:xfrm>
            <a:off x="12531696" y="11753667"/>
            <a:ext cx="7290735" cy="5042250"/>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52" name="文本占位符 9">
            <a:extLst>
              <a:ext uri="{FF2B5EF4-FFF2-40B4-BE49-F238E27FC236}">
                <a16:creationId xmlns:a16="http://schemas.microsoft.com/office/drawing/2014/main" id="{BA4A2C9E-8701-6B93-725D-DBB799E91526}"/>
              </a:ext>
            </a:extLst>
          </p:cNvPr>
          <p:cNvSpPr txBox="1">
            <a:spLocks/>
          </p:cNvSpPr>
          <p:nvPr/>
        </p:nvSpPr>
        <p:spPr>
          <a:xfrm>
            <a:off x="12676281" y="11538200"/>
            <a:ext cx="2983377"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Aerodynamic Design</a:t>
            </a:r>
          </a:p>
        </p:txBody>
      </p:sp>
      <p:sp>
        <p:nvSpPr>
          <p:cNvPr id="53" name="文本框 257">
            <a:extLst>
              <a:ext uri="{FF2B5EF4-FFF2-40B4-BE49-F238E27FC236}">
                <a16:creationId xmlns:a16="http://schemas.microsoft.com/office/drawing/2014/main" id="{5D15035A-B0C1-6A0C-6EAB-8930546AF3E8}"/>
              </a:ext>
            </a:extLst>
          </p:cNvPr>
          <p:cNvSpPr txBox="1"/>
          <p:nvPr/>
        </p:nvSpPr>
        <p:spPr>
          <a:xfrm>
            <a:off x="12733240" y="12128153"/>
            <a:ext cx="6773792" cy="4678204"/>
          </a:xfrm>
          <a:prstGeom prst="rect">
            <a:avLst/>
          </a:prstGeom>
          <a:noFill/>
        </p:spPr>
        <p:txBody>
          <a:bodyPr wrap="square">
            <a:spAutoFit/>
          </a:bodyPr>
          <a:lstStyle/>
          <a:p>
            <a:r>
              <a:rPr lang="en-US" altLang="zh-CN" sz="2200"/>
              <a:t>The first civilian coaxial design</a:t>
            </a:r>
            <a:r>
              <a:rPr lang="en-US" altLang="zh-CN" sz="2200" b="1">
                <a:solidFill>
                  <a:srgbClr val="0000CD"/>
                </a:solidFill>
              </a:rPr>
              <a:t> </a:t>
            </a:r>
            <a:r>
              <a:rPr lang="en-US" altLang="zh-CN" sz="2200"/>
              <a:t>since the 1990s, </a:t>
            </a:r>
            <a:r>
              <a:rPr lang="en-US" altLang="zh-CN" sz="2200" i="1"/>
              <a:t>HALO </a:t>
            </a:r>
            <a:r>
              <a:rPr lang="en-US" altLang="zh-CN" sz="2200" b="1">
                <a:solidFill>
                  <a:srgbClr val="1616D1"/>
                </a:solidFill>
              </a:rPr>
              <a:t>bring new technology to old ideas</a:t>
            </a:r>
            <a:r>
              <a:rPr lang="en-US" altLang="zh-CN" sz="2200"/>
              <a:t>.</a:t>
            </a:r>
          </a:p>
          <a:p>
            <a:endParaRPr lang="en-US" altLang="zh-CN" sz="1200"/>
          </a:p>
          <a:p>
            <a:r>
              <a:rPr lang="en-US" altLang="zh-CN" sz="2200"/>
              <a:t>With </a:t>
            </a:r>
            <a:r>
              <a:rPr lang="en-US" altLang="zh-CN" sz="2200" b="1">
                <a:solidFill>
                  <a:srgbClr val="1616D1"/>
                </a:solidFill>
              </a:rPr>
              <a:t>2 </a:t>
            </a:r>
            <a:r>
              <a:rPr lang="en-US" altLang="zh-CN" sz="2200" b="1" err="1">
                <a:solidFill>
                  <a:srgbClr val="1616D1"/>
                </a:solidFill>
              </a:rPr>
              <a:t>hingeless</a:t>
            </a:r>
            <a:r>
              <a:rPr lang="en-US" altLang="zh-CN" sz="2200" b="1">
                <a:solidFill>
                  <a:srgbClr val="1616D1"/>
                </a:solidFill>
              </a:rPr>
              <a:t> 3-bladed rotors </a:t>
            </a:r>
            <a:r>
              <a:rPr lang="en-US" altLang="zh-CN" sz="2200"/>
              <a:t>providing lift, </a:t>
            </a:r>
            <a:r>
              <a:rPr lang="en-US" altLang="zh-CN" sz="2200" i="1"/>
              <a:t>HALO </a:t>
            </a:r>
            <a:r>
              <a:rPr lang="en-US" altLang="zh-CN" sz="2200" err="1"/>
              <a:t>minimises</a:t>
            </a:r>
            <a:r>
              <a:rPr lang="en-US" altLang="zh-CN" sz="2200"/>
              <a:t> rotor size and does away with the need for a tail rotor. Torque balance analysis was used to </a:t>
            </a:r>
            <a:r>
              <a:rPr lang="en-US" altLang="zh-CN" sz="2200" err="1"/>
              <a:t>optimise</a:t>
            </a:r>
            <a:r>
              <a:rPr lang="en-US" altLang="zh-CN" sz="2200"/>
              <a:t> blade twist and taper, </a:t>
            </a:r>
            <a:r>
              <a:rPr lang="en-US" altLang="zh-CN" sz="2200" err="1"/>
              <a:t>maximising</a:t>
            </a:r>
            <a:r>
              <a:rPr lang="en-US" altLang="zh-CN" sz="2200"/>
              <a:t> thrust and lift whilst </a:t>
            </a:r>
            <a:r>
              <a:rPr lang="en-US" altLang="zh-CN" sz="2200" err="1"/>
              <a:t>minimising</a:t>
            </a:r>
            <a:r>
              <a:rPr lang="en-US" altLang="zh-CN" sz="2200"/>
              <a:t> profile drag.</a:t>
            </a:r>
          </a:p>
          <a:p>
            <a:endParaRPr lang="en-US" altLang="zh-CN" sz="1200"/>
          </a:p>
          <a:p>
            <a:r>
              <a:rPr lang="en-US" altLang="zh-CN" sz="2200"/>
              <a:t>An </a:t>
            </a:r>
            <a:r>
              <a:rPr lang="en-US" altLang="zh-CN" sz="2200" b="1">
                <a:solidFill>
                  <a:srgbClr val="1616D1"/>
                </a:solidFill>
              </a:rPr>
              <a:t>active flow control system </a:t>
            </a:r>
            <a:r>
              <a:rPr lang="en-US" altLang="zh-CN" sz="2200"/>
              <a:t>is also implemented to reduce drag by up to 10%. The fuselage geometry was </a:t>
            </a:r>
            <a:r>
              <a:rPr lang="en-US" altLang="zh-CN" sz="2200" err="1"/>
              <a:t>optimised</a:t>
            </a:r>
            <a:r>
              <a:rPr lang="en-US" altLang="zh-CN" sz="2200"/>
              <a:t> through iterative modelling using CFD whilst a H-tail layout </a:t>
            </a:r>
            <a:r>
              <a:rPr lang="en-US" altLang="zh-CN" sz="2200" err="1"/>
              <a:t>minimises</a:t>
            </a:r>
            <a:r>
              <a:rPr lang="en-US" altLang="zh-CN" sz="2200"/>
              <a:t> airframe size and allows control at high speed.</a:t>
            </a:r>
          </a:p>
        </p:txBody>
      </p:sp>
      <p:sp>
        <p:nvSpPr>
          <p:cNvPr id="54" name="矩形 258">
            <a:extLst>
              <a:ext uri="{FF2B5EF4-FFF2-40B4-BE49-F238E27FC236}">
                <a16:creationId xmlns:a16="http://schemas.microsoft.com/office/drawing/2014/main" id="{3E8C5560-678F-E4C7-A9E3-2ACF90503CE9}"/>
              </a:ext>
            </a:extLst>
          </p:cNvPr>
          <p:cNvSpPr/>
          <p:nvPr/>
        </p:nvSpPr>
        <p:spPr>
          <a:xfrm>
            <a:off x="12531696" y="17197343"/>
            <a:ext cx="7290735" cy="2232000"/>
          </a:xfrm>
          <a:prstGeom prst="rect">
            <a:avLst/>
          </a:prstGeom>
          <a:no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55" name="文本占位符 9">
            <a:extLst>
              <a:ext uri="{FF2B5EF4-FFF2-40B4-BE49-F238E27FC236}">
                <a16:creationId xmlns:a16="http://schemas.microsoft.com/office/drawing/2014/main" id="{010DAE86-A605-54DC-9D76-FA2584491653}"/>
              </a:ext>
            </a:extLst>
          </p:cNvPr>
          <p:cNvSpPr txBox="1">
            <a:spLocks/>
          </p:cNvSpPr>
          <p:nvPr/>
        </p:nvSpPr>
        <p:spPr>
          <a:xfrm>
            <a:off x="12676282" y="16981876"/>
            <a:ext cx="2482894"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Engine Selection</a:t>
            </a:r>
          </a:p>
        </p:txBody>
      </p:sp>
      <p:sp>
        <p:nvSpPr>
          <p:cNvPr id="56" name="文本框 260">
            <a:extLst>
              <a:ext uri="{FF2B5EF4-FFF2-40B4-BE49-F238E27FC236}">
                <a16:creationId xmlns:a16="http://schemas.microsoft.com/office/drawing/2014/main" id="{FB916D35-2CE4-7C33-4160-823C4B807F8F}"/>
              </a:ext>
            </a:extLst>
          </p:cNvPr>
          <p:cNvSpPr txBox="1"/>
          <p:nvPr/>
        </p:nvSpPr>
        <p:spPr>
          <a:xfrm>
            <a:off x="12733240" y="17571829"/>
            <a:ext cx="6773792" cy="1631216"/>
          </a:xfrm>
          <a:prstGeom prst="rect">
            <a:avLst/>
          </a:prstGeom>
          <a:noFill/>
        </p:spPr>
        <p:txBody>
          <a:bodyPr wrap="square">
            <a:spAutoFit/>
          </a:bodyPr>
          <a:lstStyle/>
          <a:p>
            <a:r>
              <a:rPr lang="en-US" altLang="zh-CN" sz="2200"/>
              <a:t>The </a:t>
            </a:r>
            <a:r>
              <a:rPr lang="en-US" altLang="zh-CN" sz="2200" b="1">
                <a:solidFill>
                  <a:srgbClr val="1616D1"/>
                </a:solidFill>
              </a:rPr>
              <a:t>Honeywell HTS900 </a:t>
            </a:r>
            <a:r>
              <a:rPr lang="en-US" altLang="zh-CN" sz="2200"/>
              <a:t>was selected for HALO, delivering excellent performance with an excess of power for auxiliary systems.</a:t>
            </a:r>
          </a:p>
          <a:p>
            <a:endParaRPr lang="en-US" altLang="zh-CN" sz="1200"/>
          </a:p>
          <a:p>
            <a:r>
              <a:rPr lang="en-US" altLang="zh-CN" sz="2200"/>
              <a:t>A custom transmission </a:t>
            </a:r>
            <a:r>
              <a:rPr lang="en-US" altLang="zh-CN" sz="2200" err="1"/>
              <a:t>minimises</a:t>
            </a:r>
            <a:r>
              <a:rPr lang="en-US" altLang="zh-CN" sz="2200"/>
              <a:t> losses.</a:t>
            </a:r>
          </a:p>
        </p:txBody>
      </p:sp>
      <p:sp>
        <p:nvSpPr>
          <p:cNvPr id="57" name="矩形 261">
            <a:extLst>
              <a:ext uri="{FF2B5EF4-FFF2-40B4-BE49-F238E27FC236}">
                <a16:creationId xmlns:a16="http://schemas.microsoft.com/office/drawing/2014/main" id="{33414A67-E478-A237-E006-F41F26F4D143}"/>
              </a:ext>
            </a:extLst>
          </p:cNvPr>
          <p:cNvSpPr/>
          <p:nvPr/>
        </p:nvSpPr>
        <p:spPr>
          <a:xfrm>
            <a:off x="20271861" y="13532789"/>
            <a:ext cx="9330200" cy="3895922"/>
          </a:xfrm>
          <a:prstGeom prst="rect">
            <a:avLst/>
          </a:prstGeom>
          <a:solidFill>
            <a:schemeClr val="bg1"/>
          </a:solidFill>
          <a:ln w="19050">
            <a:solidFill>
              <a:srgbClr val="0000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58" name="文本占位符 9">
            <a:extLst>
              <a:ext uri="{FF2B5EF4-FFF2-40B4-BE49-F238E27FC236}">
                <a16:creationId xmlns:a16="http://schemas.microsoft.com/office/drawing/2014/main" id="{E94F89AF-046C-F95B-37F0-08621C73FD46}"/>
              </a:ext>
            </a:extLst>
          </p:cNvPr>
          <p:cNvSpPr txBox="1">
            <a:spLocks/>
          </p:cNvSpPr>
          <p:nvPr/>
        </p:nvSpPr>
        <p:spPr>
          <a:xfrm>
            <a:off x="20423656" y="13330208"/>
            <a:ext cx="3309286" cy="43093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Control System Design</a:t>
            </a:r>
          </a:p>
        </p:txBody>
      </p:sp>
      <p:sp>
        <p:nvSpPr>
          <p:cNvPr id="59" name="文本框 263">
            <a:extLst>
              <a:ext uri="{FF2B5EF4-FFF2-40B4-BE49-F238E27FC236}">
                <a16:creationId xmlns:a16="http://schemas.microsoft.com/office/drawing/2014/main" id="{6880C8DC-CAD6-14EA-B5E1-2207F4004FFB}"/>
              </a:ext>
            </a:extLst>
          </p:cNvPr>
          <p:cNvSpPr txBox="1"/>
          <p:nvPr/>
        </p:nvSpPr>
        <p:spPr>
          <a:xfrm>
            <a:off x="20443619" y="13888907"/>
            <a:ext cx="8969571" cy="3631763"/>
          </a:xfrm>
          <a:prstGeom prst="rect">
            <a:avLst/>
          </a:prstGeom>
          <a:noFill/>
        </p:spPr>
        <p:txBody>
          <a:bodyPr wrap="square">
            <a:spAutoFit/>
          </a:bodyPr>
          <a:lstStyle/>
          <a:p>
            <a:r>
              <a:rPr lang="en-US" altLang="zh-CN" sz="2200"/>
              <a:t>A </a:t>
            </a:r>
            <a:r>
              <a:rPr lang="en-US" altLang="zh-CN" sz="2200" b="1">
                <a:solidFill>
                  <a:srgbClr val="1616D1"/>
                </a:solidFill>
              </a:rPr>
              <a:t>linearized state-space model </a:t>
            </a:r>
            <a:r>
              <a:rPr lang="en-US" altLang="zh-CN" sz="2200"/>
              <a:t>was generated following </a:t>
            </a:r>
            <a:r>
              <a:rPr lang="en-US" altLang="zh-CN" sz="2200" b="1">
                <a:solidFill>
                  <a:srgbClr val="1616D1"/>
                </a:solidFill>
              </a:rPr>
              <a:t>trim analysis </a:t>
            </a:r>
            <a:r>
              <a:rPr lang="en-US" altLang="zh-CN" sz="2200"/>
              <a:t>of </a:t>
            </a:r>
            <a:r>
              <a:rPr lang="en-US" altLang="zh-CN" sz="2200" i="1"/>
              <a:t>HALO</a:t>
            </a:r>
            <a:r>
              <a:rPr lang="en-US" altLang="zh-CN" sz="2200"/>
              <a:t>  with a plug-in physical model, enabling plug-and-play </a:t>
            </a:r>
            <a:r>
              <a:rPr lang="en-US" altLang="zh-CN" sz="2200" err="1"/>
              <a:t>submodel</a:t>
            </a:r>
            <a:r>
              <a:rPr lang="en-US" altLang="zh-CN" sz="2200"/>
              <a:t> updates without altering core functions.</a:t>
            </a:r>
          </a:p>
          <a:p>
            <a:endParaRPr lang="en-US" altLang="zh-CN" sz="1200"/>
          </a:p>
          <a:p>
            <a:r>
              <a:rPr lang="en-US" altLang="zh-CN" sz="2200"/>
              <a:t>The helicopter’s static and dynamic stability was then evaluated to verify compliance with </a:t>
            </a:r>
            <a:r>
              <a:rPr lang="en-US" altLang="zh-CN" sz="2200">
                <a:solidFill>
                  <a:srgbClr val="1616D1"/>
                </a:solidFill>
              </a:rPr>
              <a:t>CS-29</a:t>
            </a:r>
            <a:r>
              <a:rPr lang="en-US" altLang="zh-CN" sz="2200"/>
              <a:t> certification requirements </a:t>
            </a:r>
          </a:p>
          <a:p>
            <a:endParaRPr lang="en-US" altLang="zh-CN" sz="1200"/>
          </a:p>
          <a:p>
            <a:r>
              <a:rPr lang="en-US" altLang="zh-CN" sz="2200"/>
              <a:t>A </a:t>
            </a:r>
            <a:r>
              <a:rPr lang="en-US" altLang="zh-CN" sz="2200" b="1">
                <a:solidFill>
                  <a:srgbClr val="1616D1"/>
                </a:solidFill>
              </a:rPr>
              <a:t>cascade-structured, PID-based SAS and autopilot </a:t>
            </a:r>
            <a:r>
              <a:rPr lang="en-US" altLang="zh-CN" sz="2200"/>
              <a:t>were developed: the altitude and airspeed loops, together with yaw- and roll-rate dampers, were </a:t>
            </a:r>
            <a:r>
              <a:rPr lang="en-US" altLang="zh-CN" sz="2200" b="1">
                <a:solidFill>
                  <a:srgbClr val="1616D1"/>
                </a:solidFill>
              </a:rPr>
              <a:t>gain-scheduled </a:t>
            </a:r>
            <a:r>
              <a:rPr lang="en-US" altLang="zh-CN" sz="2200"/>
              <a:t>and tuned via a simplified mission profile to meet </a:t>
            </a:r>
            <a:r>
              <a:rPr lang="en-US" altLang="zh-CN" sz="2200">
                <a:solidFill>
                  <a:srgbClr val="1616D1"/>
                </a:solidFill>
              </a:rPr>
              <a:t>ADS-33E-PRF Level-1 </a:t>
            </a:r>
            <a:r>
              <a:rPr lang="en-US" altLang="zh-CN" sz="2200"/>
              <a:t>handling criteria</a:t>
            </a:r>
          </a:p>
        </p:txBody>
      </p:sp>
      <p:graphicFrame>
        <p:nvGraphicFramePr>
          <p:cNvPr id="60" name="Table 28">
            <a:extLst>
              <a:ext uri="{FF2B5EF4-FFF2-40B4-BE49-F238E27FC236}">
                <a16:creationId xmlns:a16="http://schemas.microsoft.com/office/drawing/2014/main" id="{514EFBB1-12B1-9CF1-4A4B-B37D89B87A58}"/>
              </a:ext>
            </a:extLst>
          </p:cNvPr>
          <p:cNvGraphicFramePr>
            <a:graphicFrameLocks noGrp="1"/>
          </p:cNvGraphicFramePr>
          <p:nvPr>
            <p:extLst>
              <p:ext uri="{D42A27DB-BD31-4B8C-83A1-F6EECF244321}">
                <p14:modId xmlns:p14="http://schemas.microsoft.com/office/powerpoint/2010/main" val="2080966143"/>
              </p:ext>
            </p:extLst>
          </p:nvPr>
        </p:nvGraphicFramePr>
        <p:xfrm>
          <a:off x="8088454" y="4180870"/>
          <a:ext cx="4027128" cy="10399569"/>
        </p:xfrm>
        <a:graphic>
          <a:graphicData uri="http://schemas.openxmlformats.org/drawingml/2006/table">
            <a:tbl>
              <a:tblPr firstRow="1" bandRow="1">
                <a:tableStyleId>{69012ECD-51FC-41F1-AA8D-1B2483CD663E}</a:tableStyleId>
              </a:tblPr>
              <a:tblGrid>
                <a:gridCol w="243420">
                  <a:extLst>
                    <a:ext uri="{9D8B030D-6E8A-4147-A177-3AD203B41FA5}">
                      <a16:colId xmlns:a16="http://schemas.microsoft.com/office/drawing/2014/main" val="2735859148"/>
                    </a:ext>
                  </a:extLst>
                </a:gridCol>
                <a:gridCol w="1378562">
                  <a:extLst>
                    <a:ext uri="{9D8B030D-6E8A-4147-A177-3AD203B41FA5}">
                      <a16:colId xmlns:a16="http://schemas.microsoft.com/office/drawing/2014/main" val="1949948004"/>
                    </a:ext>
                  </a:extLst>
                </a:gridCol>
                <a:gridCol w="1202573">
                  <a:extLst>
                    <a:ext uri="{9D8B030D-6E8A-4147-A177-3AD203B41FA5}">
                      <a16:colId xmlns:a16="http://schemas.microsoft.com/office/drawing/2014/main" val="3015140761"/>
                    </a:ext>
                  </a:extLst>
                </a:gridCol>
                <a:gridCol w="1202573">
                  <a:extLst>
                    <a:ext uri="{9D8B030D-6E8A-4147-A177-3AD203B41FA5}">
                      <a16:colId xmlns:a16="http://schemas.microsoft.com/office/drawing/2014/main" val="3801706396"/>
                    </a:ext>
                  </a:extLst>
                </a:gridCol>
              </a:tblGrid>
              <a:tr h="536763">
                <a:tc>
                  <a:txBody>
                    <a:bodyPr/>
                    <a:lstStyle/>
                    <a:p>
                      <a:pPr algn="ctr"/>
                      <a:endParaRPr lang="en-GB" sz="100"/>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r>
                        <a:rPr lang="en-GB" sz="100"/>
                        <a:t>Upper</a:t>
                      </a:r>
                    </a:p>
                  </a:txBody>
                  <a:tcPr marL="67399" marR="67399" marT="33700" marB="337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pPr algn="ctr"/>
                      <a:endParaRPr lang="en-GB" sz="2400"/>
                    </a:p>
                  </a:txBody>
                  <a:tcPr/>
                </a:tc>
                <a:tc>
                  <a:txBody>
                    <a:bodyPr/>
                    <a:lstStyle/>
                    <a:p>
                      <a:pPr algn="ctr"/>
                      <a:endParaRPr lang="en-GB" sz="100"/>
                    </a:p>
                  </a:txBody>
                  <a:tcPr marL="67399" marR="67399" marT="33700" marB="33700">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66905501"/>
                  </a:ext>
                </a:extLst>
              </a:tr>
              <a:tr h="413683">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l"/>
                      <a:r>
                        <a:rPr lang="en-GB" sz="1800">
                          <a:solidFill>
                            <a:srgbClr val="0000CD"/>
                          </a:solidFill>
                        </a:rPr>
                        <a:t> </a:t>
                      </a:r>
                    </a:p>
                  </a:txBody>
                  <a:tcPr marL="67399" marR="67399" marT="33700" marB="337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GB" sz="1600" b="1">
                          <a:solidFill>
                            <a:srgbClr val="0000CD"/>
                          </a:solidFill>
                        </a:rPr>
                        <a:t>Upper</a:t>
                      </a:r>
                    </a:p>
                  </a:txBody>
                  <a:tcPr marL="67399" marR="67399" marT="33700" marB="33700"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GB" sz="1600" b="1">
                          <a:solidFill>
                            <a:srgbClr val="0000CD"/>
                          </a:solidFill>
                        </a:rPr>
                        <a:t>Lower</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89693895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GB" sz="1800">
                          <a:solidFill>
                            <a:srgbClr val="0000CD"/>
                          </a:solidFill>
                        </a:rPr>
                        <a:t>Rotor radius </a:t>
                      </a:r>
                      <a:r>
                        <a:rPr lang="en-GB" sz="1800">
                          <a:solidFill>
                            <a:srgbClr val="5B5BDE"/>
                          </a:solidFill>
                        </a:rPr>
                        <a:t>(m)</a:t>
                      </a: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5.3</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2738470465"/>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Aspect</a:t>
                      </a:r>
                    </a:p>
                    <a:p>
                      <a:pPr algn="l"/>
                      <a:r>
                        <a:rPr lang="en-US" sz="1800">
                          <a:solidFill>
                            <a:srgbClr val="0000CD"/>
                          </a:solidFill>
                        </a:rPr>
                        <a:t>ratio</a:t>
                      </a:r>
                      <a:endParaRPr lang="en-GB" sz="1800">
                        <a:solidFill>
                          <a:srgbClr val="5B5BDE"/>
                        </a:solidFill>
                      </a:endParaRPr>
                    </a:p>
                  </a:txBody>
                  <a:tcPr marL="67399" marR="67399" marT="33700" marB="33700" anchor="ctr"/>
                </a:tc>
                <a:tc>
                  <a:txBody>
                    <a:bodyPr/>
                    <a:lstStyle/>
                    <a:p>
                      <a:pPr algn="ctr"/>
                      <a:r>
                        <a:rPr lang="en-GB" sz="1800"/>
                        <a:t>20.0</a:t>
                      </a:r>
                    </a:p>
                  </a:txBody>
                  <a:tcPr marL="67399" marR="67399" marT="33700" marB="33700" anchor="ctr"/>
                </a:tc>
                <a:tc>
                  <a:txBody>
                    <a:bodyPr/>
                    <a:lstStyle/>
                    <a:p>
                      <a:pPr algn="ctr"/>
                      <a:r>
                        <a:rPr lang="en-GB" sz="1800"/>
                        <a:t>14.0</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1265488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Root</a:t>
                      </a:r>
                    </a:p>
                    <a:p>
                      <a:pPr algn="l"/>
                      <a:r>
                        <a:rPr lang="en-US" sz="1800">
                          <a:solidFill>
                            <a:srgbClr val="0000CD"/>
                          </a:solidFill>
                        </a:rPr>
                        <a:t>chord</a:t>
                      </a:r>
                      <a:r>
                        <a:rPr lang="en-GB" sz="1800">
                          <a:solidFill>
                            <a:srgbClr val="0000CD"/>
                          </a:solidFill>
                        </a:rPr>
                        <a:t> </a:t>
                      </a:r>
                      <a:r>
                        <a:rPr lang="en-GB" sz="1800">
                          <a:solidFill>
                            <a:srgbClr val="5B5BDE"/>
                          </a:solidFill>
                        </a:rPr>
                        <a:t>(m)</a:t>
                      </a:r>
                    </a:p>
                  </a:txBody>
                  <a:tcPr marL="67399" marR="67399" marT="33700" marB="33700" anchor="ctr"/>
                </a:tc>
                <a:tc>
                  <a:txBody>
                    <a:bodyPr/>
                    <a:lstStyle/>
                    <a:p>
                      <a:pPr algn="ctr"/>
                      <a:r>
                        <a:rPr lang="en-GB" sz="1800"/>
                        <a:t>0.265</a:t>
                      </a:r>
                    </a:p>
                  </a:txBody>
                  <a:tcPr marL="67399" marR="67399" marT="33700" marB="33700" anchor="ctr"/>
                </a:tc>
                <a:tc>
                  <a:txBody>
                    <a:bodyPr/>
                    <a:lstStyle/>
                    <a:p>
                      <a:pPr algn="ctr"/>
                      <a:r>
                        <a:rPr lang="en-GB" sz="1800"/>
                        <a:t>0.416</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1621039373"/>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sz="1800">
                          <a:solidFill>
                            <a:srgbClr val="0000CD"/>
                          </a:solidFill>
                        </a:rPr>
                        <a:t>Root aerofoil</a:t>
                      </a:r>
                      <a:endParaRPr lang="en-GB" sz="1800">
                        <a:solidFill>
                          <a:srgbClr val="5B5BDE"/>
                        </a:solidFill>
                      </a:endParaRPr>
                    </a:p>
                  </a:txBody>
                  <a:tcPr marL="67399" marR="67399" marT="33700" marB="33700" anchor="ctr"/>
                </a:tc>
                <a:tc gridSpan="2">
                  <a:txBody>
                    <a:bodyPr/>
                    <a:lstStyle/>
                    <a:p>
                      <a:pPr algn="ctr"/>
                      <a:r>
                        <a:rPr lang="en-GB" sz="1800"/>
                        <a:t>RC(4)-10</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234588638"/>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Tip</a:t>
                      </a:r>
                    </a:p>
                    <a:p>
                      <a:pPr algn="l"/>
                      <a:r>
                        <a:rPr lang="en-US" altLang="zh-CN" sz="1800">
                          <a:solidFill>
                            <a:srgbClr val="0000CD"/>
                          </a:solidFill>
                        </a:rPr>
                        <a:t>chord</a:t>
                      </a:r>
                      <a:r>
                        <a:rPr lang="en-GB" altLang="zh-CN" sz="1800">
                          <a:solidFill>
                            <a:srgbClr val="0000CD"/>
                          </a:solidFill>
                        </a:rPr>
                        <a:t> </a:t>
                      </a:r>
                      <a:r>
                        <a:rPr lang="en-GB" altLang="zh-CN" sz="1800">
                          <a:solidFill>
                            <a:srgbClr val="5B5BDE"/>
                          </a:solidFill>
                        </a:rPr>
                        <a:t>(m)</a:t>
                      </a:r>
                    </a:p>
                  </a:txBody>
                  <a:tcPr marL="67399" marR="67399" marT="33700" marB="33700" anchor="ctr"/>
                </a:tc>
                <a:tc gridSpan="2">
                  <a:txBody>
                    <a:bodyPr/>
                    <a:lstStyle/>
                    <a:p>
                      <a:pPr algn="ctr"/>
                      <a:r>
                        <a:rPr lang="en-GB" sz="1800"/>
                        <a:t>0.265</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434380862"/>
                  </a:ext>
                </a:extLst>
              </a:tr>
              <a:tr h="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endParaRPr lang="en-GB" altLang="zh-CN" sz="1800">
                        <a:solidFill>
                          <a:srgbClr val="5B5BDE"/>
                        </a:solidFill>
                      </a:endParaRPr>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790002169"/>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l"/>
                      <a:r>
                        <a:rPr lang="en-US" altLang="zh-CN" sz="1800">
                          <a:solidFill>
                            <a:srgbClr val="0000CD"/>
                          </a:solidFill>
                        </a:rPr>
                        <a:t>Tip</a:t>
                      </a:r>
                    </a:p>
                    <a:p>
                      <a:pPr algn="l"/>
                      <a:r>
                        <a:rPr lang="en-GB" altLang="zh-CN" sz="1800">
                          <a:solidFill>
                            <a:srgbClr val="0000CD"/>
                          </a:solidFill>
                        </a:rPr>
                        <a:t>aerofoil</a:t>
                      </a:r>
                      <a:endParaRPr lang="en-GB" altLang="zh-CN" sz="1800">
                        <a:solidFill>
                          <a:srgbClr val="5B5BDE"/>
                        </a:solidFill>
                      </a:endParaRP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RC(6)-08</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930520367"/>
                  </a:ext>
                </a:extLst>
              </a:tr>
              <a:tr h="432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US" altLang="zh-CN" sz="1800">
                          <a:solidFill>
                            <a:srgbClr val="0000CD"/>
                          </a:solidFill>
                        </a:rPr>
                        <a:t>Twist </a:t>
                      </a:r>
                      <a:r>
                        <a:rPr lang="en-GB" altLang="zh-CN" sz="1800">
                          <a:solidFill>
                            <a:srgbClr val="0000CD"/>
                          </a:solidFill>
                        </a:rPr>
                        <a:t> </a:t>
                      </a:r>
                      <a:r>
                        <a:rPr lang="en-GB" altLang="zh-CN" sz="1800">
                          <a:solidFill>
                            <a:srgbClr val="5B5BDE"/>
                          </a:solidFill>
                        </a:rPr>
                        <a:t>(°)</a:t>
                      </a:r>
                    </a:p>
                  </a:txBody>
                  <a:tcPr marL="67399" marR="67399" marT="33700" marB="33700" anchor="ctr"/>
                </a:tc>
                <a:tc>
                  <a:txBody>
                    <a:bodyPr/>
                    <a:lstStyle/>
                    <a:p>
                      <a:pPr algn="ctr"/>
                      <a:r>
                        <a:rPr lang="en-GB" sz="1800"/>
                        <a:t>-11</a:t>
                      </a:r>
                    </a:p>
                  </a:txBody>
                  <a:tcPr marL="67399" marR="67399" marT="33700" marB="33700" anchor="ctr"/>
                </a:tc>
                <a:tc>
                  <a:txBody>
                    <a:bodyPr/>
                    <a:lstStyle/>
                    <a:p>
                      <a:pPr algn="ctr"/>
                      <a:r>
                        <a:rPr lang="en-GB" sz="1800"/>
                        <a:t>-6</a:t>
                      </a:r>
                    </a:p>
                  </a:txBody>
                  <a:tcPr marL="67399" marR="67399" marT="33700" marB="33700" anchor="ctr">
                    <a:lnR w="19050" cap="flat" cmpd="sng" algn="ctr">
                      <a:noFill/>
                      <a:prstDash val="solid"/>
                      <a:round/>
                      <a:headEnd type="none" w="med" len="med"/>
                      <a:tailEnd type="none" w="med" len="med"/>
                    </a:lnR>
                  </a:tcPr>
                </a:tc>
                <a:extLst>
                  <a:ext uri="{0D108BD9-81ED-4DB2-BD59-A6C34878D82A}">
                    <a16:rowId xmlns:a16="http://schemas.microsoft.com/office/drawing/2014/main" val="2074814426"/>
                  </a:ext>
                </a:extLst>
              </a:tr>
              <a:tr h="324000">
                <a:tc>
                  <a:txBody>
                    <a:bodyPr/>
                    <a:lstStyle/>
                    <a:p>
                      <a:pPr algn="l"/>
                      <a:endParaRPr lang="en-GB" sz="1800">
                        <a:solidFill>
                          <a:srgbClr val="0000CD"/>
                        </a:solidFill>
                      </a:endParaRPr>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endParaRPr lang="en-GB" altLang="zh-CN" sz="1800">
                        <a:solidFill>
                          <a:srgbClr val="0000CD"/>
                        </a:solidFill>
                      </a:endParaRPr>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B w="12700" cap="flat" cmpd="sng" algn="ctr">
                      <a:noFill/>
                      <a:prstDash val="solid"/>
                      <a:round/>
                      <a:headEnd type="none" w="med" len="med"/>
                      <a:tailEnd type="none" w="med" len="med"/>
                    </a:lnB>
                  </a:tcPr>
                </a:tc>
                <a:tc>
                  <a:txBody>
                    <a:bodyPr/>
                    <a:lstStyle/>
                    <a:p>
                      <a:pPr algn="ctr"/>
                      <a:endParaRPr lang="en-GB" sz="1800"/>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934362894"/>
                  </a:ext>
                </a:extLst>
              </a:tr>
              <a:tr h="413683">
                <a:tc>
                  <a:txBody>
                    <a:bodyPr/>
                    <a:lstStyle/>
                    <a:p>
                      <a:pPr algn="l"/>
                      <a:endParaRPr lang="en-GB" sz="1800">
                        <a:solidFill>
                          <a:srgbClr val="0000CD"/>
                        </a:solidFill>
                      </a:endParaRPr>
                    </a:p>
                  </a:txBody>
                  <a:tcPr marL="67399" marR="67399" marT="33700" marB="337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lvl="0" indent="0" algn="l" defTabSz="1702836" rtl="0" eaLnBrk="1" fontAlgn="auto" latinLnBrk="0" hangingPunct="1">
                        <a:lnSpc>
                          <a:spcPct val="100000"/>
                        </a:lnSpc>
                        <a:spcBef>
                          <a:spcPts val="0"/>
                        </a:spcBef>
                        <a:spcAft>
                          <a:spcPts val="0"/>
                        </a:spcAft>
                        <a:buClrTx/>
                        <a:buSzTx/>
                        <a:buFontTx/>
                        <a:buNone/>
                        <a:tabLst/>
                        <a:defRPr/>
                      </a:pPr>
                      <a:r>
                        <a:rPr lang="en-GB" altLang="zh-CN" sz="1800">
                          <a:solidFill>
                            <a:srgbClr val="0000CD"/>
                          </a:solidFill>
                        </a:rPr>
                        <a:t>N</a:t>
                      </a:r>
                      <a:r>
                        <a:rPr lang="en-GB" altLang="zh-CN" sz="1800" baseline="-25000">
                          <a:solidFill>
                            <a:srgbClr val="0000CD"/>
                          </a:solidFill>
                        </a:rPr>
                        <a:t>B</a:t>
                      </a:r>
                      <a:endParaRPr lang="en-GB" altLang="zh-CN" sz="1800">
                        <a:solidFill>
                          <a:srgbClr val="0000CD"/>
                        </a:solidFill>
                      </a:endParaRPr>
                    </a:p>
                  </a:txBody>
                  <a:tcPr marL="67399" marR="67399" marT="33700" marB="33700" anchor="ctr">
                    <a:lnT w="12700" cap="flat" cmpd="sng" algn="ctr">
                      <a:noFill/>
                      <a:prstDash val="solid"/>
                      <a:round/>
                      <a:headEnd type="none" w="med" len="med"/>
                      <a:tailEnd type="none" w="med" len="med"/>
                    </a:lnT>
                  </a:tcPr>
                </a:tc>
                <a:tc gridSpan="2">
                  <a:txBody>
                    <a:bodyPr/>
                    <a:lstStyle/>
                    <a:p>
                      <a:pPr algn="ctr"/>
                      <a:r>
                        <a:rPr lang="en-GB" sz="1800"/>
                        <a:t>3</a:t>
                      </a:r>
                    </a:p>
                  </a:txBody>
                  <a:tcPr marL="67399" marR="67399" marT="33700" marB="33700"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en-GB" sz="1800"/>
                    </a:p>
                  </a:txBody>
                  <a:tcPr marL="67399" marR="67399" marT="33700" marB="33700" anchor="ctr">
                    <a:lnT w="12700" cap="flat" cmpd="sng" algn="ctr">
                      <a:noFill/>
                      <a:prstDash val="solid"/>
                      <a:round/>
                      <a:headEnd type="none" w="med" len="med"/>
                      <a:tailEnd type="none" w="med" len="med"/>
                    </a:lnT>
                  </a:tcPr>
                </a:tc>
                <a:extLst>
                  <a:ext uri="{0D108BD9-81ED-4DB2-BD59-A6C34878D82A}">
                    <a16:rowId xmlns:a16="http://schemas.microsoft.com/office/drawing/2014/main" val="276417140"/>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Root cutout</a:t>
                      </a:r>
                    </a:p>
                  </a:txBody>
                  <a:tcPr marL="67399" marR="67399" marT="33700" marB="33700" anchor="ctr"/>
                </a:tc>
                <a:tc gridSpan="2">
                  <a:txBody>
                    <a:bodyPr/>
                    <a:lstStyle/>
                    <a:p>
                      <a:pPr algn="ctr"/>
                      <a:r>
                        <a:rPr lang="en-GB" sz="1800"/>
                        <a:t>20%</a:t>
                      </a:r>
                    </a:p>
                  </a:txBody>
                  <a:tcPr marL="67399" marR="67399" marT="33700" marB="33700" anchor="ctr">
                    <a:lnR w="19050" cap="flat" cmpd="sng" algn="ctr">
                      <a:noFill/>
                      <a:prstDash val="solid"/>
                      <a:round/>
                      <a:headEnd type="none" w="med" len="med"/>
                      <a:tailEnd type="none" w="med" len="med"/>
                    </a:lnR>
                  </a:tcPr>
                </a:tc>
                <a:tc hMerge="1">
                  <a:txBody>
                    <a:bodyPr/>
                    <a:lstStyle/>
                    <a:p>
                      <a:pPr algn="ctr"/>
                      <a:endParaRPr lang="en-GB" sz="1800"/>
                    </a:p>
                  </a:txBody>
                  <a:tcPr marL="67399" marR="67399" marT="33700" marB="33700" anchor="ctr"/>
                </a:tc>
                <a:extLst>
                  <a:ext uri="{0D108BD9-81ED-4DB2-BD59-A6C34878D82A}">
                    <a16:rowId xmlns:a16="http://schemas.microsoft.com/office/drawing/2014/main" val="106126896"/>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Operating    </a:t>
                      </a:r>
                    </a:p>
                    <a:p>
                      <a:pPr algn="l"/>
                      <a:r>
                        <a:rPr lang="en-GB" altLang="zh-CN" sz="1800">
                          <a:solidFill>
                            <a:srgbClr val="0000CD"/>
                          </a:solidFill>
                        </a:rPr>
                        <a:t> RPM</a:t>
                      </a:r>
                    </a:p>
                  </a:txBody>
                  <a:tcPr marL="67399" marR="67399" marT="33700" marB="33700" anchor="ctr"/>
                </a:tc>
                <a:tc gridSpan="2">
                  <a:txBody>
                    <a:bodyPr/>
                    <a:lstStyle/>
                    <a:p>
                      <a:pPr algn="ctr"/>
                      <a:r>
                        <a:rPr lang="en-GB" sz="1800"/>
                        <a:t>396</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2664357861"/>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   Blade</a:t>
                      </a:r>
                    </a:p>
                    <a:p>
                      <a:pPr algn="l"/>
                      <a:r>
                        <a:rPr lang="en-GB" altLang="zh-CN" sz="1800">
                          <a:solidFill>
                            <a:srgbClr val="0000CD"/>
                          </a:solidFill>
                        </a:rPr>
                        <a:t>   material</a:t>
                      </a:r>
                    </a:p>
                  </a:txBody>
                  <a:tcPr marL="67399" marR="67399" marT="33700" marB="33700" anchor="ctr"/>
                </a:tc>
                <a:tc gridSpan="2">
                  <a:txBody>
                    <a:bodyPr/>
                    <a:lstStyle/>
                    <a:p>
                      <a:pPr algn="ctr"/>
                      <a:r>
                        <a:rPr lang="en-GB" sz="1800"/>
                        <a:t>UD CFRP + polyetherimide</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2521774847"/>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tcPr>
                </a:tc>
                <a:tc>
                  <a:txBody>
                    <a:bodyPr/>
                    <a:lstStyle/>
                    <a:p>
                      <a:pPr algn="l"/>
                      <a:r>
                        <a:rPr lang="en-GB" altLang="zh-CN" sz="1800">
                          <a:solidFill>
                            <a:srgbClr val="0000CD"/>
                          </a:solidFill>
                        </a:rPr>
                        <a:t>Flex beam</a:t>
                      </a:r>
                    </a:p>
                    <a:p>
                      <a:pPr algn="l"/>
                      <a:r>
                        <a:rPr lang="en-GB" altLang="zh-CN" sz="1800">
                          <a:solidFill>
                            <a:srgbClr val="0000CD"/>
                          </a:solidFill>
                        </a:rPr>
                        <a:t>material</a:t>
                      </a:r>
                    </a:p>
                  </a:txBody>
                  <a:tcPr marL="67399" marR="67399" marT="33700" marB="33700" anchor="ctr"/>
                </a:tc>
                <a:tc gridSpan="2">
                  <a:txBody>
                    <a:bodyPr/>
                    <a:lstStyle/>
                    <a:p>
                      <a:pPr algn="ctr"/>
                      <a:r>
                        <a:rPr lang="en-GB" sz="1800"/>
                        <a:t>UD CFRP</a:t>
                      </a:r>
                    </a:p>
                  </a:txBody>
                  <a:tcPr marL="67399" marR="67399" marT="33700" marB="33700" anchor="ctr">
                    <a:lnR w="19050" cap="flat" cmpd="sng" algn="ctr">
                      <a:noFill/>
                      <a:prstDash val="solid"/>
                      <a:round/>
                      <a:headEnd type="none" w="med" len="med"/>
                      <a:tailEnd type="none" w="med" len="med"/>
                    </a:lnR>
                  </a:tcPr>
                </a:tc>
                <a:tc hMerge="1">
                  <a:txBody>
                    <a:bodyPr/>
                    <a:lstStyle/>
                    <a:p>
                      <a:endParaRPr lang="zh-CN" altLang="en-US"/>
                    </a:p>
                  </a:txBody>
                  <a:tcPr/>
                </a:tc>
                <a:extLst>
                  <a:ext uri="{0D108BD9-81ED-4DB2-BD59-A6C34878D82A}">
                    <a16:rowId xmlns:a16="http://schemas.microsoft.com/office/drawing/2014/main" val="57819326"/>
                  </a:ext>
                </a:extLst>
              </a:tr>
              <a:tr h="720000">
                <a:tc>
                  <a:txBody>
                    <a:bodyPr/>
                    <a:lstStyle/>
                    <a:p>
                      <a:pPr algn="l"/>
                      <a:endParaRPr lang="en-GB" sz="1800"/>
                    </a:p>
                  </a:txBody>
                  <a:tcPr marL="67399" marR="67399" marT="33700" marB="33700"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l"/>
                      <a:r>
                        <a:rPr lang="en-GB" altLang="zh-CN" sz="1800">
                          <a:solidFill>
                            <a:srgbClr val="0000CD"/>
                          </a:solidFill>
                        </a:rPr>
                        <a:t>Torque tube</a:t>
                      </a:r>
                    </a:p>
                  </a:txBody>
                  <a:tcPr marL="67399" marR="67399" marT="33700" marB="33700" anchor="ctr">
                    <a:lnB w="12700" cap="flat" cmpd="sng" algn="ctr">
                      <a:noFill/>
                      <a:prstDash val="solid"/>
                      <a:round/>
                      <a:headEnd type="none" w="med" len="med"/>
                      <a:tailEnd type="none" w="med" len="med"/>
                    </a:lnB>
                  </a:tcPr>
                </a:tc>
                <a:tc gridSpan="2">
                  <a:txBody>
                    <a:bodyPr/>
                    <a:lstStyle/>
                    <a:p>
                      <a:pPr algn="ctr"/>
                      <a:r>
                        <a:rPr lang="en-GB" sz="1800"/>
                        <a:t>17-4PH Steel</a:t>
                      </a:r>
                    </a:p>
                  </a:txBody>
                  <a:tcPr marL="67399" marR="67399" marT="33700" marB="33700" anchor="ctr">
                    <a:lnR w="19050" cap="flat" cmpd="sng" algn="ctr">
                      <a:noFill/>
                      <a:prstDash val="solid"/>
                      <a:round/>
                      <a:headEnd type="none" w="med" len="med"/>
                      <a:tailEnd type="none" w="med" len="med"/>
                    </a:lnR>
                    <a:lnB w="12700" cap="flat" cmpd="sng" algn="ctr">
                      <a:no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657137254"/>
                  </a:ext>
                </a:extLst>
              </a:tr>
            </a:tbl>
          </a:graphicData>
        </a:graphic>
      </p:graphicFrame>
      <p:sp>
        <p:nvSpPr>
          <p:cNvPr id="61" name="Right Triangle 60">
            <a:extLst>
              <a:ext uri="{FF2B5EF4-FFF2-40B4-BE49-F238E27FC236}">
                <a16:creationId xmlns:a16="http://schemas.microsoft.com/office/drawing/2014/main" id="{30C17694-A5D7-A7A8-4FFE-B60B0A57FD68}"/>
              </a:ext>
            </a:extLst>
          </p:cNvPr>
          <p:cNvSpPr/>
          <p:nvPr/>
        </p:nvSpPr>
        <p:spPr>
          <a:xfrm rot="5400000">
            <a:off x="5247633" y="-5247632"/>
            <a:ext cx="4642339" cy="1513760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solidFill>
                <a:schemeClr val="bg1"/>
              </a:solidFill>
            </a:endParaRPr>
          </a:p>
        </p:txBody>
      </p:sp>
      <p:sp>
        <p:nvSpPr>
          <p:cNvPr id="62" name="Title 18">
            <a:extLst>
              <a:ext uri="{FF2B5EF4-FFF2-40B4-BE49-F238E27FC236}">
                <a16:creationId xmlns:a16="http://schemas.microsoft.com/office/drawing/2014/main" id="{15BA71DB-1E05-B426-5645-6F2D4DD20617}"/>
              </a:ext>
            </a:extLst>
          </p:cNvPr>
          <p:cNvSpPr txBox="1">
            <a:spLocks/>
          </p:cNvSpPr>
          <p:nvPr/>
        </p:nvSpPr>
        <p:spPr>
          <a:xfrm>
            <a:off x="289902" y="1451528"/>
            <a:ext cx="8877543" cy="2386657"/>
          </a:xfrm>
          <a:prstGeom prst="rect">
            <a:avLst/>
          </a:prstGeom>
        </p:spPr>
        <p:txBody>
          <a:bodyPr vert="horz" lIns="0" tIns="0" rIns="0" bIns="0" rtlCol="0" anchor="t">
            <a:noAutofit/>
          </a:bodyPr>
          <a:lstStyle>
            <a:lvl1pPr algn="l" defTabSz="1702836" rtl="0" eaLnBrk="1" latinLnBrk="0" hangingPunct="1">
              <a:lnSpc>
                <a:spcPct val="90000"/>
              </a:lnSpc>
              <a:spcBef>
                <a:spcPct val="0"/>
              </a:spcBef>
              <a:buNone/>
              <a:defRPr sz="4200" b="0" kern="1200">
                <a:solidFill>
                  <a:schemeClr val="accent1"/>
                </a:solidFill>
                <a:latin typeface="+mj-lt"/>
                <a:ea typeface="+mj-ea"/>
                <a:cs typeface="+mj-cs"/>
              </a:defRPr>
            </a:lvl1pPr>
          </a:lstStyle>
          <a:p>
            <a:r>
              <a:rPr lang="en-GB" sz="4800">
                <a:solidFill>
                  <a:schemeClr val="bg1"/>
                </a:solidFill>
              </a:rPr>
              <a:t>Coaxial Helicopter design for Emergency Medical</a:t>
            </a:r>
            <a:br>
              <a:rPr lang="en-GB" sz="4800">
                <a:solidFill>
                  <a:schemeClr val="bg1"/>
                </a:solidFill>
              </a:rPr>
            </a:br>
            <a:r>
              <a:rPr lang="en-GB" sz="4800">
                <a:solidFill>
                  <a:schemeClr val="bg1"/>
                </a:solidFill>
              </a:rPr>
              <a:t>Services</a:t>
            </a:r>
          </a:p>
        </p:txBody>
      </p:sp>
      <p:pic>
        <p:nvPicPr>
          <p:cNvPr id="63" name="Picture 62">
            <a:extLst>
              <a:ext uri="{FF2B5EF4-FFF2-40B4-BE49-F238E27FC236}">
                <a16:creationId xmlns:a16="http://schemas.microsoft.com/office/drawing/2014/main" id="{5CF5A8A0-FD5C-1CB1-1AED-6A6A13C1F8E4}"/>
              </a:ext>
            </a:extLst>
          </p:cNvPr>
          <p:cNvPicPr>
            <a:picLocks noChangeAspect="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6412" y="342408"/>
            <a:ext cx="6748286" cy="734569"/>
          </a:xfrm>
          <a:prstGeom prst="rect">
            <a:avLst/>
          </a:prstGeom>
        </p:spPr>
      </p:pic>
      <p:sp>
        <p:nvSpPr>
          <p:cNvPr id="67" name="Text Placeholder 76">
            <a:extLst>
              <a:ext uri="{FF2B5EF4-FFF2-40B4-BE49-F238E27FC236}">
                <a16:creationId xmlns:a16="http://schemas.microsoft.com/office/drawing/2014/main" id="{A7EFBE0F-9157-2C73-E69F-F7BE8ECBAF20}"/>
              </a:ext>
            </a:extLst>
          </p:cNvPr>
          <p:cNvSpPr txBox="1">
            <a:spLocks/>
          </p:cNvSpPr>
          <p:nvPr/>
        </p:nvSpPr>
        <p:spPr>
          <a:xfrm>
            <a:off x="2805567" y="18639892"/>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45mins</a:t>
            </a:r>
          </a:p>
        </p:txBody>
      </p:sp>
      <p:sp>
        <p:nvSpPr>
          <p:cNvPr id="68" name="Text Placeholder 76">
            <a:extLst>
              <a:ext uri="{FF2B5EF4-FFF2-40B4-BE49-F238E27FC236}">
                <a16:creationId xmlns:a16="http://schemas.microsoft.com/office/drawing/2014/main" id="{21EE7614-96E2-9941-A380-345AD8E15ACE}"/>
              </a:ext>
            </a:extLst>
          </p:cNvPr>
          <p:cNvSpPr txBox="1">
            <a:spLocks/>
          </p:cNvSpPr>
          <p:nvPr/>
        </p:nvSpPr>
        <p:spPr>
          <a:xfrm>
            <a:off x="5011655" y="18639892"/>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45mins</a:t>
            </a:r>
          </a:p>
        </p:txBody>
      </p:sp>
      <p:sp>
        <p:nvSpPr>
          <p:cNvPr id="69" name="Text Placeholder 76">
            <a:extLst>
              <a:ext uri="{FF2B5EF4-FFF2-40B4-BE49-F238E27FC236}">
                <a16:creationId xmlns:a16="http://schemas.microsoft.com/office/drawing/2014/main" id="{F9CB03A5-8599-823F-C42C-C0E1FE2AD3B7}"/>
              </a:ext>
            </a:extLst>
          </p:cNvPr>
          <p:cNvSpPr txBox="1">
            <a:spLocks/>
          </p:cNvSpPr>
          <p:nvPr/>
        </p:nvSpPr>
        <p:spPr>
          <a:xfrm>
            <a:off x="7217742" y="18639892"/>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45mins</a:t>
            </a:r>
          </a:p>
        </p:txBody>
      </p:sp>
      <p:sp>
        <p:nvSpPr>
          <p:cNvPr id="70" name="Text Placeholder 76">
            <a:extLst>
              <a:ext uri="{FF2B5EF4-FFF2-40B4-BE49-F238E27FC236}">
                <a16:creationId xmlns:a16="http://schemas.microsoft.com/office/drawing/2014/main" id="{384E0D5A-D469-B692-3251-4197C0633670}"/>
              </a:ext>
            </a:extLst>
          </p:cNvPr>
          <p:cNvSpPr txBox="1">
            <a:spLocks/>
          </p:cNvSpPr>
          <p:nvPr/>
        </p:nvSpPr>
        <p:spPr>
          <a:xfrm>
            <a:off x="9378020" y="18497586"/>
            <a:ext cx="1462559"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Contingency</a:t>
            </a:r>
          </a:p>
          <a:p>
            <a:pPr algn="ctr"/>
            <a:r>
              <a:rPr lang="en-GB" sz="1600"/>
              <a:t>30 mins</a:t>
            </a:r>
            <a:endParaRPr lang="en-GB" sz="1800"/>
          </a:p>
        </p:txBody>
      </p:sp>
      <p:sp>
        <p:nvSpPr>
          <p:cNvPr id="71" name="Text Placeholder 76">
            <a:extLst>
              <a:ext uri="{FF2B5EF4-FFF2-40B4-BE49-F238E27FC236}">
                <a16:creationId xmlns:a16="http://schemas.microsoft.com/office/drawing/2014/main" id="{A0059666-4AFD-53D5-09BA-DDA2254691E2}"/>
              </a:ext>
            </a:extLst>
          </p:cNvPr>
          <p:cNvSpPr txBox="1">
            <a:spLocks/>
          </p:cNvSpPr>
          <p:nvPr/>
        </p:nvSpPr>
        <p:spPr>
          <a:xfrm>
            <a:off x="2713175" y="19444505"/>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r"/>
            <a:r>
              <a:rPr lang="en-GB" sz="1600"/>
              <a:t>Hover</a:t>
            </a:r>
            <a:br>
              <a:rPr lang="en-GB" sz="1600"/>
            </a:br>
            <a:r>
              <a:rPr lang="en-GB" sz="1600"/>
              <a:t>25 mins</a:t>
            </a:r>
          </a:p>
        </p:txBody>
      </p:sp>
      <p:pic>
        <p:nvPicPr>
          <p:cNvPr id="77" name="Picture 76" descr="A black background with white letters&#10;&#10;AI-generated content may be incorrect.">
            <a:extLst>
              <a:ext uri="{FF2B5EF4-FFF2-40B4-BE49-F238E27FC236}">
                <a16:creationId xmlns:a16="http://schemas.microsoft.com/office/drawing/2014/main" id="{0A9AE201-7CD8-8B53-39AE-83B187CAA0B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248532" y="20621549"/>
            <a:ext cx="3154389" cy="624400"/>
          </a:xfrm>
          <a:prstGeom prst="rect">
            <a:avLst/>
          </a:prstGeom>
        </p:spPr>
      </p:pic>
      <p:sp>
        <p:nvSpPr>
          <p:cNvPr id="78" name="Text Placeholder 76">
            <a:extLst>
              <a:ext uri="{FF2B5EF4-FFF2-40B4-BE49-F238E27FC236}">
                <a16:creationId xmlns:a16="http://schemas.microsoft.com/office/drawing/2014/main" id="{B5F1C151-4747-5B24-B5C2-00272716D5B1}"/>
              </a:ext>
            </a:extLst>
          </p:cNvPr>
          <p:cNvSpPr txBox="1">
            <a:spLocks/>
          </p:cNvSpPr>
          <p:nvPr/>
        </p:nvSpPr>
        <p:spPr>
          <a:xfrm>
            <a:off x="1586789" y="20298807"/>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Hospital/</a:t>
            </a:r>
            <a:br>
              <a:rPr lang="en-GB" sz="1600"/>
            </a:br>
            <a:r>
              <a:rPr lang="en-GB" sz="1600"/>
              <a:t>airfield</a:t>
            </a:r>
          </a:p>
        </p:txBody>
      </p:sp>
      <p:sp>
        <p:nvSpPr>
          <p:cNvPr id="79" name="Text Placeholder 76">
            <a:extLst>
              <a:ext uri="{FF2B5EF4-FFF2-40B4-BE49-F238E27FC236}">
                <a16:creationId xmlns:a16="http://schemas.microsoft.com/office/drawing/2014/main" id="{5E5048AA-4FE5-7687-083B-4E7A9FDB4D2B}"/>
              </a:ext>
            </a:extLst>
          </p:cNvPr>
          <p:cNvSpPr txBox="1">
            <a:spLocks/>
          </p:cNvSpPr>
          <p:nvPr/>
        </p:nvSpPr>
        <p:spPr>
          <a:xfrm>
            <a:off x="3872393" y="20298807"/>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Accident site</a:t>
            </a:r>
          </a:p>
        </p:txBody>
      </p:sp>
      <p:sp>
        <p:nvSpPr>
          <p:cNvPr id="80" name="Text Placeholder 76">
            <a:extLst>
              <a:ext uri="{FF2B5EF4-FFF2-40B4-BE49-F238E27FC236}">
                <a16:creationId xmlns:a16="http://schemas.microsoft.com/office/drawing/2014/main" id="{7DF2C128-D6F1-C781-9F0E-4DA759EB4217}"/>
              </a:ext>
            </a:extLst>
          </p:cNvPr>
          <p:cNvSpPr txBox="1">
            <a:spLocks/>
          </p:cNvSpPr>
          <p:nvPr/>
        </p:nvSpPr>
        <p:spPr>
          <a:xfrm>
            <a:off x="6085443" y="20298807"/>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Hospital</a:t>
            </a:r>
          </a:p>
        </p:txBody>
      </p:sp>
      <p:sp>
        <p:nvSpPr>
          <p:cNvPr id="81" name="Text Placeholder 76">
            <a:extLst>
              <a:ext uri="{FF2B5EF4-FFF2-40B4-BE49-F238E27FC236}">
                <a16:creationId xmlns:a16="http://schemas.microsoft.com/office/drawing/2014/main" id="{DCA37BC3-C37F-E00D-0A4A-F925C803FCE7}"/>
              </a:ext>
            </a:extLst>
          </p:cNvPr>
          <p:cNvSpPr txBox="1">
            <a:spLocks/>
          </p:cNvSpPr>
          <p:nvPr/>
        </p:nvSpPr>
        <p:spPr>
          <a:xfrm>
            <a:off x="8422030" y="20298807"/>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Airfield</a:t>
            </a:r>
          </a:p>
        </p:txBody>
      </p:sp>
      <p:sp>
        <p:nvSpPr>
          <p:cNvPr id="82" name="Text Placeholder 76">
            <a:extLst>
              <a:ext uri="{FF2B5EF4-FFF2-40B4-BE49-F238E27FC236}">
                <a16:creationId xmlns:a16="http://schemas.microsoft.com/office/drawing/2014/main" id="{5A8BE4E9-5C3D-320D-3E8D-E9587CEB436C}"/>
              </a:ext>
            </a:extLst>
          </p:cNvPr>
          <p:cNvSpPr txBox="1">
            <a:spLocks/>
          </p:cNvSpPr>
          <p:nvPr/>
        </p:nvSpPr>
        <p:spPr>
          <a:xfrm>
            <a:off x="10648483" y="20298807"/>
            <a:ext cx="1200487" cy="457263"/>
          </a:xfrm>
          <a:prstGeom prst="rect">
            <a:avLst/>
          </a:prstGeom>
        </p:spPr>
        <p:txBody>
          <a:bodyPr vert="horz" lIns="0" tIns="0" rIns="0" bIns="0" rtlCol="0" anchor="ctr">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GB" sz="1600"/>
              <a:t>Diversion</a:t>
            </a:r>
          </a:p>
        </p:txBody>
      </p:sp>
      <p:sp>
        <p:nvSpPr>
          <p:cNvPr id="87" name="文本占位符 9">
            <a:extLst>
              <a:ext uri="{FF2B5EF4-FFF2-40B4-BE49-F238E27FC236}">
                <a16:creationId xmlns:a16="http://schemas.microsoft.com/office/drawing/2014/main" id="{2F512B39-229A-C9A3-E12F-37E02ED4AFFB}"/>
              </a:ext>
            </a:extLst>
          </p:cNvPr>
          <p:cNvSpPr txBox="1">
            <a:spLocks/>
          </p:cNvSpPr>
          <p:nvPr/>
        </p:nvSpPr>
        <p:spPr>
          <a:xfrm>
            <a:off x="580218" y="15223067"/>
            <a:ext cx="3378944" cy="323222"/>
          </a:xfrm>
          <a:prstGeom prst="rect">
            <a:avLst/>
          </a:prstGeom>
          <a:solidFill>
            <a:schemeClr val="bg1"/>
          </a:solidFill>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1416"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1416"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1416"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416"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1416"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algn="ctr"/>
            <a:r>
              <a:rPr lang="en-US" altLang="zh-CN" sz="2400">
                <a:solidFill>
                  <a:srgbClr val="0000CD"/>
                </a:solidFill>
                <a:latin typeface="Imperial Sans Display Semibold" panose="020B0703020202020204" pitchFamily="34" charset="0"/>
                <a:ea typeface="+mj-ea"/>
              </a:rPr>
              <a:t>Optimum Performance</a:t>
            </a:r>
            <a:endParaRPr lang="zh-CN" altLang="en-US" sz="2400">
              <a:solidFill>
                <a:srgbClr val="0000CD"/>
              </a:solidFill>
              <a:latin typeface="Imperial Sans Display Semibold" panose="020B0703020202020204" pitchFamily="34" charset="0"/>
              <a:ea typeface="+mj-ea"/>
            </a:endParaRPr>
          </a:p>
        </p:txBody>
      </p:sp>
      <p:grpSp>
        <p:nvGrpSpPr>
          <p:cNvPr id="92" name="Group 91">
            <a:extLst>
              <a:ext uri="{FF2B5EF4-FFF2-40B4-BE49-F238E27FC236}">
                <a16:creationId xmlns:a16="http://schemas.microsoft.com/office/drawing/2014/main" id="{B06DFA4F-F70C-6E30-8AA8-C33A58E58835}"/>
              </a:ext>
            </a:extLst>
          </p:cNvPr>
          <p:cNvGrpSpPr/>
          <p:nvPr/>
        </p:nvGrpSpPr>
        <p:grpSpPr>
          <a:xfrm>
            <a:off x="25952801" y="18346515"/>
            <a:ext cx="4368040" cy="2791465"/>
            <a:chOff x="29654185" y="15546289"/>
            <a:chExt cx="3986712" cy="2369001"/>
          </a:xfrm>
        </p:grpSpPr>
        <p:pic>
          <p:nvPicPr>
            <p:cNvPr id="74" name="Picture 73">
              <a:extLst>
                <a:ext uri="{FF2B5EF4-FFF2-40B4-BE49-F238E27FC236}">
                  <a16:creationId xmlns:a16="http://schemas.microsoft.com/office/drawing/2014/main" id="{10C7D4B4-C8B1-B9D5-7D4D-4F4DEC77190A}"/>
                </a:ext>
              </a:extLst>
            </p:cNvPr>
            <p:cNvPicPr>
              <a:picLocks noChangeAspect="1"/>
            </p:cNvPicPr>
            <p:nvPr/>
          </p:nvPicPr>
          <p:blipFill>
            <a:blip r:embed="rId7"/>
            <a:srcRect l="27914"/>
            <a:stretch>
              <a:fillRect/>
            </a:stretch>
          </p:blipFill>
          <p:spPr>
            <a:xfrm>
              <a:off x="29654185" y="15546289"/>
              <a:ext cx="1993356" cy="2369001"/>
            </a:xfrm>
            <a:prstGeom prst="rect">
              <a:avLst/>
            </a:prstGeom>
          </p:spPr>
        </p:pic>
        <p:pic>
          <p:nvPicPr>
            <p:cNvPr id="91" name="Picture 90">
              <a:extLst>
                <a:ext uri="{FF2B5EF4-FFF2-40B4-BE49-F238E27FC236}">
                  <a16:creationId xmlns:a16="http://schemas.microsoft.com/office/drawing/2014/main" id="{DE83745A-6242-1FFC-7874-5EDD4C9C64FD}"/>
                </a:ext>
              </a:extLst>
            </p:cNvPr>
            <p:cNvPicPr>
              <a:picLocks noChangeAspect="1"/>
            </p:cNvPicPr>
            <p:nvPr/>
          </p:nvPicPr>
          <p:blipFill>
            <a:blip r:embed="rId7"/>
            <a:srcRect l="27914"/>
            <a:stretch>
              <a:fillRect/>
            </a:stretch>
          </p:blipFill>
          <p:spPr>
            <a:xfrm flipH="1">
              <a:off x="31647541" y="15546289"/>
              <a:ext cx="1993356" cy="2369001"/>
            </a:xfrm>
            <a:prstGeom prst="rect">
              <a:avLst/>
            </a:prstGeom>
          </p:spPr>
        </p:pic>
      </p:grpSp>
      <p:grpSp>
        <p:nvGrpSpPr>
          <p:cNvPr id="64" name="Group 63">
            <a:extLst>
              <a:ext uri="{FF2B5EF4-FFF2-40B4-BE49-F238E27FC236}">
                <a16:creationId xmlns:a16="http://schemas.microsoft.com/office/drawing/2014/main" id="{E85D7387-7D21-715D-0681-E6CB787E83BB}"/>
              </a:ext>
            </a:extLst>
          </p:cNvPr>
          <p:cNvGrpSpPr/>
          <p:nvPr/>
        </p:nvGrpSpPr>
        <p:grpSpPr>
          <a:xfrm>
            <a:off x="10840579" y="1164854"/>
            <a:ext cx="9583075" cy="5796797"/>
            <a:chOff x="5533293" y="15244420"/>
            <a:chExt cx="7671554" cy="5796797"/>
          </a:xfrm>
        </p:grpSpPr>
        <p:graphicFrame>
          <p:nvGraphicFramePr>
            <p:cNvPr id="76" name="Chart 75">
              <a:extLst>
                <a:ext uri="{FF2B5EF4-FFF2-40B4-BE49-F238E27FC236}">
                  <a16:creationId xmlns:a16="http://schemas.microsoft.com/office/drawing/2014/main" id="{A7043DBE-F24B-4B67-2748-4F202377A998}"/>
                </a:ext>
              </a:extLst>
            </p:cNvPr>
            <p:cNvGraphicFramePr/>
            <p:nvPr>
              <p:extLst>
                <p:ext uri="{D42A27DB-BD31-4B8C-83A1-F6EECF244321}">
                  <p14:modId xmlns:p14="http://schemas.microsoft.com/office/powerpoint/2010/main" val="1156927658"/>
                </p:ext>
              </p:extLst>
            </p:nvPr>
          </p:nvGraphicFramePr>
          <p:xfrm>
            <a:off x="5533293" y="15244420"/>
            <a:ext cx="7671554" cy="5796797"/>
          </p:xfrm>
          <a:graphic>
            <a:graphicData uri="http://schemas.openxmlformats.org/drawingml/2006/chart">
              <c:chart xmlns:c="http://schemas.openxmlformats.org/drawingml/2006/chart" xmlns:r="http://schemas.openxmlformats.org/officeDocument/2006/relationships" r:id="rId8"/>
            </a:graphicData>
          </a:graphic>
        </p:graphicFrame>
        <p:sp>
          <p:nvSpPr>
            <p:cNvPr id="83" name="Content Placeholder 22">
              <a:extLst>
                <a:ext uri="{FF2B5EF4-FFF2-40B4-BE49-F238E27FC236}">
                  <a16:creationId xmlns:a16="http://schemas.microsoft.com/office/drawing/2014/main" id="{E223C983-99A0-540E-A588-C061CA41DC6D}"/>
                </a:ext>
              </a:extLst>
            </p:cNvPr>
            <p:cNvSpPr txBox="1">
              <a:spLocks/>
            </p:cNvSpPr>
            <p:nvPr/>
          </p:nvSpPr>
          <p:spPr>
            <a:xfrm>
              <a:off x="7997065" y="17470680"/>
              <a:ext cx="2688060" cy="1361267"/>
            </a:xfrm>
            <a:prstGeom prst="rect">
              <a:avLst/>
            </a:prstGeom>
          </p:spPr>
          <p:txBody>
            <a:bodyPr vert="horz" lIns="0" tIns="0" rIns="0" bIns="0" rtlCol="0">
              <a:noAutofit/>
            </a:bodyPr>
            <a:lstStyle>
              <a:lvl1pPr marL="0" indent="0" algn="l" defTabSz="1702836"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702836" rtl="0" eaLnBrk="1" latinLnBrk="0" hangingPunct="1">
                <a:lnSpc>
                  <a:spcPct val="105000"/>
                </a:lnSpc>
                <a:spcBef>
                  <a:spcPts val="0"/>
                </a:spcBef>
                <a:buFont typeface="Arial" panose="020B0604020202020204" pitchFamily="34" charset="0"/>
                <a:buNone/>
                <a:defRPr sz="2600" b="1" kern="1200">
                  <a:solidFill>
                    <a:schemeClr val="tx1"/>
                  </a:solidFill>
                  <a:latin typeface="+mj-lt"/>
                  <a:ea typeface="+mn-ea"/>
                  <a:cs typeface="+mn-cs"/>
                </a:defRPr>
              </a:lvl2pPr>
              <a:lvl3pPr marL="360000" indent="-360000" algn="l" defTabSz="1702836"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702836"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702836"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702836"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702836"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6385639"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8pPr>
              <a:lvl9pPr marL="7237058" indent="-425708" algn="l" defTabSz="1702836" rtl="0" eaLnBrk="1" latinLnBrk="0" hangingPunct="1">
                <a:lnSpc>
                  <a:spcPct val="90000"/>
                </a:lnSpc>
                <a:spcBef>
                  <a:spcPts val="932"/>
                </a:spcBef>
                <a:buFont typeface="Arial" panose="020B0604020202020204" pitchFamily="34" charset="0"/>
                <a:buChar char="•"/>
                <a:defRPr sz="2600" kern="1200">
                  <a:solidFill>
                    <a:schemeClr val="tx1"/>
                  </a:solidFill>
                  <a:latin typeface="+mn-lt"/>
                  <a:ea typeface="+mn-ea"/>
                  <a:cs typeface="+mn-cs"/>
                </a:defRPr>
              </a:lvl9pPr>
            </a:lstStyle>
            <a:p>
              <a:pPr lvl="5" algn="ctr">
                <a:lnSpc>
                  <a:spcPct val="100000"/>
                </a:lnSpc>
                <a:spcAft>
                  <a:spcPts val="0"/>
                </a:spcAft>
              </a:pPr>
              <a:r>
                <a:rPr lang="en-GB"/>
                <a:t>MTOW</a:t>
              </a:r>
            </a:p>
            <a:p>
              <a:pPr lvl="5" algn="ctr">
                <a:lnSpc>
                  <a:spcPct val="100000"/>
                </a:lnSpc>
                <a:spcAft>
                  <a:spcPts val="0"/>
                </a:spcAft>
              </a:pPr>
              <a:r>
                <a:rPr lang="en-GB"/>
                <a:t>3,500kg</a:t>
              </a:r>
              <a:br>
                <a:rPr lang="en-GB"/>
              </a:br>
              <a:endParaRPr lang="en-GB"/>
            </a:p>
          </p:txBody>
        </p:sp>
      </p:grpSp>
      <p:pic>
        <p:nvPicPr>
          <p:cNvPr id="12" name="Content Placeholder 2" descr="A white helicopter with propellers&#10;&#10;AI-generated content may be incorrect.">
            <a:extLst>
              <a:ext uri="{FF2B5EF4-FFF2-40B4-BE49-F238E27FC236}">
                <a16:creationId xmlns:a16="http://schemas.microsoft.com/office/drawing/2014/main" id="{37BE3FBC-7378-4F30-6F79-AB191E3E6E17}"/>
              </a:ext>
            </a:extLst>
          </p:cNvPr>
          <p:cNvPicPr>
            <a:picLocks noChangeAspect="1"/>
          </p:cNvPicPr>
          <p:nvPr/>
        </p:nvPicPr>
        <p:blipFill>
          <a:blip r:embed="rId9">
            <a:alphaModFix amt="70000"/>
            <a:extLst>
              <a:ext uri="{BEBA8EAE-BF5A-486C-A8C5-ECC9F3942E4B}">
                <a14:imgProps xmlns:a14="http://schemas.microsoft.com/office/drawing/2010/main">
                  <a14:imgLayer r:embed="rId10">
                    <a14:imgEffect>
                      <a14:sharpenSoften amount="25000"/>
                    </a14:imgEffect>
                    <a14:imgEffect>
                      <a14:colorTemperature colorTemp="6600"/>
                    </a14:imgEffect>
                    <a14:imgEffect>
                      <a14:saturation sat="97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flipH="1">
            <a:off x="-624085" y="7198938"/>
            <a:ext cx="12733581" cy="7162639"/>
          </a:xfrm>
          <a:prstGeom prst="rect">
            <a:avLst/>
          </a:prstGeom>
          <a:effectLst>
            <a:glow rad="203200">
              <a:schemeClr val="bg1">
                <a:alpha val="90000"/>
              </a:schemeClr>
            </a:glow>
          </a:effectLst>
        </p:spPr>
      </p:pic>
    </p:spTree>
    <p:extLst>
      <p:ext uri="{BB962C8B-B14F-4D97-AF65-F5344CB8AC3E}">
        <p14:creationId xmlns:p14="http://schemas.microsoft.com/office/powerpoint/2010/main" val="409377235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0FDD2-5994-7440-912E-9FE33C903E27}"/>
            </a:ext>
          </a:extLst>
        </p:cNvPr>
        <p:cNvGrpSpPr/>
        <p:nvPr/>
      </p:nvGrpSpPr>
      <p:grpSpPr>
        <a:xfrm>
          <a:off x="0" y="0"/>
          <a:ext cx="0" cy="0"/>
          <a:chOff x="0" y="0"/>
          <a:chExt cx="0" cy="0"/>
        </a:xfrm>
      </p:grpSpPr>
      <p:sp>
        <p:nvSpPr>
          <p:cNvPr id="76" name="Text Placeholder 75">
            <a:extLst>
              <a:ext uri="{FF2B5EF4-FFF2-40B4-BE49-F238E27FC236}">
                <a16:creationId xmlns:a16="http://schemas.microsoft.com/office/drawing/2014/main" id="{A257D918-33BA-0423-DBA2-8981CAC60927}"/>
              </a:ext>
            </a:extLst>
          </p:cNvPr>
          <p:cNvSpPr>
            <a:spLocks noGrp="1"/>
          </p:cNvSpPr>
          <p:nvPr>
            <p:ph type="body" sz="quarter" idx="19"/>
          </p:nvPr>
        </p:nvSpPr>
        <p:spPr>
          <a:xfrm>
            <a:off x="-7380517" y="21136237"/>
            <a:ext cx="6977063" cy="494775"/>
          </a:xfrm>
        </p:spPr>
        <p:txBody>
          <a:bodyPr/>
          <a:lstStyle/>
          <a:p>
            <a:r>
              <a:rPr lang="en-GB"/>
              <a:t>Image caption or credit goes here and can break over multiple lines as required lorem ipsum dolor sit amet, consectetuer adipiscing elit.</a:t>
            </a:r>
          </a:p>
        </p:txBody>
      </p:sp>
      <p:sp>
        <p:nvSpPr>
          <p:cNvPr id="25" name="文本框 24">
            <a:extLst>
              <a:ext uri="{FF2B5EF4-FFF2-40B4-BE49-F238E27FC236}">
                <a16:creationId xmlns:a16="http://schemas.microsoft.com/office/drawing/2014/main" id="{B71DD4C6-2C0C-BB93-060A-EE75942647E5}"/>
              </a:ext>
            </a:extLst>
          </p:cNvPr>
          <p:cNvSpPr txBox="1"/>
          <p:nvPr/>
        </p:nvSpPr>
        <p:spPr>
          <a:xfrm>
            <a:off x="1449659" y="914399"/>
            <a:ext cx="7047570" cy="981308"/>
          </a:xfrm>
          <a:prstGeom prst="rect">
            <a:avLst/>
          </a:prstGeom>
          <a:noFill/>
        </p:spPr>
        <p:txBody>
          <a:bodyPr wrap="none" lIns="0" tIns="0" rIns="0" bIns="0" rtlCol="0">
            <a:noAutofit/>
          </a:bodyPr>
          <a:lstStyle/>
          <a:p>
            <a:pPr algn="l">
              <a:lnSpc>
                <a:spcPct val="105000"/>
              </a:lnSpc>
            </a:pPr>
            <a:r>
              <a:rPr lang="en-US" altLang="zh-CN" sz="6600">
                <a:solidFill>
                  <a:srgbClr val="0000CD"/>
                </a:solidFill>
                <a:latin typeface="Zero G Ultra Wide" pitchFamily="50" charset="0"/>
              </a:rPr>
              <a:t>HALO</a:t>
            </a:r>
            <a:endParaRPr lang="zh-CN" altLang="en-US" sz="6600">
              <a:solidFill>
                <a:srgbClr val="0000CD"/>
              </a:solidFill>
              <a:latin typeface="Zero G Ultra Wide" pitchFamily="50" charset="0"/>
            </a:endParaRPr>
          </a:p>
        </p:txBody>
      </p:sp>
      <p:pic>
        <p:nvPicPr>
          <p:cNvPr id="26" name="Content Placeholder 2" descr="A white helicopter with propellers&#10;&#10;AI-generated content may be incorrect.">
            <a:extLst>
              <a:ext uri="{FF2B5EF4-FFF2-40B4-BE49-F238E27FC236}">
                <a16:creationId xmlns:a16="http://schemas.microsoft.com/office/drawing/2014/main" id="{0089E97B-82EC-0951-890C-3CD4881861E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flipH="1">
            <a:off x="1628079" y="7260385"/>
            <a:ext cx="12200630" cy="6862854"/>
          </a:xfrm>
          <a:prstGeom prst="rect">
            <a:avLst/>
          </a:prstGeom>
        </p:spPr>
      </p:pic>
      <p:sp>
        <p:nvSpPr>
          <p:cNvPr id="39" name="文本框 38">
            <a:extLst>
              <a:ext uri="{FF2B5EF4-FFF2-40B4-BE49-F238E27FC236}">
                <a16:creationId xmlns:a16="http://schemas.microsoft.com/office/drawing/2014/main" id="{6DBA2DF5-1315-BD46-AD94-251A76194D1F}"/>
              </a:ext>
            </a:extLst>
          </p:cNvPr>
          <p:cNvSpPr txBox="1"/>
          <p:nvPr/>
        </p:nvSpPr>
        <p:spPr>
          <a:xfrm>
            <a:off x="1248589" y="1895707"/>
            <a:ext cx="22793440" cy="707886"/>
          </a:xfrm>
          <a:prstGeom prst="rect">
            <a:avLst/>
          </a:prstGeom>
          <a:noFill/>
        </p:spPr>
        <p:txBody>
          <a:bodyPr wrap="square">
            <a:spAutoFit/>
          </a:bodyPr>
          <a:lstStyle/>
          <a:p>
            <a:r>
              <a:rPr lang="en-GB" altLang="zh-CN" sz="4000">
                <a:solidFill>
                  <a:srgbClr val="0000CD"/>
                </a:solidFill>
              </a:rPr>
              <a:t>Coaxial Helicopter design for Emergency Medical Services</a:t>
            </a:r>
            <a:endParaRPr lang="zh-CN" altLang="en-US" sz="4000">
              <a:solidFill>
                <a:srgbClr val="0000CD"/>
              </a:solidFill>
            </a:endParaRPr>
          </a:p>
        </p:txBody>
      </p:sp>
    </p:spTree>
    <p:extLst>
      <p:ext uri="{BB962C8B-B14F-4D97-AF65-F5344CB8AC3E}">
        <p14:creationId xmlns:p14="http://schemas.microsoft.com/office/powerpoint/2010/main" val="321751437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EF5D7-0DF2-F7B4-D9DB-9C1CA95612E5}"/>
            </a:ext>
          </a:extLst>
        </p:cNvPr>
        <p:cNvGrpSpPr/>
        <p:nvPr/>
      </p:nvGrpSpPr>
      <p:grpSpPr>
        <a:xfrm>
          <a:off x="0" y="0"/>
          <a:ext cx="0" cy="0"/>
          <a:chOff x="0" y="0"/>
          <a:chExt cx="0" cy="0"/>
        </a:xfrm>
      </p:grpSpPr>
      <p:sp>
        <p:nvSpPr>
          <p:cNvPr id="21" name="Content Placeholder 20">
            <a:extLst>
              <a:ext uri="{FF2B5EF4-FFF2-40B4-BE49-F238E27FC236}">
                <a16:creationId xmlns:a16="http://schemas.microsoft.com/office/drawing/2014/main" id="{1AF2756B-93EF-55EF-4B40-BCF98B976219}"/>
              </a:ext>
            </a:extLst>
          </p:cNvPr>
          <p:cNvSpPr>
            <a:spLocks noGrp="1"/>
          </p:cNvSpPr>
          <p:nvPr>
            <p:ph sz="quarter" idx="31"/>
          </p:nvPr>
        </p:nvSpPr>
        <p:spPr/>
        <p:txBody>
          <a:bodyPr/>
          <a:lstStyle/>
          <a:p>
            <a:endParaRPr lang="en-US"/>
          </a:p>
        </p:txBody>
      </p:sp>
      <p:sp>
        <p:nvSpPr>
          <p:cNvPr id="22" name="Content Placeholder 21">
            <a:extLst>
              <a:ext uri="{FF2B5EF4-FFF2-40B4-BE49-F238E27FC236}">
                <a16:creationId xmlns:a16="http://schemas.microsoft.com/office/drawing/2014/main" id="{B62964FB-77C0-A608-EF70-4EEC396A8C7A}"/>
              </a:ext>
            </a:extLst>
          </p:cNvPr>
          <p:cNvSpPr>
            <a:spLocks noGrp="1"/>
          </p:cNvSpPr>
          <p:nvPr>
            <p:ph sz="quarter" idx="32"/>
          </p:nvPr>
        </p:nvSpPr>
        <p:spPr/>
        <p:txBody>
          <a:bodyPr/>
          <a:lstStyle/>
          <a:p>
            <a:endParaRPr lang="en-US"/>
          </a:p>
        </p:txBody>
      </p:sp>
      <p:sp>
        <p:nvSpPr>
          <p:cNvPr id="19" name="Title 18">
            <a:extLst>
              <a:ext uri="{FF2B5EF4-FFF2-40B4-BE49-F238E27FC236}">
                <a16:creationId xmlns:a16="http://schemas.microsoft.com/office/drawing/2014/main" id="{E7E4C36B-7FC3-D198-7505-AB60F7C6A5A3}"/>
              </a:ext>
            </a:extLst>
          </p:cNvPr>
          <p:cNvSpPr>
            <a:spLocks noGrp="1"/>
          </p:cNvSpPr>
          <p:nvPr>
            <p:ph type="title"/>
          </p:nvPr>
        </p:nvSpPr>
        <p:spPr>
          <a:xfrm>
            <a:off x="792000" y="2206801"/>
            <a:ext cx="21448873" cy="1296054"/>
          </a:xfrm>
        </p:spPr>
        <p:txBody>
          <a:bodyPr/>
          <a:lstStyle/>
          <a:p>
            <a:r>
              <a:rPr lang="en-GB"/>
              <a:t>HALO</a:t>
            </a:r>
            <a:br>
              <a:rPr lang="en-GB"/>
            </a:br>
            <a:r>
              <a:rPr lang="en-GB"/>
              <a:t>Design of a Helicopter for Emergency Medical Services</a:t>
            </a:r>
          </a:p>
        </p:txBody>
      </p:sp>
      <p:sp>
        <p:nvSpPr>
          <p:cNvPr id="4" name="Footer Placeholder 3">
            <a:extLst>
              <a:ext uri="{FF2B5EF4-FFF2-40B4-BE49-F238E27FC236}">
                <a16:creationId xmlns:a16="http://schemas.microsoft.com/office/drawing/2014/main" id="{BD86081A-98CA-EEB1-C052-24E1576F9B65}"/>
              </a:ext>
            </a:extLst>
          </p:cNvPr>
          <p:cNvSpPr>
            <a:spLocks noGrp="1"/>
          </p:cNvSpPr>
          <p:nvPr>
            <p:ph type="ftr" sz="quarter" idx="12"/>
          </p:nvPr>
        </p:nvSpPr>
        <p:spPr>
          <a:xfrm>
            <a:off x="16570661" y="20163543"/>
            <a:ext cx="12910802" cy="428022"/>
          </a:xfrm>
        </p:spPr>
        <p:txBody>
          <a:bodyPr/>
          <a:lstStyle/>
          <a:p>
            <a:r>
              <a:rPr lang="en-GB"/>
              <a:t>imperial.ac.uk</a:t>
            </a:r>
          </a:p>
        </p:txBody>
      </p:sp>
      <p:sp>
        <p:nvSpPr>
          <p:cNvPr id="20" name="Subtitle 19">
            <a:extLst>
              <a:ext uri="{FF2B5EF4-FFF2-40B4-BE49-F238E27FC236}">
                <a16:creationId xmlns:a16="http://schemas.microsoft.com/office/drawing/2014/main" id="{D39B2994-B96D-CED6-E3A8-311FD5EA37D4}"/>
              </a:ext>
            </a:extLst>
          </p:cNvPr>
          <p:cNvSpPr>
            <a:spLocks noGrp="1"/>
          </p:cNvSpPr>
          <p:nvPr>
            <p:ph type="subTitle" idx="1"/>
          </p:nvPr>
        </p:nvSpPr>
        <p:spPr>
          <a:xfrm>
            <a:off x="23299200" y="2206800"/>
            <a:ext cx="6182263" cy="1296053"/>
          </a:xfrm>
        </p:spPr>
        <p:txBody>
          <a:bodyPr/>
          <a:lstStyle/>
          <a:p>
            <a:r>
              <a:rPr lang="en-GB"/>
              <a:t>Name of contributor,</a:t>
            </a:r>
          </a:p>
          <a:p>
            <a:r>
              <a:rPr lang="en-GB"/>
              <a:t>Name of contributor,</a:t>
            </a:r>
          </a:p>
          <a:p>
            <a:r>
              <a:rPr lang="en-GB"/>
              <a:t>Name of contributor</a:t>
            </a:r>
          </a:p>
        </p:txBody>
      </p:sp>
      <p:pic>
        <p:nvPicPr>
          <p:cNvPr id="6" name="Picture Placeholder 5">
            <a:extLst>
              <a:ext uri="{FF2B5EF4-FFF2-40B4-BE49-F238E27FC236}">
                <a16:creationId xmlns:a16="http://schemas.microsoft.com/office/drawing/2014/main" id="{DC9D2461-B78A-7971-BE20-12047009493A}"/>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t="15897" b="15897"/>
          <a:stretch>
            <a:fillRect/>
          </a:stretch>
        </p:blipFill>
        <p:spPr>
          <a:xfrm>
            <a:off x="22240873" y="16977815"/>
            <a:ext cx="3405600" cy="2322000"/>
          </a:xfrm>
        </p:spPr>
      </p:pic>
      <p:sp>
        <p:nvSpPr>
          <p:cNvPr id="23" name="Content Placeholder 22">
            <a:extLst>
              <a:ext uri="{FF2B5EF4-FFF2-40B4-BE49-F238E27FC236}">
                <a16:creationId xmlns:a16="http://schemas.microsoft.com/office/drawing/2014/main" id="{3A01D2F7-5CF9-DF51-3BC1-6DD72AEC04C3}"/>
              </a:ext>
            </a:extLst>
          </p:cNvPr>
          <p:cNvSpPr>
            <a:spLocks noGrp="1"/>
          </p:cNvSpPr>
          <p:nvPr>
            <p:ph type="body" sz="quarter" idx="26"/>
          </p:nvPr>
        </p:nvSpPr>
        <p:spPr>
          <a:xfrm>
            <a:off x="792000" y="4119563"/>
            <a:ext cx="6977225" cy="15340012"/>
          </a:xfrm>
        </p:spPr>
        <p:txBody>
          <a:bodyPr/>
          <a:lstStyle/>
          <a:p>
            <a:r>
              <a:rPr lang="en-GB"/>
              <a:t>The standard text area has five predefined type levels.</a:t>
            </a:r>
          </a:p>
          <a:p>
            <a:endParaRPr lang="en-GB"/>
          </a:p>
          <a:p>
            <a:r>
              <a:rPr lang="en-GB"/>
              <a:t>You can move up or down the levels using the increase or decrease indent buttons in the home tab.</a:t>
            </a:r>
          </a:p>
          <a:p>
            <a:endParaRPr lang="en-GB"/>
          </a:p>
          <a:p>
            <a:r>
              <a:rPr lang="en-GB"/>
              <a:t>We recommend that you do not use the bullet button, as this does not apply the correct bullet formatting.</a:t>
            </a:r>
          </a:p>
          <a:p>
            <a:endParaRPr lang="en-GB"/>
          </a:p>
          <a:p>
            <a:r>
              <a:rPr lang="en-GB"/>
              <a:t>Level one is for general text</a:t>
            </a:r>
          </a:p>
          <a:p>
            <a:pPr lvl="1"/>
            <a:endParaRPr lang="en-GB"/>
          </a:p>
          <a:p>
            <a:pPr lvl="1"/>
            <a:r>
              <a:rPr lang="en-GB"/>
              <a:t>Level two is for subheadings within body copy</a:t>
            </a:r>
          </a:p>
          <a:p>
            <a:pPr lvl="2"/>
            <a:r>
              <a:rPr lang="en-GB"/>
              <a:t>Level three is for bulleted general text</a:t>
            </a:r>
          </a:p>
          <a:p>
            <a:pPr lvl="2"/>
            <a:endParaRPr lang="en-GB"/>
          </a:p>
          <a:p>
            <a:pPr lvl="3"/>
            <a:r>
              <a:rPr lang="en-GB"/>
              <a:t>Level four is for small text</a:t>
            </a:r>
          </a:p>
          <a:p>
            <a:pPr lvl="3"/>
            <a:endParaRPr lang="en-GB"/>
          </a:p>
          <a:p>
            <a:pPr lvl="4"/>
            <a:r>
              <a:rPr lang="en-GB"/>
              <a:t>Level five is for Pull Quotes and Subtitles</a:t>
            </a:r>
          </a:p>
          <a:p>
            <a:pPr lvl="5"/>
            <a:r>
              <a:rPr lang="en-GB"/>
              <a:t>Level six is for bold subtitles</a:t>
            </a:r>
          </a:p>
          <a:p>
            <a:r>
              <a:rPr lang="en-GB"/>
              <a:t>Level seven is for large number pullouts:</a:t>
            </a:r>
          </a:p>
          <a:p>
            <a:pPr lvl="1"/>
            <a:endParaRPr lang="en-GB"/>
          </a:p>
          <a:p>
            <a:pPr lvl="6"/>
            <a:r>
              <a:rPr lang="en-GB"/>
              <a:t>00%</a:t>
            </a:r>
          </a:p>
        </p:txBody>
      </p:sp>
      <p:sp>
        <p:nvSpPr>
          <p:cNvPr id="77" name="Text Placeholder 76">
            <a:extLst>
              <a:ext uri="{FF2B5EF4-FFF2-40B4-BE49-F238E27FC236}">
                <a16:creationId xmlns:a16="http://schemas.microsoft.com/office/drawing/2014/main" id="{4E83F347-826C-50E9-7516-C52997EEE0E2}"/>
              </a:ext>
            </a:extLst>
          </p:cNvPr>
          <p:cNvSpPr>
            <a:spLocks noGrp="1"/>
          </p:cNvSpPr>
          <p:nvPr>
            <p:ph type="body" sz="quarter" idx="27"/>
          </p:nvPr>
        </p:nvSpPr>
        <p:spPr>
          <a:xfrm>
            <a:off x="8032750" y="4119563"/>
            <a:ext cx="6977225" cy="4874312"/>
          </a:xfrm>
        </p:spPr>
        <p:txBody>
          <a:bodyPr/>
          <a:lstStyle/>
          <a:p>
            <a:r>
              <a:rPr lang="en-GB"/>
              <a:t>While text boxes are formatted to be the correct font, size, and colour, they will not contain the levels as a placeholder does.</a:t>
            </a:r>
          </a:p>
          <a:p>
            <a:endParaRPr lang="en-GB"/>
          </a:p>
          <a:p>
            <a:r>
              <a:rPr lang="en-GB"/>
              <a:t>Therefore, it is recommended that you copy an existing text placeholder on the slide if you would like to insert a text box, to preserve the use of these levels.</a:t>
            </a:r>
          </a:p>
          <a:p>
            <a:endParaRPr lang="en-GB"/>
          </a:p>
          <a:p>
            <a:r>
              <a:rPr lang="en-GB">
                <a:solidFill>
                  <a:schemeClr val="accent1"/>
                </a:solidFill>
              </a:rPr>
              <a:t>Key text </a:t>
            </a:r>
            <a:r>
              <a:rPr lang="en-GB"/>
              <a:t>can be emphasised by changing the font colour to </a:t>
            </a:r>
            <a:r>
              <a:rPr lang="en-GB">
                <a:solidFill>
                  <a:schemeClr val="accent1"/>
                </a:solidFill>
              </a:rPr>
              <a:t>Imperial Blue</a:t>
            </a:r>
            <a:r>
              <a:rPr lang="en-GB"/>
              <a:t>.</a:t>
            </a:r>
          </a:p>
        </p:txBody>
      </p:sp>
      <p:sp>
        <p:nvSpPr>
          <p:cNvPr id="45" name="Text Placeholder 44">
            <a:extLst>
              <a:ext uri="{FF2B5EF4-FFF2-40B4-BE49-F238E27FC236}">
                <a16:creationId xmlns:a16="http://schemas.microsoft.com/office/drawing/2014/main" id="{7A36539C-D7BC-A958-6613-DBDDC55069B2}"/>
              </a:ext>
            </a:extLst>
          </p:cNvPr>
          <p:cNvSpPr>
            <a:spLocks noGrp="1"/>
          </p:cNvSpPr>
          <p:nvPr>
            <p:ph type="body" sz="quarter" idx="28"/>
          </p:nvPr>
        </p:nvSpPr>
        <p:spPr>
          <a:xfrm>
            <a:off x="15263649" y="9147600"/>
            <a:ext cx="6977225" cy="10311974"/>
          </a:xfrm>
        </p:spPr>
        <p:txBody>
          <a:bodyPr/>
          <a:lstStyle/>
          <a:p>
            <a:pPr lvl="1"/>
            <a:r>
              <a:rPr lang="en-GB"/>
              <a:t>Subheading in second level</a:t>
            </a:r>
          </a:p>
          <a:p>
            <a:r>
              <a:rPr lang="en-GB"/>
              <a:t>Main body copy in first level 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Maecenas </a:t>
            </a:r>
            <a:r>
              <a:rPr lang="en-GB" err="1"/>
              <a:t>porttitor</a:t>
            </a:r>
            <a:r>
              <a:rPr lang="en-GB"/>
              <a:t> </a:t>
            </a:r>
            <a:r>
              <a:rPr lang="en-GB" err="1"/>
              <a:t>congue</a:t>
            </a:r>
            <a:r>
              <a:rPr lang="en-GB"/>
              <a:t> </a:t>
            </a:r>
            <a:r>
              <a:rPr lang="en-GB" err="1"/>
              <a:t>massa</a:t>
            </a:r>
            <a:r>
              <a:rPr lang="en-GB"/>
              <a:t>. </a:t>
            </a:r>
            <a:r>
              <a:rPr lang="en-GB" err="1"/>
              <a:t>Fusce</a:t>
            </a:r>
            <a:r>
              <a:rPr lang="en-GB"/>
              <a:t> </a:t>
            </a:r>
            <a:r>
              <a:rPr lang="en-GB" err="1"/>
              <a:t>posuere</a:t>
            </a:r>
            <a:r>
              <a:rPr lang="en-GB"/>
              <a:t>, magna </a:t>
            </a:r>
            <a:r>
              <a:rPr lang="en-GB" err="1"/>
              <a:t>sed</a:t>
            </a:r>
            <a:r>
              <a:rPr lang="en-GB"/>
              <a:t> pulvinar </a:t>
            </a:r>
            <a:r>
              <a:rPr lang="en-GB" err="1"/>
              <a:t>ultricies</a:t>
            </a:r>
            <a:r>
              <a:rPr lang="en-GB"/>
              <a:t>, </a:t>
            </a:r>
            <a:r>
              <a:rPr lang="en-GB" err="1"/>
              <a:t>purus</a:t>
            </a:r>
            <a:r>
              <a:rPr lang="en-GB"/>
              <a:t> </a:t>
            </a:r>
            <a:r>
              <a:rPr lang="en-GB" err="1"/>
              <a:t>lectus</a:t>
            </a:r>
            <a:r>
              <a:rPr lang="en-GB"/>
              <a:t> </a:t>
            </a:r>
            <a:r>
              <a:rPr lang="en-GB" err="1"/>
              <a:t>malesuada</a:t>
            </a:r>
            <a:r>
              <a:rPr lang="en-GB"/>
              <a:t> libero, sit </a:t>
            </a:r>
            <a:r>
              <a:rPr lang="en-GB" err="1"/>
              <a:t>amet</a:t>
            </a:r>
            <a:r>
              <a:rPr lang="en-GB"/>
              <a:t> </a:t>
            </a:r>
            <a:r>
              <a:rPr lang="en-GB" err="1"/>
              <a:t>commodo</a:t>
            </a:r>
            <a:r>
              <a:rPr lang="en-GB"/>
              <a:t> magna eros </a:t>
            </a:r>
            <a:r>
              <a:rPr lang="en-GB" err="1"/>
              <a:t>quis</a:t>
            </a:r>
            <a:r>
              <a:rPr lang="en-GB"/>
              <a:t> </a:t>
            </a:r>
            <a:r>
              <a:rPr lang="en-GB" err="1"/>
              <a:t>urna</a:t>
            </a:r>
            <a:r>
              <a:rPr lang="en-GB"/>
              <a:t>.</a:t>
            </a:r>
          </a:p>
          <a:p>
            <a:endParaRPr lang="en-GB"/>
          </a:p>
          <a:p>
            <a:r>
              <a:rPr lang="en-GB"/>
              <a:t>Nunc </a:t>
            </a:r>
            <a:r>
              <a:rPr lang="en-GB" err="1"/>
              <a:t>viverra</a:t>
            </a:r>
            <a:r>
              <a:rPr lang="en-GB"/>
              <a:t> </a:t>
            </a:r>
            <a:r>
              <a:rPr lang="en-GB" err="1"/>
              <a:t>imperdiet</a:t>
            </a:r>
            <a:r>
              <a:rPr lang="en-GB"/>
              <a:t> </a:t>
            </a:r>
            <a:r>
              <a:rPr lang="en-GB" err="1"/>
              <a:t>enim</a:t>
            </a:r>
            <a:r>
              <a:rPr lang="en-GB"/>
              <a:t>. </a:t>
            </a:r>
            <a:r>
              <a:rPr lang="en-GB" err="1"/>
              <a:t>Fusce</a:t>
            </a:r>
            <a:r>
              <a:rPr lang="en-GB"/>
              <a:t> est. </a:t>
            </a:r>
            <a:r>
              <a:rPr lang="en-GB" err="1"/>
              <a:t>Vivamus</a:t>
            </a:r>
            <a:r>
              <a:rPr lang="en-GB"/>
              <a:t> a </a:t>
            </a:r>
            <a:r>
              <a:rPr lang="en-GB" err="1"/>
              <a:t>tellus</a:t>
            </a:r>
            <a:r>
              <a:rPr lang="en-GB"/>
              <a:t>.</a:t>
            </a:r>
          </a:p>
          <a:p>
            <a:endParaRPr lang="en-GB"/>
          </a:p>
          <a:p>
            <a:endParaRPr lang="en-GB"/>
          </a:p>
          <a:p>
            <a:pPr lvl="6"/>
            <a:r>
              <a:rPr lang="en-GB"/>
              <a:t>00%</a:t>
            </a:r>
          </a:p>
          <a:p>
            <a:r>
              <a:rPr lang="en-GB" err="1"/>
              <a:t>Pellentesque</a:t>
            </a:r>
            <a:r>
              <a:rPr lang="en-GB"/>
              <a:t> habitant </a:t>
            </a:r>
            <a:r>
              <a:rPr lang="en-GB" err="1"/>
              <a:t>morbi</a:t>
            </a:r>
            <a:r>
              <a:rPr lang="en-GB"/>
              <a:t> </a:t>
            </a:r>
            <a:r>
              <a:rPr lang="en-GB" err="1"/>
              <a:t>tristique</a:t>
            </a:r>
            <a:r>
              <a:rPr lang="en-GB"/>
              <a:t> </a:t>
            </a:r>
            <a:r>
              <a:rPr lang="en-GB" err="1"/>
              <a:t>senectus</a:t>
            </a:r>
            <a:r>
              <a:rPr lang="en-GB"/>
              <a:t> et </a:t>
            </a:r>
            <a:r>
              <a:rPr lang="en-GB" err="1"/>
              <a:t>netus</a:t>
            </a:r>
            <a:r>
              <a:rPr lang="en-GB"/>
              <a:t> et </a:t>
            </a:r>
            <a:r>
              <a:rPr lang="en-GB" err="1"/>
              <a:t>malesuada</a:t>
            </a:r>
            <a:r>
              <a:rPr lang="en-GB"/>
              <a:t> fames ac </a:t>
            </a:r>
            <a:r>
              <a:rPr lang="en-GB" err="1"/>
              <a:t>turpis</a:t>
            </a:r>
            <a:r>
              <a:rPr lang="en-GB"/>
              <a:t> </a:t>
            </a:r>
            <a:r>
              <a:rPr lang="en-GB" err="1"/>
              <a:t>egestas</a:t>
            </a:r>
            <a:r>
              <a:rPr lang="en-GB"/>
              <a:t>. Proin pharetra </a:t>
            </a:r>
            <a:r>
              <a:rPr lang="en-GB" err="1"/>
              <a:t>nonummy</a:t>
            </a:r>
            <a:r>
              <a:rPr lang="en-GB"/>
              <a:t> </a:t>
            </a:r>
            <a:r>
              <a:rPr lang="en-GB" err="1"/>
              <a:t>pede</a:t>
            </a:r>
            <a:r>
              <a:rPr lang="en-GB"/>
              <a:t>. </a:t>
            </a:r>
            <a:r>
              <a:rPr lang="en-GB" err="1"/>
              <a:t>Mauris</a:t>
            </a:r>
            <a:r>
              <a:rPr lang="en-GB"/>
              <a:t> et </a:t>
            </a:r>
            <a:r>
              <a:rPr lang="en-GB" err="1"/>
              <a:t>orci</a:t>
            </a:r>
            <a:r>
              <a:rPr lang="en-GB"/>
              <a:t>.</a:t>
            </a:r>
          </a:p>
          <a:p>
            <a:endParaRPr lang="en-GB"/>
          </a:p>
          <a:p>
            <a:pPr lvl="5"/>
            <a:r>
              <a:rPr lang="en-GB"/>
              <a:t>Bold subheading in sixth level</a:t>
            </a:r>
          </a:p>
          <a:p>
            <a:endParaRPr lang="en-GB"/>
          </a:p>
        </p:txBody>
      </p:sp>
      <p:sp>
        <p:nvSpPr>
          <p:cNvPr id="80" name="Text Placeholder 79">
            <a:extLst>
              <a:ext uri="{FF2B5EF4-FFF2-40B4-BE49-F238E27FC236}">
                <a16:creationId xmlns:a16="http://schemas.microsoft.com/office/drawing/2014/main" id="{4AB4EEF1-2EE0-7589-5B9C-5C79F5D55714}"/>
              </a:ext>
            </a:extLst>
          </p:cNvPr>
          <p:cNvSpPr>
            <a:spLocks noGrp="1"/>
          </p:cNvSpPr>
          <p:nvPr>
            <p:ph type="body" sz="quarter" idx="29"/>
          </p:nvPr>
        </p:nvSpPr>
        <p:spPr>
          <a:xfrm>
            <a:off x="22504238" y="4119563"/>
            <a:ext cx="6977225" cy="12858252"/>
          </a:xfrm>
        </p:spPr>
        <p:txBody>
          <a:bodyPr/>
          <a:lstStyle/>
          <a:p>
            <a:pPr lvl="4"/>
            <a:r>
              <a:rPr lang="en-GB"/>
              <a:t>Subtitle in fifth level</a:t>
            </a:r>
          </a:p>
          <a:p>
            <a:r>
              <a:rPr lang="en-GB"/>
              <a:t>Main body copy in first level 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Maecenas </a:t>
            </a:r>
            <a:r>
              <a:rPr lang="en-GB" err="1"/>
              <a:t>porttitor</a:t>
            </a:r>
            <a:r>
              <a:rPr lang="en-GB"/>
              <a:t> </a:t>
            </a:r>
            <a:r>
              <a:rPr lang="en-GB" err="1"/>
              <a:t>congue</a:t>
            </a:r>
            <a:r>
              <a:rPr lang="en-GB"/>
              <a:t> </a:t>
            </a:r>
            <a:r>
              <a:rPr lang="en-GB" err="1"/>
              <a:t>massa</a:t>
            </a:r>
            <a:r>
              <a:rPr lang="en-GB"/>
              <a:t>.</a:t>
            </a:r>
          </a:p>
          <a:p>
            <a:pPr lvl="2"/>
            <a:r>
              <a:rPr lang="en-GB"/>
              <a:t>Bullet list in third level</a:t>
            </a:r>
          </a:p>
          <a:p>
            <a:pPr lvl="2"/>
            <a:r>
              <a:rPr lang="en-GB"/>
              <a:t>Bullet list in third level</a:t>
            </a:r>
          </a:p>
          <a:p>
            <a:pPr lvl="2"/>
            <a:r>
              <a:rPr lang="en-GB"/>
              <a:t>Bullet list in third level</a:t>
            </a:r>
          </a:p>
          <a:p>
            <a:pPr lvl="1"/>
            <a:endParaRPr lang="en-GB"/>
          </a:p>
          <a:p>
            <a:pPr lvl="3"/>
            <a:r>
              <a:rPr lang="en-GB"/>
              <a:t>Small copy in third level </a:t>
            </a:r>
            <a:r>
              <a:rPr lang="en-GB" err="1"/>
              <a:t>fusce</a:t>
            </a:r>
            <a:r>
              <a:rPr lang="en-GB"/>
              <a:t> </a:t>
            </a:r>
            <a:r>
              <a:rPr lang="en-GB" err="1"/>
              <a:t>posuere</a:t>
            </a:r>
            <a:r>
              <a:rPr lang="en-GB"/>
              <a:t>, magna </a:t>
            </a:r>
            <a:r>
              <a:rPr lang="en-GB" err="1"/>
              <a:t>sed</a:t>
            </a:r>
            <a:r>
              <a:rPr lang="en-GB"/>
              <a:t> pulvinar </a:t>
            </a:r>
            <a:r>
              <a:rPr lang="en-GB" err="1"/>
              <a:t>ultricies</a:t>
            </a:r>
            <a:r>
              <a:rPr lang="en-GB"/>
              <a:t>, </a:t>
            </a:r>
            <a:r>
              <a:rPr lang="en-GB" err="1"/>
              <a:t>purus</a:t>
            </a:r>
            <a:r>
              <a:rPr lang="en-GB"/>
              <a:t> </a:t>
            </a:r>
            <a:r>
              <a:rPr lang="en-GB" err="1"/>
              <a:t>lectus</a:t>
            </a:r>
            <a:r>
              <a:rPr lang="en-GB"/>
              <a:t> </a:t>
            </a:r>
            <a:r>
              <a:rPr lang="en-GB" err="1"/>
              <a:t>malesuada</a:t>
            </a:r>
            <a:r>
              <a:rPr lang="en-GB"/>
              <a:t> libero, sit </a:t>
            </a:r>
            <a:r>
              <a:rPr lang="en-GB" err="1"/>
              <a:t>amet</a:t>
            </a:r>
            <a:r>
              <a:rPr lang="en-GB"/>
              <a:t> </a:t>
            </a:r>
            <a:r>
              <a:rPr lang="en-GB" err="1"/>
              <a:t>commodo</a:t>
            </a:r>
            <a:r>
              <a:rPr lang="en-GB"/>
              <a:t> magna eros </a:t>
            </a:r>
            <a:r>
              <a:rPr lang="en-GB" err="1"/>
              <a:t>quis</a:t>
            </a:r>
            <a:r>
              <a:rPr lang="en-GB"/>
              <a:t> </a:t>
            </a:r>
            <a:r>
              <a:rPr lang="en-GB" err="1"/>
              <a:t>urna</a:t>
            </a:r>
            <a:r>
              <a:rPr lang="en-GB"/>
              <a:t>.</a:t>
            </a:r>
          </a:p>
          <a:p>
            <a:endParaRPr lang="en-GB"/>
          </a:p>
          <a:p>
            <a:endParaRPr lang="en-GB"/>
          </a:p>
          <a:p>
            <a:pPr lvl="6"/>
            <a:r>
              <a:rPr lang="en-GB"/>
              <a:t>00%</a:t>
            </a:r>
          </a:p>
          <a:p>
            <a:r>
              <a:rPr lang="en-GB" err="1"/>
              <a:t>Pellentesque</a:t>
            </a:r>
            <a:r>
              <a:rPr lang="en-GB"/>
              <a:t> habitant </a:t>
            </a:r>
            <a:r>
              <a:rPr lang="en-GB" err="1"/>
              <a:t>morbi</a:t>
            </a:r>
            <a:r>
              <a:rPr lang="en-GB"/>
              <a:t> </a:t>
            </a:r>
            <a:r>
              <a:rPr lang="en-GB" err="1"/>
              <a:t>tristique</a:t>
            </a:r>
            <a:r>
              <a:rPr lang="en-GB"/>
              <a:t> </a:t>
            </a:r>
            <a:r>
              <a:rPr lang="en-GB" err="1"/>
              <a:t>senectus</a:t>
            </a:r>
            <a:r>
              <a:rPr lang="en-GB"/>
              <a:t> et </a:t>
            </a:r>
            <a:r>
              <a:rPr lang="en-GB" err="1"/>
              <a:t>netus</a:t>
            </a:r>
            <a:r>
              <a:rPr lang="en-GB"/>
              <a:t> et </a:t>
            </a:r>
            <a:r>
              <a:rPr lang="en-GB" err="1"/>
              <a:t>malesuada</a:t>
            </a:r>
            <a:r>
              <a:rPr lang="en-GB"/>
              <a:t> fames ac </a:t>
            </a:r>
            <a:r>
              <a:rPr lang="en-GB" err="1"/>
              <a:t>turpis</a:t>
            </a:r>
            <a:r>
              <a:rPr lang="en-GB"/>
              <a:t> </a:t>
            </a:r>
            <a:r>
              <a:rPr lang="en-GB" err="1"/>
              <a:t>egestas</a:t>
            </a:r>
            <a:r>
              <a:rPr lang="en-GB"/>
              <a:t>. Proin pharetra </a:t>
            </a:r>
            <a:r>
              <a:rPr lang="en-GB" err="1"/>
              <a:t>nonummy</a:t>
            </a:r>
            <a:r>
              <a:rPr lang="en-GB"/>
              <a:t> </a:t>
            </a:r>
            <a:r>
              <a:rPr lang="en-GB" err="1"/>
              <a:t>pede</a:t>
            </a:r>
            <a:r>
              <a:rPr lang="en-GB"/>
              <a:t>. </a:t>
            </a:r>
            <a:r>
              <a:rPr lang="en-GB" err="1"/>
              <a:t>Mauris</a:t>
            </a:r>
            <a:r>
              <a:rPr lang="en-GB"/>
              <a:t> et </a:t>
            </a:r>
            <a:r>
              <a:rPr lang="en-GB" err="1"/>
              <a:t>orci</a:t>
            </a:r>
            <a:r>
              <a:rPr lang="en-GB"/>
              <a:t>.</a:t>
            </a:r>
          </a:p>
          <a:p>
            <a:pPr lvl="1"/>
            <a:endParaRPr lang="en-GB"/>
          </a:p>
          <a:p>
            <a:pPr lvl="5"/>
            <a:r>
              <a:rPr lang="en-GB"/>
              <a:t>Bold subheading in sixth level</a:t>
            </a:r>
          </a:p>
          <a:p>
            <a:r>
              <a:rPr lang="en-GB"/>
              <a:t>Main body copy in first level lorem ipsum </a:t>
            </a:r>
            <a:r>
              <a:rPr lang="en-GB" err="1"/>
              <a:t>dolor</a:t>
            </a:r>
            <a:r>
              <a:rPr lang="en-GB"/>
              <a:t> sit </a:t>
            </a:r>
            <a:r>
              <a:rPr lang="en-GB" err="1"/>
              <a:t>amet</a:t>
            </a:r>
            <a:r>
              <a:rPr lang="en-GB"/>
              <a:t>, </a:t>
            </a:r>
            <a:r>
              <a:rPr lang="en-GB" err="1"/>
              <a:t>consectetuer</a:t>
            </a:r>
            <a:r>
              <a:rPr lang="en-GB"/>
              <a:t> </a:t>
            </a:r>
            <a:r>
              <a:rPr lang="en-GB" err="1"/>
              <a:t>adipiscing</a:t>
            </a:r>
            <a:r>
              <a:rPr lang="en-GB"/>
              <a:t> </a:t>
            </a:r>
            <a:r>
              <a:rPr lang="en-GB" err="1"/>
              <a:t>elit</a:t>
            </a:r>
            <a:r>
              <a:rPr lang="en-GB"/>
              <a:t>. Maecenas </a:t>
            </a:r>
            <a:r>
              <a:rPr lang="en-GB" err="1"/>
              <a:t>porttitor</a:t>
            </a:r>
            <a:r>
              <a:rPr lang="en-GB"/>
              <a:t> </a:t>
            </a:r>
            <a:r>
              <a:rPr lang="en-GB" err="1"/>
              <a:t>congue</a:t>
            </a:r>
            <a:r>
              <a:rPr lang="en-GB"/>
              <a:t> </a:t>
            </a:r>
            <a:r>
              <a:rPr lang="en-GB" err="1"/>
              <a:t>massa</a:t>
            </a:r>
            <a:r>
              <a:rPr lang="en-GB"/>
              <a:t>.</a:t>
            </a:r>
          </a:p>
        </p:txBody>
      </p:sp>
      <p:sp>
        <p:nvSpPr>
          <p:cNvPr id="76" name="Text Placeholder 75">
            <a:extLst>
              <a:ext uri="{FF2B5EF4-FFF2-40B4-BE49-F238E27FC236}">
                <a16:creationId xmlns:a16="http://schemas.microsoft.com/office/drawing/2014/main" id="{E1EFFB8F-D814-9FED-2B18-18E91FDAD17C}"/>
              </a:ext>
            </a:extLst>
          </p:cNvPr>
          <p:cNvSpPr>
            <a:spLocks noGrp="1"/>
          </p:cNvSpPr>
          <p:nvPr>
            <p:ph type="body" sz="quarter" idx="19"/>
          </p:nvPr>
        </p:nvSpPr>
        <p:spPr>
          <a:xfrm>
            <a:off x="8032750" y="18964799"/>
            <a:ext cx="6977063" cy="494775"/>
          </a:xfrm>
        </p:spPr>
        <p:txBody>
          <a:bodyPr/>
          <a:lstStyle/>
          <a:p>
            <a:r>
              <a:rPr lang="en-GB"/>
              <a:t>Image caption or credit goes here and can break over multiple lines as required lorem ipsum dolor sit amet, consectetuer adipiscing elit.</a:t>
            </a:r>
          </a:p>
        </p:txBody>
      </p:sp>
      <p:sp>
        <p:nvSpPr>
          <p:cNvPr id="81" name="Text Placeholder 80">
            <a:extLst>
              <a:ext uri="{FF2B5EF4-FFF2-40B4-BE49-F238E27FC236}">
                <a16:creationId xmlns:a16="http://schemas.microsoft.com/office/drawing/2014/main" id="{0D8A8572-3655-B0D3-DB4F-45FBC8A93DFA}"/>
              </a:ext>
            </a:extLst>
          </p:cNvPr>
          <p:cNvSpPr>
            <a:spLocks noGrp="1"/>
          </p:cNvSpPr>
          <p:nvPr>
            <p:ph type="body" sz="quarter" idx="30"/>
          </p:nvPr>
        </p:nvSpPr>
        <p:spPr>
          <a:xfrm>
            <a:off x="15263811" y="8280000"/>
            <a:ext cx="6977063" cy="494775"/>
          </a:xfrm>
        </p:spPr>
        <p:txBody>
          <a:bodyPr/>
          <a:lstStyle/>
          <a:p>
            <a:r>
              <a:rPr lang="en-GB"/>
              <a:t>Maximum Take-Off Weight, broken into designed components.</a:t>
            </a:r>
          </a:p>
        </p:txBody>
      </p:sp>
      <p:pic>
        <p:nvPicPr>
          <p:cNvPr id="9" name="Picture Placeholder 5">
            <a:extLst>
              <a:ext uri="{FF2B5EF4-FFF2-40B4-BE49-F238E27FC236}">
                <a16:creationId xmlns:a16="http://schemas.microsoft.com/office/drawing/2014/main" id="{C411DD0A-5469-01D4-CD5D-F976312B588B}"/>
              </a:ext>
            </a:extLst>
          </p:cNvPr>
          <p:cNvPicPr>
            <a:picLocks noChangeAspect="1"/>
          </p:cNvPicPr>
          <p:nvPr/>
        </p:nvPicPr>
        <p:blipFill>
          <a:blip r:embed="rId2">
            <a:extLst>
              <a:ext uri="{28A0092B-C50C-407E-A947-70E740481C1C}">
                <a14:useLocalDpi xmlns:a14="http://schemas.microsoft.com/office/drawing/2010/main" val="0"/>
              </a:ext>
            </a:extLst>
          </a:blip>
          <a:srcRect t="15897" b="15897"/>
          <a:stretch>
            <a:fillRect/>
          </a:stretch>
        </p:blipFill>
        <p:spPr>
          <a:xfrm>
            <a:off x="26517600" y="99733"/>
            <a:ext cx="2880850" cy="1964216"/>
          </a:xfrm>
          <a:prstGeom prst="rect">
            <a:avLst/>
          </a:prstGeom>
          <a:noFill/>
          <a:ln>
            <a:noFill/>
          </a:ln>
        </p:spPr>
      </p:pic>
      <p:graphicFrame>
        <p:nvGraphicFramePr>
          <p:cNvPr id="10" name="Chart 9">
            <a:extLst>
              <a:ext uri="{FF2B5EF4-FFF2-40B4-BE49-F238E27FC236}">
                <a16:creationId xmlns:a16="http://schemas.microsoft.com/office/drawing/2014/main" id="{EFFB5DAA-61DA-E662-C9B7-9DFED12E0F0F}"/>
              </a:ext>
            </a:extLst>
          </p:cNvPr>
          <p:cNvGraphicFramePr/>
          <p:nvPr/>
        </p:nvGraphicFramePr>
        <p:xfrm>
          <a:off x="15273174" y="4119563"/>
          <a:ext cx="4261644" cy="4010083"/>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7141940E-A38A-9439-E6EF-C3348709962B}"/>
              </a:ext>
            </a:extLst>
          </p:cNvPr>
          <p:cNvSpPr txBox="1"/>
          <p:nvPr/>
        </p:nvSpPr>
        <p:spPr>
          <a:xfrm>
            <a:off x="16778486" y="5830319"/>
            <a:ext cx="1251019" cy="585287"/>
          </a:xfrm>
          <a:prstGeom prst="rect">
            <a:avLst/>
          </a:prstGeom>
          <a:noFill/>
        </p:spPr>
        <p:txBody>
          <a:bodyPr wrap="square" lIns="0" tIns="0" rIns="0" bIns="0" rtlCol="0" anchor="ctr" anchorCtr="0">
            <a:noAutofit/>
          </a:bodyPr>
          <a:lstStyle/>
          <a:p>
            <a:pPr algn="ctr">
              <a:lnSpc>
                <a:spcPct val="105000"/>
              </a:lnSpc>
            </a:pPr>
            <a:r>
              <a:rPr lang="en-GB" sz="1600" b="1">
                <a:solidFill>
                  <a:schemeClr val="tx1"/>
                </a:solidFill>
              </a:rPr>
              <a:t>MTOW</a:t>
            </a:r>
          </a:p>
          <a:p>
            <a:pPr algn="ctr">
              <a:lnSpc>
                <a:spcPct val="105000"/>
              </a:lnSpc>
            </a:pPr>
            <a:r>
              <a:rPr lang="en-GB" sz="1600" b="1"/>
              <a:t>3329 kg</a:t>
            </a:r>
            <a:endParaRPr lang="en-GB" sz="1600" b="1">
              <a:solidFill>
                <a:schemeClr val="tx1"/>
              </a:solidFill>
            </a:endParaRPr>
          </a:p>
        </p:txBody>
      </p:sp>
      <p:pic>
        <p:nvPicPr>
          <p:cNvPr id="12" name="Picture 11">
            <a:extLst>
              <a:ext uri="{FF2B5EF4-FFF2-40B4-BE49-F238E27FC236}">
                <a16:creationId xmlns:a16="http://schemas.microsoft.com/office/drawing/2014/main" id="{EE0EE800-C702-AD18-19B3-DD8C83192A67}"/>
              </a:ext>
            </a:extLst>
          </p:cNvPr>
          <p:cNvPicPr>
            <a:picLocks noChangeAspect="1"/>
          </p:cNvPicPr>
          <p:nvPr/>
        </p:nvPicPr>
        <p:blipFill>
          <a:blip r:embed="rId4"/>
          <a:stretch>
            <a:fillRect/>
          </a:stretch>
        </p:blipFill>
        <p:spPr>
          <a:xfrm>
            <a:off x="8013368" y="9145074"/>
            <a:ext cx="6999958" cy="5090879"/>
          </a:xfrm>
          <a:prstGeom prst="rect">
            <a:avLst/>
          </a:prstGeom>
        </p:spPr>
      </p:pic>
      <p:pic>
        <p:nvPicPr>
          <p:cNvPr id="15" name="Picture 14">
            <a:extLst>
              <a:ext uri="{FF2B5EF4-FFF2-40B4-BE49-F238E27FC236}">
                <a16:creationId xmlns:a16="http://schemas.microsoft.com/office/drawing/2014/main" id="{C0CFF7E1-CE29-743C-9D11-755DBBB8DFF9}"/>
              </a:ext>
            </a:extLst>
          </p:cNvPr>
          <p:cNvPicPr>
            <a:picLocks noChangeAspect="1"/>
          </p:cNvPicPr>
          <p:nvPr/>
        </p:nvPicPr>
        <p:blipFill>
          <a:blip r:embed="rId5"/>
          <a:srcRect t="23138"/>
          <a:stretch/>
        </p:blipFill>
        <p:spPr>
          <a:xfrm>
            <a:off x="25836483" y="17077265"/>
            <a:ext cx="3454969" cy="2222550"/>
          </a:xfrm>
          <a:prstGeom prst="rect">
            <a:avLst/>
          </a:prstGeom>
        </p:spPr>
      </p:pic>
      <p:sp>
        <p:nvSpPr>
          <p:cNvPr id="2" name="Footer Placeholder 4">
            <a:extLst>
              <a:ext uri="{FF2B5EF4-FFF2-40B4-BE49-F238E27FC236}">
                <a16:creationId xmlns:a16="http://schemas.microsoft.com/office/drawing/2014/main" id="{AFA6FD6E-CDA2-4DED-54F9-FE4C38484B87}"/>
              </a:ext>
            </a:extLst>
          </p:cNvPr>
          <p:cNvSpPr txBox="1">
            <a:spLocks/>
          </p:cNvSpPr>
          <p:nvPr/>
        </p:nvSpPr>
        <p:spPr>
          <a:xfrm>
            <a:off x="16570661" y="20163543"/>
            <a:ext cx="12910802" cy="428022"/>
          </a:xfrm>
          <a:prstGeom prst="rect">
            <a:avLst/>
          </a:prstGeom>
        </p:spPr>
        <p:txBody>
          <a:bodyPr vert="horz" lIns="0" tIns="0" rIns="0" bIns="0" rtlCol="0" anchor="b">
            <a:noAutofit/>
          </a:bodyPr>
          <a:lstStyle>
            <a:defPPr>
              <a:defRPr lang="en-US"/>
            </a:defPPr>
            <a:lvl1pPr marL="0" algn="r" defTabSz="2479451" rtl="0" eaLnBrk="1" latinLnBrk="0" hangingPunct="1">
              <a:defRPr sz="3200" kern="1200">
                <a:solidFill>
                  <a:schemeClr val="accent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a:lstStyle>
          <a:p>
            <a:r>
              <a:rPr lang="en-GB"/>
              <a:t>imperial.ac.uk</a:t>
            </a:r>
          </a:p>
        </p:txBody>
      </p:sp>
      <p:sp>
        <p:nvSpPr>
          <p:cNvPr id="3" name="TextBox 2">
            <a:extLst>
              <a:ext uri="{FF2B5EF4-FFF2-40B4-BE49-F238E27FC236}">
                <a16:creationId xmlns:a16="http://schemas.microsoft.com/office/drawing/2014/main" id="{91A44783-2599-4EBD-CD9C-12F5E9E39DF3}"/>
              </a:ext>
            </a:extLst>
          </p:cNvPr>
          <p:cNvSpPr txBox="1"/>
          <p:nvPr/>
        </p:nvSpPr>
        <p:spPr>
          <a:xfrm>
            <a:off x="793750" y="20163543"/>
            <a:ext cx="7351631" cy="428022"/>
          </a:xfrm>
          <a:prstGeom prst="rect">
            <a:avLst/>
          </a:prstGeom>
          <a:noFill/>
        </p:spPr>
        <p:txBody>
          <a:bodyPr wrap="square" lIns="0" tIns="0" rIns="0" bIns="0" rtlCol="0" anchor="b">
            <a:noAutofit/>
          </a:bodyPr>
          <a:lstStyle/>
          <a:p>
            <a:pPr algn="l"/>
            <a:r>
              <a:rPr lang="en-GB" sz="3200" b="0" noProof="0">
                <a:solidFill>
                  <a:schemeClr val="accent1"/>
                </a:solidFill>
                <a:latin typeface="+mn-lt"/>
              </a:rPr>
              <a:t>Imperial College London</a:t>
            </a:r>
          </a:p>
        </p:txBody>
      </p:sp>
      <p:cxnSp>
        <p:nvCxnSpPr>
          <p:cNvPr id="5" name="Straight Connector 4">
            <a:extLst>
              <a:ext uri="{FF2B5EF4-FFF2-40B4-BE49-F238E27FC236}">
                <a16:creationId xmlns:a16="http://schemas.microsoft.com/office/drawing/2014/main" id="{2A5DAA50-675B-3643-A1E5-E180273DB759}"/>
              </a:ext>
            </a:extLst>
          </p:cNvPr>
          <p:cNvCxnSpPr>
            <a:cxnSpLocks/>
          </p:cNvCxnSpPr>
          <p:nvPr/>
        </p:nvCxnSpPr>
        <p:spPr>
          <a:xfrm>
            <a:off x="793750" y="2030400"/>
            <a:ext cx="2868771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A3E178A-52F7-8851-33BA-2E77BE447CEB}"/>
              </a:ext>
            </a:extLst>
          </p:cNvPr>
          <p:cNvCxnSpPr>
            <a:cxnSpLocks/>
          </p:cNvCxnSpPr>
          <p:nvPr/>
        </p:nvCxnSpPr>
        <p:spPr>
          <a:xfrm>
            <a:off x="793750" y="3632400"/>
            <a:ext cx="2868771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7175ED3-936F-A630-BDBC-5D04A303A786}"/>
              </a:ext>
            </a:extLst>
          </p:cNvPr>
          <p:cNvCxnSpPr>
            <a:cxnSpLocks/>
          </p:cNvCxnSpPr>
          <p:nvPr/>
        </p:nvCxnSpPr>
        <p:spPr>
          <a:xfrm>
            <a:off x="23065200" y="2030400"/>
            <a:ext cx="0" cy="16020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3CC6E0E-1134-964B-3BDB-CE5D4EB1869F}"/>
              </a:ext>
            </a:extLst>
          </p:cNvPr>
          <p:cNvCxnSpPr>
            <a:cxnSpLocks/>
          </p:cNvCxnSpPr>
          <p:nvPr/>
        </p:nvCxnSpPr>
        <p:spPr>
          <a:xfrm>
            <a:off x="793750" y="19702800"/>
            <a:ext cx="28687713" cy="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4" name="Group 4">
            <a:extLst>
              <a:ext uri="{FF2B5EF4-FFF2-40B4-BE49-F238E27FC236}">
                <a16:creationId xmlns:a16="http://schemas.microsoft.com/office/drawing/2014/main" id="{2E1F1AA4-728B-CC1E-9494-9836A7166681}"/>
              </a:ext>
            </a:extLst>
          </p:cNvPr>
          <p:cNvGrpSpPr>
            <a:grpSpLocks noChangeAspect="1"/>
          </p:cNvGrpSpPr>
          <p:nvPr/>
        </p:nvGrpSpPr>
        <p:grpSpPr bwMode="auto">
          <a:xfrm>
            <a:off x="790575" y="792000"/>
            <a:ext cx="5760000" cy="635869"/>
            <a:chOff x="0" y="8792"/>
            <a:chExt cx="13470" cy="1487"/>
          </a:xfrm>
          <a:solidFill>
            <a:schemeClr val="accent1"/>
          </a:solidFill>
        </p:grpSpPr>
        <p:sp>
          <p:nvSpPr>
            <p:cNvPr id="16" name="Freeform 5">
              <a:extLst>
                <a:ext uri="{FF2B5EF4-FFF2-40B4-BE49-F238E27FC236}">
                  <a16:creationId xmlns:a16="http://schemas.microsoft.com/office/drawing/2014/main" id="{52139BEA-FAE9-34D8-8444-328CD861A78F}"/>
                </a:ext>
              </a:extLst>
            </p:cNvPr>
            <p:cNvSpPr>
              <a:spLocks/>
            </p:cNvSpPr>
            <p:nvPr userDrawn="1"/>
          </p:nvSpPr>
          <p:spPr bwMode="auto">
            <a:xfrm>
              <a:off x="12506" y="8792"/>
              <a:ext cx="964" cy="1487"/>
            </a:xfrm>
            <a:custGeom>
              <a:avLst/>
              <a:gdLst>
                <a:gd name="T0" fmla="*/ 0 w 964"/>
                <a:gd name="T1" fmla="*/ 0 h 1487"/>
                <a:gd name="T2" fmla="*/ 0 w 964"/>
                <a:gd name="T3" fmla="*/ 1487 h 1487"/>
                <a:gd name="T4" fmla="*/ 964 w 964"/>
                <a:gd name="T5" fmla="*/ 1487 h 1487"/>
                <a:gd name="T6" fmla="*/ 964 w 964"/>
                <a:gd name="T7" fmla="*/ 1227 h 1487"/>
                <a:gd name="T8" fmla="*/ 280 w 964"/>
                <a:gd name="T9" fmla="*/ 1227 h 1487"/>
                <a:gd name="T10" fmla="*/ 280 w 964"/>
                <a:gd name="T11" fmla="*/ 0 h 1487"/>
                <a:gd name="T12" fmla="*/ 0 w 964"/>
                <a:gd name="T13" fmla="*/ 0 h 1487"/>
                <a:gd name="T14" fmla="*/ 0 w 964"/>
                <a:gd name="T15" fmla="*/ 0 h 14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4" h="1487">
                  <a:moveTo>
                    <a:pt x="0" y="0"/>
                  </a:moveTo>
                  <a:lnTo>
                    <a:pt x="0" y="1487"/>
                  </a:lnTo>
                  <a:lnTo>
                    <a:pt x="964" y="1487"/>
                  </a:lnTo>
                  <a:lnTo>
                    <a:pt x="964" y="1227"/>
                  </a:lnTo>
                  <a:lnTo>
                    <a:pt x="280" y="1227"/>
                  </a:lnTo>
                  <a:lnTo>
                    <a:pt x="28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17" name="Freeform 6">
              <a:extLst>
                <a:ext uri="{FF2B5EF4-FFF2-40B4-BE49-F238E27FC236}">
                  <a16:creationId xmlns:a16="http://schemas.microsoft.com/office/drawing/2014/main" id="{40E45E45-76EE-0A87-E82A-EEA9F5DC993D}"/>
                </a:ext>
              </a:extLst>
            </p:cNvPr>
            <p:cNvSpPr>
              <a:spLocks noEditPoints="1"/>
            </p:cNvSpPr>
            <p:nvPr userDrawn="1"/>
          </p:nvSpPr>
          <p:spPr bwMode="auto">
            <a:xfrm>
              <a:off x="10525" y="8792"/>
              <a:ext cx="1346" cy="1487"/>
            </a:xfrm>
            <a:custGeom>
              <a:avLst/>
              <a:gdLst>
                <a:gd name="T0" fmla="*/ 488 w 1346"/>
                <a:gd name="T1" fmla="*/ 0 h 1487"/>
                <a:gd name="T2" fmla="*/ 0 w 1346"/>
                <a:gd name="T3" fmla="*/ 1487 h 1487"/>
                <a:gd name="T4" fmla="*/ 296 w 1346"/>
                <a:gd name="T5" fmla="*/ 1487 h 1487"/>
                <a:gd name="T6" fmla="*/ 397 w 1346"/>
                <a:gd name="T7" fmla="*/ 1160 h 1487"/>
                <a:gd name="T8" fmla="*/ 950 w 1346"/>
                <a:gd name="T9" fmla="*/ 1160 h 1487"/>
                <a:gd name="T10" fmla="*/ 1050 w 1346"/>
                <a:gd name="T11" fmla="*/ 1487 h 1487"/>
                <a:gd name="T12" fmla="*/ 1346 w 1346"/>
                <a:gd name="T13" fmla="*/ 1487 h 1487"/>
                <a:gd name="T14" fmla="*/ 858 w 1346"/>
                <a:gd name="T15" fmla="*/ 0 h 1487"/>
                <a:gd name="T16" fmla="*/ 488 w 1346"/>
                <a:gd name="T17" fmla="*/ 0 h 1487"/>
                <a:gd name="T18" fmla="*/ 488 w 1346"/>
                <a:gd name="T19" fmla="*/ 0 h 1487"/>
                <a:gd name="T20" fmla="*/ 674 w 1346"/>
                <a:gd name="T21" fmla="*/ 264 h 1487"/>
                <a:gd name="T22" fmla="*/ 875 w 1346"/>
                <a:gd name="T23" fmla="*/ 920 h 1487"/>
                <a:gd name="T24" fmla="*/ 470 w 1346"/>
                <a:gd name="T25" fmla="*/ 920 h 1487"/>
                <a:gd name="T26" fmla="*/ 674 w 1346"/>
                <a:gd name="T27" fmla="*/ 264 h 1487"/>
                <a:gd name="T28" fmla="*/ 674 w 1346"/>
                <a:gd name="T29" fmla="*/ 264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6" h="1487">
                  <a:moveTo>
                    <a:pt x="488" y="0"/>
                  </a:moveTo>
                  <a:lnTo>
                    <a:pt x="0" y="1487"/>
                  </a:lnTo>
                  <a:lnTo>
                    <a:pt x="296" y="1487"/>
                  </a:lnTo>
                  <a:lnTo>
                    <a:pt x="397" y="1160"/>
                  </a:lnTo>
                  <a:lnTo>
                    <a:pt x="950" y="1160"/>
                  </a:lnTo>
                  <a:lnTo>
                    <a:pt x="1050" y="1487"/>
                  </a:lnTo>
                  <a:lnTo>
                    <a:pt x="1346" y="1487"/>
                  </a:lnTo>
                  <a:lnTo>
                    <a:pt x="858" y="0"/>
                  </a:lnTo>
                  <a:lnTo>
                    <a:pt x="488" y="0"/>
                  </a:lnTo>
                  <a:lnTo>
                    <a:pt x="488" y="0"/>
                  </a:lnTo>
                  <a:close/>
                  <a:moveTo>
                    <a:pt x="674" y="264"/>
                  </a:moveTo>
                  <a:lnTo>
                    <a:pt x="875" y="920"/>
                  </a:lnTo>
                  <a:lnTo>
                    <a:pt x="470" y="920"/>
                  </a:lnTo>
                  <a:lnTo>
                    <a:pt x="674" y="264"/>
                  </a:lnTo>
                  <a:lnTo>
                    <a:pt x="67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18" name="Freeform 7">
              <a:extLst>
                <a:ext uri="{FF2B5EF4-FFF2-40B4-BE49-F238E27FC236}">
                  <a16:creationId xmlns:a16="http://schemas.microsoft.com/office/drawing/2014/main" id="{A4F51658-DF77-FE4F-93A2-CD5C5ABF5775}"/>
                </a:ext>
              </a:extLst>
            </p:cNvPr>
            <p:cNvSpPr>
              <a:spLocks/>
            </p:cNvSpPr>
            <p:nvPr userDrawn="1"/>
          </p:nvSpPr>
          <p:spPr bwMode="auto">
            <a:xfrm>
              <a:off x="8989" y="8792"/>
              <a:ext cx="976" cy="1487"/>
            </a:xfrm>
            <a:custGeom>
              <a:avLst/>
              <a:gdLst>
                <a:gd name="T0" fmla="*/ 0 w 976"/>
                <a:gd name="T1" fmla="*/ 0 h 1487"/>
                <a:gd name="T2" fmla="*/ 0 w 976"/>
                <a:gd name="T3" fmla="*/ 261 h 1487"/>
                <a:gd name="T4" fmla="*/ 347 w 976"/>
                <a:gd name="T5" fmla="*/ 261 h 1487"/>
                <a:gd name="T6" fmla="*/ 347 w 976"/>
                <a:gd name="T7" fmla="*/ 1227 h 1487"/>
                <a:gd name="T8" fmla="*/ 0 w 976"/>
                <a:gd name="T9" fmla="*/ 1227 h 1487"/>
                <a:gd name="T10" fmla="*/ 0 w 976"/>
                <a:gd name="T11" fmla="*/ 1487 h 1487"/>
                <a:gd name="T12" fmla="*/ 976 w 976"/>
                <a:gd name="T13" fmla="*/ 1487 h 1487"/>
                <a:gd name="T14" fmla="*/ 976 w 976"/>
                <a:gd name="T15" fmla="*/ 1227 h 1487"/>
                <a:gd name="T16" fmla="*/ 628 w 976"/>
                <a:gd name="T17" fmla="*/ 1227 h 1487"/>
                <a:gd name="T18" fmla="*/ 628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7" y="261"/>
                  </a:lnTo>
                  <a:lnTo>
                    <a:pt x="347" y="1227"/>
                  </a:lnTo>
                  <a:lnTo>
                    <a:pt x="0" y="1227"/>
                  </a:lnTo>
                  <a:lnTo>
                    <a:pt x="0" y="1487"/>
                  </a:lnTo>
                  <a:lnTo>
                    <a:pt x="976" y="1487"/>
                  </a:lnTo>
                  <a:lnTo>
                    <a:pt x="976" y="1227"/>
                  </a:lnTo>
                  <a:lnTo>
                    <a:pt x="628" y="1227"/>
                  </a:lnTo>
                  <a:lnTo>
                    <a:pt x="628"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24" name="Freeform 8">
              <a:extLst>
                <a:ext uri="{FF2B5EF4-FFF2-40B4-BE49-F238E27FC236}">
                  <a16:creationId xmlns:a16="http://schemas.microsoft.com/office/drawing/2014/main" id="{E6341A2F-1BCB-D097-5C46-800FA3B95B4F}"/>
                </a:ext>
              </a:extLst>
            </p:cNvPr>
            <p:cNvSpPr>
              <a:spLocks noEditPoints="1"/>
            </p:cNvSpPr>
            <p:nvPr userDrawn="1"/>
          </p:nvSpPr>
          <p:spPr bwMode="auto">
            <a:xfrm>
              <a:off x="7246" y="8792"/>
              <a:ext cx="1155" cy="1487"/>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25" name="Freeform 9">
              <a:extLst>
                <a:ext uri="{FF2B5EF4-FFF2-40B4-BE49-F238E27FC236}">
                  <a16:creationId xmlns:a16="http://schemas.microsoft.com/office/drawing/2014/main" id="{20FDA019-F0C1-100D-8863-660E57730F7E}"/>
                </a:ext>
              </a:extLst>
            </p:cNvPr>
            <p:cNvSpPr>
              <a:spLocks/>
            </p:cNvSpPr>
            <p:nvPr userDrawn="1"/>
          </p:nvSpPr>
          <p:spPr bwMode="auto">
            <a:xfrm>
              <a:off x="5586" y="8792"/>
              <a:ext cx="962" cy="1487"/>
            </a:xfrm>
            <a:custGeom>
              <a:avLst/>
              <a:gdLst>
                <a:gd name="T0" fmla="*/ 0 w 962"/>
                <a:gd name="T1" fmla="*/ 0 h 1487"/>
                <a:gd name="T2" fmla="*/ 0 w 962"/>
                <a:gd name="T3" fmla="*/ 1487 h 1487"/>
                <a:gd name="T4" fmla="*/ 962 w 962"/>
                <a:gd name="T5" fmla="*/ 1487 h 1487"/>
                <a:gd name="T6" fmla="*/ 962 w 962"/>
                <a:gd name="T7" fmla="*/ 1227 h 1487"/>
                <a:gd name="T8" fmla="*/ 281 w 962"/>
                <a:gd name="T9" fmla="*/ 1227 h 1487"/>
                <a:gd name="T10" fmla="*/ 281 w 962"/>
                <a:gd name="T11" fmla="*/ 855 h 1487"/>
                <a:gd name="T12" fmla="*/ 903 w 962"/>
                <a:gd name="T13" fmla="*/ 855 h 1487"/>
                <a:gd name="T14" fmla="*/ 903 w 962"/>
                <a:gd name="T15" fmla="*/ 603 h 1487"/>
                <a:gd name="T16" fmla="*/ 281 w 962"/>
                <a:gd name="T17" fmla="*/ 603 h 1487"/>
                <a:gd name="T18" fmla="*/ 281 w 962"/>
                <a:gd name="T19" fmla="*/ 261 h 1487"/>
                <a:gd name="T20" fmla="*/ 962 w 962"/>
                <a:gd name="T21" fmla="*/ 261 h 1487"/>
                <a:gd name="T22" fmla="*/ 962 w 962"/>
                <a:gd name="T23" fmla="*/ 0 h 1487"/>
                <a:gd name="T24" fmla="*/ 0 w 962"/>
                <a:gd name="T25" fmla="*/ 0 h 1487"/>
                <a:gd name="T26" fmla="*/ 0 w 962"/>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2" h="1487">
                  <a:moveTo>
                    <a:pt x="0" y="0"/>
                  </a:moveTo>
                  <a:lnTo>
                    <a:pt x="0" y="1487"/>
                  </a:lnTo>
                  <a:lnTo>
                    <a:pt x="962" y="1487"/>
                  </a:lnTo>
                  <a:lnTo>
                    <a:pt x="962" y="1227"/>
                  </a:lnTo>
                  <a:lnTo>
                    <a:pt x="281" y="1227"/>
                  </a:lnTo>
                  <a:lnTo>
                    <a:pt x="281" y="855"/>
                  </a:lnTo>
                  <a:lnTo>
                    <a:pt x="903" y="855"/>
                  </a:lnTo>
                  <a:lnTo>
                    <a:pt x="903" y="603"/>
                  </a:lnTo>
                  <a:lnTo>
                    <a:pt x="281" y="603"/>
                  </a:lnTo>
                  <a:lnTo>
                    <a:pt x="281" y="261"/>
                  </a:lnTo>
                  <a:lnTo>
                    <a:pt x="962" y="261"/>
                  </a:lnTo>
                  <a:lnTo>
                    <a:pt x="962"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26" name="Freeform 10">
              <a:extLst>
                <a:ext uri="{FF2B5EF4-FFF2-40B4-BE49-F238E27FC236}">
                  <a16:creationId xmlns:a16="http://schemas.microsoft.com/office/drawing/2014/main" id="{49CB28EC-B74B-A5EB-3C99-5779D8255D4B}"/>
                </a:ext>
              </a:extLst>
            </p:cNvPr>
            <p:cNvSpPr>
              <a:spLocks noEditPoints="1"/>
            </p:cNvSpPr>
            <p:nvPr userDrawn="1"/>
          </p:nvSpPr>
          <p:spPr bwMode="auto">
            <a:xfrm>
              <a:off x="3930" y="8792"/>
              <a:ext cx="1065" cy="1487"/>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27" name="Freeform 11">
              <a:extLst>
                <a:ext uri="{FF2B5EF4-FFF2-40B4-BE49-F238E27FC236}">
                  <a16:creationId xmlns:a16="http://schemas.microsoft.com/office/drawing/2014/main" id="{66095652-85C2-82BC-EE8A-8B1C33B89A21}"/>
                </a:ext>
              </a:extLst>
            </p:cNvPr>
            <p:cNvSpPr>
              <a:spLocks/>
            </p:cNvSpPr>
            <p:nvPr userDrawn="1"/>
          </p:nvSpPr>
          <p:spPr bwMode="auto">
            <a:xfrm>
              <a:off x="1705" y="8792"/>
              <a:ext cx="1509" cy="1487"/>
            </a:xfrm>
            <a:custGeom>
              <a:avLst/>
              <a:gdLst>
                <a:gd name="T0" fmla="*/ 1110 w 1509"/>
                <a:gd name="T1" fmla="*/ 0 h 1487"/>
                <a:gd name="T2" fmla="*/ 755 w 1509"/>
                <a:gd name="T3" fmla="*/ 874 h 1487"/>
                <a:gd name="T4" fmla="*/ 401 w 1509"/>
                <a:gd name="T5" fmla="*/ 0 h 1487"/>
                <a:gd name="T6" fmla="*/ 0 w 1509"/>
                <a:gd name="T7" fmla="*/ 0 h 1487"/>
                <a:gd name="T8" fmla="*/ 0 w 1509"/>
                <a:gd name="T9" fmla="*/ 1487 h 1487"/>
                <a:gd name="T10" fmla="*/ 267 w 1509"/>
                <a:gd name="T11" fmla="*/ 1487 h 1487"/>
                <a:gd name="T12" fmla="*/ 267 w 1509"/>
                <a:gd name="T13" fmla="*/ 376 h 1487"/>
                <a:gd name="T14" fmla="*/ 607 w 1509"/>
                <a:gd name="T15" fmla="*/ 1160 h 1487"/>
                <a:gd name="T16" fmla="*/ 622 w 1509"/>
                <a:gd name="T17" fmla="*/ 1160 h 1487"/>
                <a:gd name="T18" fmla="*/ 888 w 1509"/>
                <a:gd name="T19" fmla="*/ 1160 h 1487"/>
                <a:gd name="T20" fmla="*/ 903 w 1509"/>
                <a:gd name="T21" fmla="*/ 1160 h 1487"/>
                <a:gd name="T22" fmla="*/ 1243 w 1509"/>
                <a:gd name="T23" fmla="*/ 376 h 1487"/>
                <a:gd name="T24" fmla="*/ 1243 w 1509"/>
                <a:gd name="T25" fmla="*/ 1487 h 1487"/>
                <a:gd name="T26" fmla="*/ 1509 w 1509"/>
                <a:gd name="T27" fmla="*/ 1487 h 1487"/>
                <a:gd name="T28" fmla="*/ 1509 w 1509"/>
                <a:gd name="T29" fmla="*/ 0 h 1487"/>
                <a:gd name="T30" fmla="*/ 1110 w 1509"/>
                <a:gd name="T31" fmla="*/ 0 h 1487"/>
                <a:gd name="T32" fmla="*/ 1110 w 1509"/>
                <a:gd name="T33"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09" h="1487">
                  <a:moveTo>
                    <a:pt x="1110" y="0"/>
                  </a:moveTo>
                  <a:lnTo>
                    <a:pt x="755" y="874"/>
                  </a:lnTo>
                  <a:lnTo>
                    <a:pt x="401" y="0"/>
                  </a:lnTo>
                  <a:lnTo>
                    <a:pt x="0" y="0"/>
                  </a:lnTo>
                  <a:lnTo>
                    <a:pt x="0" y="1487"/>
                  </a:lnTo>
                  <a:lnTo>
                    <a:pt x="267" y="1487"/>
                  </a:lnTo>
                  <a:lnTo>
                    <a:pt x="267" y="376"/>
                  </a:lnTo>
                  <a:lnTo>
                    <a:pt x="607" y="1160"/>
                  </a:lnTo>
                  <a:lnTo>
                    <a:pt x="622" y="1160"/>
                  </a:lnTo>
                  <a:lnTo>
                    <a:pt x="888" y="1160"/>
                  </a:lnTo>
                  <a:lnTo>
                    <a:pt x="903" y="1160"/>
                  </a:lnTo>
                  <a:lnTo>
                    <a:pt x="1243" y="376"/>
                  </a:lnTo>
                  <a:lnTo>
                    <a:pt x="1243" y="1487"/>
                  </a:lnTo>
                  <a:lnTo>
                    <a:pt x="1509" y="1487"/>
                  </a:lnTo>
                  <a:lnTo>
                    <a:pt x="1509" y="0"/>
                  </a:lnTo>
                  <a:lnTo>
                    <a:pt x="1110" y="0"/>
                  </a:lnTo>
                  <a:lnTo>
                    <a:pt x="1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sp>
          <p:nvSpPr>
            <p:cNvPr id="28" name="Freeform 12">
              <a:extLst>
                <a:ext uri="{FF2B5EF4-FFF2-40B4-BE49-F238E27FC236}">
                  <a16:creationId xmlns:a16="http://schemas.microsoft.com/office/drawing/2014/main" id="{7684BEEC-8BFB-A372-37E8-B59ABBEB8D72}"/>
                </a:ext>
              </a:extLst>
            </p:cNvPr>
            <p:cNvSpPr>
              <a:spLocks/>
            </p:cNvSpPr>
            <p:nvPr userDrawn="1"/>
          </p:nvSpPr>
          <p:spPr bwMode="auto">
            <a:xfrm>
              <a:off x="0" y="8792"/>
              <a:ext cx="976" cy="1487"/>
            </a:xfrm>
            <a:custGeom>
              <a:avLst/>
              <a:gdLst>
                <a:gd name="T0" fmla="*/ 0 w 976"/>
                <a:gd name="T1" fmla="*/ 0 h 1487"/>
                <a:gd name="T2" fmla="*/ 0 w 976"/>
                <a:gd name="T3" fmla="*/ 261 h 1487"/>
                <a:gd name="T4" fmla="*/ 348 w 976"/>
                <a:gd name="T5" fmla="*/ 261 h 1487"/>
                <a:gd name="T6" fmla="*/ 348 w 976"/>
                <a:gd name="T7" fmla="*/ 1227 h 1487"/>
                <a:gd name="T8" fmla="*/ 0 w 976"/>
                <a:gd name="T9" fmla="*/ 1227 h 1487"/>
                <a:gd name="T10" fmla="*/ 0 w 976"/>
                <a:gd name="T11" fmla="*/ 1487 h 1487"/>
                <a:gd name="T12" fmla="*/ 976 w 976"/>
                <a:gd name="T13" fmla="*/ 1487 h 1487"/>
                <a:gd name="T14" fmla="*/ 976 w 976"/>
                <a:gd name="T15" fmla="*/ 1227 h 1487"/>
                <a:gd name="T16" fmla="*/ 629 w 976"/>
                <a:gd name="T17" fmla="*/ 1227 h 1487"/>
                <a:gd name="T18" fmla="*/ 629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8" y="261"/>
                  </a:lnTo>
                  <a:lnTo>
                    <a:pt x="348" y="1227"/>
                  </a:lnTo>
                  <a:lnTo>
                    <a:pt x="0" y="1227"/>
                  </a:lnTo>
                  <a:lnTo>
                    <a:pt x="0" y="1487"/>
                  </a:lnTo>
                  <a:lnTo>
                    <a:pt x="976" y="1487"/>
                  </a:lnTo>
                  <a:lnTo>
                    <a:pt x="976" y="1227"/>
                  </a:lnTo>
                  <a:lnTo>
                    <a:pt x="629" y="1227"/>
                  </a:lnTo>
                  <a:lnTo>
                    <a:pt x="629"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4881" noProof="0"/>
            </a:p>
          </p:txBody>
        </p:sp>
      </p:grpSp>
    </p:spTree>
    <p:extLst>
      <p:ext uri="{BB962C8B-B14F-4D97-AF65-F5344CB8AC3E}">
        <p14:creationId xmlns:p14="http://schemas.microsoft.com/office/powerpoint/2010/main" val="178374379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F3AF4C-D652-1B44-BA36-7B3B7E0A9976}"/>
              </a:ext>
            </a:extLst>
          </p:cNvPr>
          <p:cNvSpPr>
            <a:spLocks noGrp="1"/>
          </p:cNvSpPr>
          <p:nvPr>
            <p:ph sz="quarter" idx="31"/>
          </p:nvPr>
        </p:nvSpPr>
        <p:spPr/>
        <p:txBody>
          <a:bodyPr/>
          <a:lstStyle/>
          <a:p>
            <a:endParaRPr lang="en-GB"/>
          </a:p>
        </p:txBody>
      </p:sp>
      <p:sp>
        <p:nvSpPr>
          <p:cNvPr id="3" name="Title 2">
            <a:extLst>
              <a:ext uri="{FF2B5EF4-FFF2-40B4-BE49-F238E27FC236}">
                <a16:creationId xmlns:a16="http://schemas.microsoft.com/office/drawing/2014/main" id="{7C0EE43C-B5CB-6B5E-12D9-844A471504F6}"/>
              </a:ext>
            </a:extLst>
          </p:cNvPr>
          <p:cNvSpPr>
            <a:spLocks noGrp="1"/>
          </p:cNvSpPr>
          <p:nvPr>
            <p:ph type="title"/>
          </p:nvPr>
        </p:nvSpPr>
        <p:spPr/>
        <p:txBody>
          <a:bodyPr/>
          <a:lstStyle/>
          <a:p>
            <a:endParaRPr lang="en-GB"/>
          </a:p>
        </p:txBody>
      </p:sp>
      <p:sp>
        <p:nvSpPr>
          <p:cNvPr id="4" name="Footer Placeholder 3">
            <a:extLst>
              <a:ext uri="{FF2B5EF4-FFF2-40B4-BE49-F238E27FC236}">
                <a16:creationId xmlns:a16="http://schemas.microsoft.com/office/drawing/2014/main" id="{1153F571-269E-74DE-1A09-0B42555EBA3F}"/>
              </a:ext>
            </a:extLst>
          </p:cNvPr>
          <p:cNvSpPr>
            <a:spLocks noGrp="1"/>
          </p:cNvSpPr>
          <p:nvPr>
            <p:ph type="ftr" sz="quarter" idx="12"/>
          </p:nvPr>
        </p:nvSpPr>
        <p:spPr/>
        <p:txBody>
          <a:bodyPr/>
          <a:lstStyle/>
          <a:p>
            <a:r>
              <a:rPr lang="en-GB" noProof="0"/>
              <a:t>imperial.ac.uk</a:t>
            </a:r>
          </a:p>
        </p:txBody>
      </p:sp>
      <p:sp>
        <p:nvSpPr>
          <p:cNvPr id="5" name="Subtitle 4">
            <a:extLst>
              <a:ext uri="{FF2B5EF4-FFF2-40B4-BE49-F238E27FC236}">
                <a16:creationId xmlns:a16="http://schemas.microsoft.com/office/drawing/2014/main" id="{9D336E55-EAB8-A263-51C7-12E0CD651157}"/>
              </a:ext>
            </a:extLst>
          </p:cNvPr>
          <p:cNvSpPr>
            <a:spLocks noGrp="1"/>
          </p:cNvSpPr>
          <p:nvPr>
            <p:ph type="subTitle" idx="1"/>
          </p:nvPr>
        </p:nvSpPr>
        <p:spPr/>
        <p:txBody>
          <a:bodyPr/>
          <a:lstStyle/>
          <a:p>
            <a:endParaRPr lang="en-GB"/>
          </a:p>
        </p:txBody>
      </p:sp>
      <p:sp>
        <p:nvSpPr>
          <p:cNvPr id="6" name="Text Placeholder 5">
            <a:extLst>
              <a:ext uri="{FF2B5EF4-FFF2-40B4-BE49-F238E27FC236}">
                <a16:creationId xmlns:a16="http://schemas.microsoft.com/office/drawing/2014/main" id="{101B2C99-AE75-3D74-81BC-02E66BA08908}"/>
              </a:ext>
            </a:extLst>
          </p:cNvPr>
          <p:cNvSpPr>
            <a:spLocks noGrp="1"/>
          </p:cNvSpPr>
          <p:nvPr>
            <p:ph type="body" sz="quarter" idx="26"/>
          </p:nvPr>
        </p:nvSpPr>
        <p:spPr/>
        <p:txBody>
          <a:bodyPr/>
          <a:lstStyle/>
          <a:p>
            <a:r>
              <a:rPr lang="en-GB"/>
              <a:t>TEAM LEADS</a:t>
            </a:r>
          </a:p>
          <a:p>
            <a:pPr marL="457200" indent="-457200">
              <a:buFontTx/>
              <a:buChar char="-"/>
            </a:pPr>
            <a:r>
              <a:rPr lang="en-GB"/>
              <a:t>Mission profile</a:t>
            </a:r>
          </a:p>
          <a:p>
            <a:pPr marL="457200" indent="-457200">
              <a:buFontTx/>
              <a:buChar char="-"/>
            </a:pPr>
            <a:r>
              <a:rPr lang="en-GB"/>
              <a:t>Weight breakdown</a:t>
            </a:r>
          </a:p>
          <a:p>
            <a:pPr marL="457200" indent="-457200">
              <a:buFontTx/>
              <a:buChar char="-"/>
            </a:pPr>
            <a:r>
              <a:rPr lang="en-GB"/>
              <a:t>Cost/marketing</a:t>
            </a:r>
          </a:p>
        </p:txBody>
      </p:sp>
      <p:sp>
        <p:nvSpPr>
          <p:cNvPr id="7" name="Text Placeholder 6">
            <a:extLst>
              <a:ext uri="{FF2B5EF4-FFF2-40B4-BE49-F238E27FC236}">
                <a16:creationId xmlns:a16="http://schemas.microsoft.com/office/drawing/2014/main" id="{8E2BA94F-359E-A722-F6C6-20F70AD5ED9C}"/>
              </a:ext>
            </a:extLst>
          </p:cNvPr>
          <p:cNvSpPr>
            <a:spLocks noGrp="1"/>
          </p:cNvSpPr>
          <p:nvPr>
            <p:ph type="body" sz="quarter" idx="27"/>
          </p:nvPr>
        </p:nvSpPr>
        <p:spPr/>
        <p:txBody>
          <a:bodyPr/>
          <a:lstStyle/>
          <a:p>
            <a:endParaRPr lang="en-GB"/>
          </a:p>
        </p:txBody>
      </p:sp>
      <p:sp>
        <p:nvSpPr>
          <p:cNvPr id="8" name="Text Placeholder 7">
            <a:extLst>
              <a:ext uri="{FF2B5EF4-FFF2-40B4-BE49-F238E27FC236}">
                <a16:creationId xmlns:a16="http://schemas.microsoft.com/office/drawing/2014/main" id="{5ACE6C89-E0E3-217B-5D2F-7D870D77F170}"/>
              </a:ext>
            </a:extLst>
          </p:cNvPr>
          <p:cNvSpPr>
            <a:spLocks noGrp="1"/>
          </p:cNvSpPr>
          <p:nvPr>
            <p:ph type="body" sz="quarter" idx="29"/>
          </p:nvPr>
        </p:nvSpPr>
        <p:spPr/>
        <p:txBody>
          <a:bodyPr/>
          <a:lstStyle/>
          <a:p>
            <a:endParaRPr lang="en-GB"/>
          </a:p>
        </p:txBody>
      </p:sp>
      <p:sp>
        <p:nvSpPr>
          <p:cNvPr id="9" name="Text Placeholder 8">
            <a:extLst>
              <a:ext uri="{FF2B5EF4-FFF2-40B4-BE49-F238E27FC236}">
                <a16:creationId xmlns:a16="http://schemas.microsoft.com/office/drawing/2014/main" id="{8CC5F3CD-96F5-1F45-F9DD-55E9D530B2FF}"/>
              </a:ext>
            </a:extLst>
          </p:cNvPr>
          <p:cNvSpPr>
            <a:spLocks noGrp="1"/>
          </p:cNvSpPr>
          <p:nvPr>
            <p:ph type="body" sz="quarter" idx="19"/>
          </p:nvPr>
        </p:nvSpPr>
        <p:spPr/>
        <p:txBody>
          <a:bodyPr/>
          <a:lstStyle/>
          <a:p>
            <a:endParaRPr lang="en-GB"/>
          </a:p>
        </p:txBody>
      </p:sp>
      <p:sp>
        <p:nvSpPr>
          <p:cNvPr id="10" name="Text Placeholder 9">
            <a:extLst>
              <a:ext uri="{FF2B5EF4-FFF2-40B4-BE49-F238E27FC236}">
                <a16:creationId xmlns:a16="http://schemas.microsoft.com/office/drawing/2014/main" id="{9D29E17F-71FE-A1A8-C975-76C8F1F9A42F}"/>
              </a:ext>
            </a:extLst>
          </p:cNvPr>
          <p:cNvSpPr>
            <a:spLocks noGrp="1"/>
          </p:cNvSpPr>
          <p:nvPr>
            <p:ph type="body" sz="quarter" idx="30"/>
          </p:nvPr>
        </p:nvSpPr>
        <p:spPr/>
        <p:txBody>
          <a:bodyPr/>
          <a:lstStyle/>
          <a:p>
            <a:endParaRPr lang="en-GB"/>
          </a:p>
        </p:txBody>
      </p:sp>
      <p:sp>
        <p:nvSpPr>
          <p:cNvPr id="11" name="Content Placeholder 10">
            <a:extLst>
              <a:ext uri="{FF2B5EF4-FFF2-40B4-BE49-F238E27FC236}">
                <a16:creationId xmlns:a16="http://schemas.microsoft.com/office/drawing/2014/main" id="{C5039BAD-941B-C93E-C9EF-DBFD4C72A0B1}"/>
              </a:ext>
            </a:extLst>
          </p:cNvPr>
          <p:cNvSpPr>
            <a:spLocks noGrp="1"/>
          </p:cNvSpPr>
          <p:nvPr>
            <p:ph sz="quarter" idx="32"/>
          </p:nvPr>
        </p:nvSpPr>
        <p:spPr/>
        <p:txBody>
          <a:bodyPr/>
          <a:lstStyle/>
          <a:p>
            <a:endParaRPr lang="en-GB"/>
          </a:p>
        </p:txBody>
      </p:sp>
    </p:spTree>
    <p:extLst>
      <p:ext uri="{BB962C8B-B14F-4D97-AF65-F5344CB8AC3E}">
        <p14:creationId xmlns:p14="http://schemas.microsoft.com/office/powerpoint/2010/main" val="177865399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AA1036-55F4-8932-5D7F-397035E983EE}"/>
              </a:ext>
            </a:extLst>
          </p:cNvPr>
          <p:cNvSpPr>
            <a:spLocks noGrp="1"/>
          </p:cNvSpPr>
          <p:nvPr>
            <p:ph sz="quarter" idx="31"/>
          </p:nvPr>
        </p:nvSpPr>
        <p:spPr/>
        <p:txBody>
          <a:bodyPr/>
          <a:lstStyle/>
          <a:p>
            <a:endParaRPr lang="en-GB"/>
          </a:p>
        </p:txBody>
      </p:sp>
      <p:sp>
        <p:nvSpPr>
          <p:cNvPr id="3" name="Title 2">
            <a:extLst>
              <a:ext uri="{FF2B5EF4-FFF2-40B4-BE49-F238E27FC236}">
                <a16:creationId xmlns:a16="http://schemas.microsoft.com/office/drawing/2014/main" id="{827D4DF4-6B0D-7706-B356-8E1D257DFA9E}"/>
              </a:ext>
            </a:extLst>
          </p:cNvPr>
          <p:cNvSpPr>
            <a:spLocks noGrp="1"/>
          </p:cNvSpPr>
          <p:nvPr>
            <p:ph type="title"/>
          </p:nvPr>
        </p:nvSpPr>
        <p:spPr/>
        <p:txBody>
          <a:bodyPr/>
          <a:lstStyle/>
          <a:p>
            <a:r>
              <a:rPr lang="en-GB"/>
              <a:t>Possible shit to put in idk</a:t>
            </a:r>
          </a:p>
        </p:txBody>
      </p:sp>
      <p:sp>
        <p:nvSpPr>
          <p:cNvPr id="5" name="Subtitle 4">
            <a:extLst>
              <a:ext uri="{FF2B5EF4-FFF2-40B4-BE49-F238E27FC236}">
                <a16:creationId xmlns:a16="http://schemas.microsoft.com/office/drawing/2014/main" id="{B98ECF9C-3042-1BD2-E819-DDE88992D6D5}"/>
              </a:ext>
            </a:extLst>
          </p:cNvPr>
          <p:cNvSpPr>
            <a:spLocks noGrp="1"/>
          </p:cNvSpPr>
          <p:nvPr>
            <p:ph type="subTitle" idx="1"/>
          </p:nvPr>
        </p:nvSpPr>
        <p:spPr/>
        <p:txBody>
          <a:bodyPr/>
          <a:lstStyle/>
          <a:p>
            <a:endParaRPr lang="en-GB"/>
          </a:p>
        </p:txBody>
      </p:sp>
      <p:sp>
        <p:nvSpPr>
          <p:cNvPr id="6" name="Text Placeholder 5">
            <a:extLst>
              <a:ext uri="{FF2B5EF4-FFF2-40B4-BE49-F238E27FC236}">
                <a16:creationId xmlns:a16="http://schemas.microsoft.com/office/drawing/2014/main" id="{643D8C76-AC95-7203-64C8-29E9208F1BA5}"/>
              </a:ext>
            </a:extLst>
          </p:cNvPr>
          <p:cNvSpPr>
            <a:spLocks noGrp="1"/>
          </p:cNvSpPr>
          <p:nvPr>
            <p:ph type="body" sz="quarter" idx="26"/>
          </p:nvPr>
        </p:nvSpPr>
        <p:spPr/>
        <p:txBody>
          <a:bodyPr/>
          <a:lstStyle/>
          <a:p>
            <a:r>
              <a:rPr lang="en-GB" err="1"/>
              <a:t>fdsa</a:t>
            </a:r>
            <a:endParaRPr lang="en-GB"/>
          </a:p>
        </p:txBody>
      </p:sp>
      <p:sp>
        <p:nvSpPr>
          <p:cNvPr id="7" name="Text Placeholder 6">
            <a:extLst>
              <a:ext uri="{FF2B5EF4-FFF2-40B4-BE49-F238E27FC236}">
                <a16:creationId xmlns:a16="http://schemas.microsoft.com/office/drawing/2014/main" id="{23A146BC-08E4-4078-18D0-A89866B82831}"/>
              </a:ext>
            </a:extLst>
          </p:cNvPr>
          <p:cNvSpPr>
            <a:spLocks noGrp="1"/>
          </p:cNvSpPr>
          <p:nvPr>
            <p:ph type="body" sz="quarter" idx="27"/>
          </p:nvPr>
        </p:nvSpPr>
        <p:spPr>
          <a:xfrm>
            <a:off x="1065055" y="13079230"/>
            <a:ext cx="6977225" cy="4874312"/>
          </a:xfrm>
        </p:spPr>
        <p:txBody>
          <a:bodyPr/>
          <a:lstStyle/>
          <a:p>
            <a:r>
              <a:rPr lang="en-GB" sz="3200"/>
              <a:t>mission profile pretty picture please?</a:t>
            </a:r>
          </a:p>
        </p:txBody>
      </p:sp>
      <p:sp>
        <p:nvSpPr>
          <p:cNvPr id="8" name="Text Placeholder 7">
            <a:extLst>
              <a:ext uri="{FF2B5EF4-FFF2-40B4-BE49-F238E27FC236}">
                <a16:creationId xmlns:a16="http://schemas.microsoft.com/office/drawing/2014/main" id="{171B0CF1-E334-BB93-24B8-7FF42129D309}"/>
              </a:ext>
            </a:extLst>
          </p:cNvPr>
          <p:cNvSpPr>
            <a:spLocks noGrp="1"/>
          </p:cNvSpPr>
          <p:nvPr>
            <p:ph type="body" sz="quarter" idx="29"/>
          </p:nvPr>
        </p:nvSpPr>
        <p:spPr>
          <a:xfrm>
            <a:off x="22504238" y="11080375"/>
            <a:ext cx="6977225" cy="8379199"/>
          </a:xfrm>
        </p:spPr>
        <p:txBody>
          <a:bodyPr/>
          <a:lstStyle/>
          <a:p>
            <a:r>
              <a:rPr lang="en-GB"/>
              <a:t>Tail boom decision table why twin boom</a:t>
            </a:r>
          </a:p>
          <a:p>
            <a:r>
              <a:rPr lang="en-GB"/>
              <a:t>+ up to date version of size picture</a:t>
            </a:r>
          </a:p>
          <a:p>
            <a:endParaRPr lang="en-GB"/>
          </a:p>
          <a:p>
            <a:endParaRPr lang="en-GB"/>
          </a:p>
        </p:txBody>
      </p:sp>
      <p:sp>
        <p:nvSpPr>
          <p:cNvPr id="9" name="Text Placeholder 8">
            <a:extLst>
              <a:ext uri="{FF2B5EF4-FFF2-40B4-BE49-F238E27FC236}">
                <a16:creationId xmlns:a16="http://schemas.microsoft.com/office/drawing/2014/main" id="{A61785D1-D377-EEB1-BF13-F80B17E9365F}"/>
              </a:ext>
            </a:extLst>
          </p:cNvPr>
          <p:cNvSpPr>
            <a:spLocks noGrp="1"/>
          </p:cNvSpPr>
          <p:nvPr>
            <p:ph type="body" sz="quarter" idx="19"/>
          </p:nvPr>
        </p:nvSpPr>
        <p:spPr/>
        <p:txBody>
          <a:bodyPr/>
          <a:lstStyle/>
          <a:p>
            <a:endParaRPr lang="en-GB"/>
          </a:p>
        </p:txBody>
      </p:sp>
      <p:sp>
        <p:nvSpPr>
          <p:cNvPr id="10" name="Text Placeholder 9">
            <a:extLst>
              <a:ext uri="{FF2B5EF4-FFF2-40B4-BE49-F238E27FC236}">
                <a16:creationId xmlns:a16="http://schemas.microsoft.com/office/drawing/2014/main" id="{AA97CF58-A338-F42B-1D8E-D7E04312D75B}"/>
              </a:ext>
            </a:extLst>
          </p:cNvPr>
          <p:cNvSpPr>
            <a:spLocks noGrp="1"/>
          </p:cNvSpPr>
          <p:nvPr>
            <p:ph type="body" sz="quarter" idx="30"/>
          </p:nvPr>
        </p:nvSpPr>
        <p:spPr/>
        <p:txBody>
          <a:bodyPr/>
          <a:lstStyle/>
          <a:p>
            <a:endParaRPr lang="en-GB"/>
          </a:p>
        </p:txBody>
      </p:sp>
      <p:sp>
        <p:nvSpPr>
          <p:cNvPr id="11" name="Content Placeholder 10">
            <a:extLst>
              <a:ext uri="{FF2B5EF4-FFF2-40B4-BE49-F238E27FC236}">
                <a16:creationId xmlns:a16="http://schemas.microsoft.com/office/drawing/2014/main" id="{B41947B2-C303-14C5-A95F-926C95F74C2A}"/>
              </a:ext>
            </a:extLst>
          </p:cNvPr>
          <p:cNvSpPr>
            <a:spLocks noGrp="1"/>
          </p:cNvSpPr>
          <p:nvPr>
            <p:ph sz="quarter" idx="32"/>
          </p:nvPr>
        </p:nvSpPr>
        <p:spPr/>
        <p:txBody>
          <a:bodyPr/>
          <a:lstStyle/>
          <a:p>
            <a:endParaRPr lang="en-GB"/>
          </a:p>
        </p:txBody>
      </p:sp>
      <p:pic>
        <p:nvPicPr>
          <p:cNvPr id="12" name="Picture 11" descr="A diagram of a hexagon with different colored lines with Silverstone Circuit in the background&#10;&#10;AI-generated content may be incorrect.">
            <a:extLst>
              <a:ext uri="{FF2B5EF4-FFF2-40B4-BE49-F238E27FC236}">
                <a16:creationId xmlns:a16="http://schemas.microsoft.com/office/drawing/2014/main" id="{EE120BF3-7F23-C674-3ABD-0636D438C5DD}"/>
              </a:ext>
            </a:extLst>
          </p:cNvPr>
          <p:cNvPicPr>
            <a:picLocks noChangeAspect="1"/>
          </p:cNvPicPr>
          <p:nvPr/>
        </p:nvPicPr>
        <p:blipFill>
          <a:blip r:embed="rId2"/>
          <a:stretch>
            <a:fillRect/>
          </a:stretch>
        </p:blipFill>
        <p:spPr>
          <a:xfrm>
            <a:off x="538161" y="3968420"/>
            <a:ext cx="4998934" cy="4311580"/>
          </a:xfrm>
          <a:prstGeom prst="rect">
            <a:avLst/>
          </a:prstGeom>
          <a:noFill/>
        </p:spPr>
      </p:pic>
      <p:sp>
        <p:nvSpPr>
          <p:cNvPr id="14" name="TextBox 13">
            <a:extLst>
              <a:ext uri="{FF2B5EF4-FFF2-40B4-BE49-F238E27FC236}">
                <a16:creationId xmlns:a16="http://schemas.microsoft.com/office/drawing/2014/main" id="{E183076F-4A71-934F-E29B-1D8A45504FC8}"/>
              </a:ext>
            </a:extLst>
          </p:cNvPr>
          <p:cNvSpPr txBox="1"/>
          <p:nvPr/>
        </p:nvSpPr>
        <p:spPr>
          <a:xfrm>
            <a:off x="5293659" y="3873154"/>
            <a:ext cx="3545541" cy="2431435"/>
          </a:xfrm>
          <a:prstGeom prst="rect">
            <a:avLst/>
          </a:prstGeom>
          <a:noFill/>
        </p:spPr>
        <p:txBody>
          <a:bodyPr wrap="square">
            <a:spAutoFit/>
          </a:bodyPr>
          <a:lstStyle/>
          <a:p>
            <a:pPr marL="285750" indent="-285750">
              <a:spcAft>
                <a:spcPts val="600"/>
              </a:spcAft>
              <a:buFont typeface="Arial"/>
              <a:buChar char="•"/>
            </a:pPr>
            <a:r>
              <a:rPr lang="en-GB" sz="1200" noProof="0"/>
              <a:t>Compiled key specs and price points for 10+ helicopters (H145, AW169, etc.)</a:t>
            </a:r>
          </a:p>
          <a:p>
            <a:pPr marL="285750" indent="-285750">
              <a:spcAft>
                <a:spcPts val="600"/>
              </a:spcAft>
              <a:buFont typeface="Arial"/>
              <a:buChar char="•"/>
            </a:pPr>
            <a:r>
              <a:rPr lang="en-GB" sz="1200" noProof="0"/>
              <a:t>Benchmarked HER25 target features (noise, emissions, modularity)</a:t>
            </a:r>
          </a:p>
          <a:p>
            <a:pPr marL="285750" indent="-285750">
              <a:spcAft>
                <a:spcPts val="600"/>
              </a:spcAft>
              <a:buFont typeface="Arial"/>
              <a:buChar char="•"/>
            </a:pPr>
            <a:r>
              <a:rPr lang="en-GB" sz="1200" noProof="0"/>
              <a:t>Created early radar chart comparing HER25 to top 3 competitors</a:t>
            </a:r>
          </a:p>
          <a:p>
            <a:pPr marL="285750" indent="-285750">
              <a:spcAft>
                <a:spcPts val="600"/>
              </a:spcAft>
              <a:buFont typeface="Arial"/>
              <a:buChar char="•"/>
            </a:pPr>
            <a:r>
              <a:rPr lang="en-GB" sz="1200" noProof="0"/>
              <a:t>These</a:t>
            </a:r>
            <a:r>
              <a:rPr lang="en-GB" sz="1200" noProof="0">
                <a:ea typeface="+mn-lt"/>
                <a:cs typeface="+mn-lt"/>
              </a:rPr>
              <a:t> values are based on aspirational targets – not yet verified by technical sub-teams</a:t>
            </a:r>
          </a:p>
          <a:p>
            <a:pPr marL="285750" indent="-285750">
              <a:spcAft>
                <a:spcPts val="600"/>
              </a:spcAft>
              <a:buFont typeface="Arial"/>
              <a:buChar char="•"/>
            </a:pPr>
            <a:r>
              <a:rPr lang="en-GB" sz="1200" noProof="0">
                <a:ea typeface="+mn-lt"/>
                <a:cs typeface="+mn-lt"/>
              </a:rPr>
              <a:t>Highlights the market gaps we aim to fill compared to existing models</a:t>
            </a:r>
            <a:endParaRPr lang="en-GB" sz="1200" noProof="0"/>
          </a:p>
        </p:txBody>
      </p:sp>
      <p:graphicFrame>
        <p:nvGraphicFramePr>
          <p:cNvPr id="15" name="Content Placeholder 12">
            <a:extLst>
              <a:ext uri="{FF2B5EF4-FFF2-40B4-BE49-F238E27FC236}">
                <a16:creationId xmlns:a16="http://schemas.microsoft.com/office/drawing/2014/main" id="{A7A20C5F-8F13-4D67-C0FE-FE48E8FA423B}"/>
              </a:ext>
            </a:extLst>
          </p:cNvPr>
          <p:cNvGraphicFramePr>
            <a:graphicFrameLocks/>
          </p:cNvGraphicFramePr>
          <p:nvPr>
            <p:extLst>
              <p:ext uri="{D42A27DB-BD31-4B8C-83A1-F6EECF244321}">
                <p14:modId xmlns:p14="http://schemas.microsoft.com/office/powerpoint/2010/main" val="2539937158"/>
              </p:ext>
            </p:extLst>
          </p:nvPr>
        </p:nvGraphicFramePr>
        <p:xfrm>
          <a:off x="881647" y="14316960"/>
          <a:ext cx="10363201" cy="5142614"/>
        </p:xfrm>
        <a:graphic>
          <a:graphicData uri="http://schemas.openxmlformats.org/drawingml/2006/table">
            <a:tbl>
              <a:tblPr firstRow="1" firstCol="1" bandRow="1">
                <a:tableStyleId>{69012ECD-51FC-41F1-AA8D-1B2483CD663E}</a:tableStyleId>
              </a:tblPr>
              <a:tblGrid>
                <a:gridCol w="1949421">
                  <a:extLst>
                    <a:ext uri="{9D8B030D-6E8A-4147-A177-3AD203B41FA5}">
                      <a16:colId xmlns:a16="http://schemas.microsoft.com/office/drawing/2014/main" val="1590689823"/>
                    </a:ext>
                  </a:extLst>
                </a:gridCol>
                <a:gridCol w="841378">
                  <a:extLst>
                    <a:ext uri="{9D8B030D-6E8A-4147-A177-3AD203B41FA5}">
                      <a16:colId xmlns:a16="http://schemas.microsoft.com/office/drawing/2014/main" val="145027348"/>
                    </a:ext>
                  </a:extLst>
                </a:gridCol>
                <a:gridCol w="841378">
                  <a:extLst>
                    <a:ext uri="{9D8B030D-6E8A-4147-A177-3AD203B41FA5}">
                      <a16:colId xmlns:a16="http://schemas.microsoft.com/office/drawing/2014/main" val="1013905438"/>
                    </a:ext>
                  </a:extLst>
                </a:gridCol>
                <a:gridCol w="841378">
                  <a:extLst>
                    <a:ext uri="{9D8B030D-6E8A-4147-A177-3AD203B41FA5}">
                      <a16:colId xmlns:a16="http://schemas.microsoft.com/office/drawing/2014/main" val="1051625780"/>
                    </a:ext>
                  </a:extLst>
                </a:gridCol>
                <a:gridCol w="841378">
                  <a:extLst>
                    <a:ext uri="{9D8B030D-6E8A-4147-A177-3AD203B41FA5}">
                      <a16:colId xmlns:a16="http://schemas.microsoft.com/office/drawing/2014/main" val="3165178936"/>
                    </a:ext>
                  </a:extLst>
                </a:gridCol>
                <a:gridCol w="841378">
                  <a:extLst>
                    <a:ext uri="{9D8B030D-6E8A-4147-A177-3AD203B41FA5}">
                      <a16:colId xmlns:a16="http://schemas.microsoft.com/office/drawing/2014/main" val="3737513498"/>
                    </a:ext>
                  </a:extLst>
                </a:gridCol>
                <a:gridCol w="841378">
                  <a:extLst>
                    <a:ext uri="{9D8B030D-6E8A-4147-A177-3AD203B41FA5}">
                      <a16:colId xmlns:a16="http://schemas.microsoft.com/office/drawing/2014/main" val="931502881"/>
                    </a:ext>
                  </a:extLst>
                </a:gridCol>
                <a:gridCol w="841378">
                  <a:extLst>
                    <a:ext uri="{9D8B030D-6E8A-4147-A177-3AD203B41FA5}">
                      <a16:colId xmlns:a16="http://schemas.microsoft.com/office/drawing/2014/main" val="1480293509"/>
                    </a:ext>
                  </a:extLst>
                </a:gridCol>
                <a:gridCol w="841378">
                  <a:extLst>
                    <a:ext uri="{9D8B030D-6E8A-4147-A177-3AD203B41FA5}">
                      <a16:colId xmlns:a16="http://schemas.microsoft.com/office/drawing/2014/main" val="2329762446"/>
                    </a:ext>
                  </a:extLst>
                </a:gridCol>
                <a:gridCol w="841378">
                  <a:extLst>
                    <a:ext uri="{9D8B030D-6E8A-4147-A177-3AD203B41FA5}">
                      <a16:colId xmlns:a16="http://schemas.microsoft.com/office/drawing/2014/main" val="72035355"/>
                    </a:ext>
                  </a:extLst>
                </a:gridCol>
                <a:gridCol w="841378">
                  <a:extLst>
                    <a:ext uri="{9D8B030D-6E8A-4147-A177-3AD203B41FA5}">
                      <a16:colId xmlns:a16="http://schemas.microsoft.com/office/drawing/2014/main" val="3598126760"/>
                    </a:ext>
                  </a:extLst>
                </a:gridCol>
              </a:tblGrid>
              <a:tr h="340264">
                <a:tc>
                  <a:txBody>
                    <a:bodyPr/>
                    <a:lstStyle/>
                    <a:p>
                      <a:pPr>
                        <a:lnSpc>
                          <a:spcPct val="115000"/>
                        </a:lnSpc>
                        <a:spcAft>
                          <a:spcPts val="800"/>
                        </a:spcAft>
                        <a:buNone/>
                      </a:pPr>
                      <a:r>
                        <a:rPr lang="en-GB" sz="1800" kern="100" noProof="0">
                          <a:effectLst/>
                        </a:rPr>
                        <a:t> </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tc>
                <a:tc>
                  <a:txBody>
                    <a:bodyPr/>
                    <a:lstStyle/>
                    <a:p>
                      <a:pPr algn="ctr">
                        <a:lnSpc>
                          <a:spcPct val="115000"/>
                        </a:lnSpc>
                        <a:spcAft>
                          <a:spcPts val="800"/>
                        </a:spcAft>
                        <a:buNone/>
                      </a:pPr>
                      <a:r>
                        <a:rPr lang="en-GB" sz="1800" kern="100" noProof="0">
                          <a:effectLst/>
                        </a:rPr>
                        <a:t>RI *</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C</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S</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CA</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TA</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TR</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CO</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N</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F</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MR</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2015940971"/>
                  </a:ext>
                </a:extLst>
              </a:tr>
              <a:tr h="340264">
                <a:tc>
                  <a:txBody>
                    <a:bodyPr/>
                    <a:lstStyle/>
                    <a:p>
                      <a:pPr>
                        <a:lnSpc>
                          <a:spcPct val="115000"/>
                        </a:lnSpc>
                        <a:spcAft>
                          <a:spcPts val="800"/>
                        </a:spcAft>
                        <a:buNone/>
                      </a:pPr>
                      <a:r>
                        <a:rPr lang="en-GB" sz="1800" kern="100" noProof="0">
                          <a:effectLst/>
                        </a:rPr>
                        <a:t>Speed</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4</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4</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2215144887"/>
                  </a:ext>
                </a:extLst>
              </a:tr>
              <a:tr h="340264">
                <a:tc>
                  <a:txBody>
                    <a:bodyPr/>
                    <a:lstStyle/>
                    <a:p>
                      <a:pPr>
                        <a:lnSpc>
                          <a:spcPct val="115000"/>
                        </a:lnSpc>
                        <a:spcAft>
                          <a:spcPts val="800"/>
                        </a:spcAft>
                        <a:buNone/>
                      </a:pPr>
                      <a:r>
                        <a:rPr lang="en-GB" sz="1800" kern="100" noProof="0">
                          <a:effectLst/>
                        </a:rPr>
                        <a:t>Turnaround</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0.25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78680868"/>
                  </a:ext>
                </a:extLst>
              </a:tr>
              <a:tr h="340264">
                <a:tc>
                  <a:txBody>
                    <a:bodyPr/>
                    <a:lstStyle/>
                    <a:p>
                      <a:pPr>
                        <a:lnSpc>
                          <a:spcPct val="115000"/>
                        </a:lnSpc>
                        <a:spcAft>
                          <a:spcPts val="800"/>
                        </a:spcAft>
                        <a:buNone/>
                      </a:pPr>
                      <a:r>
                        <a:rPr lang="en-GB" sz="1800" kern="100" noProof="0">
                          <a:effectLst/>
                        </a:rPr>
                        <a:t>Size</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-4</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-4</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542899406"/>
                  </a:ext>
                </a:extLst>
              </a:tr>
              <a:tr h="340264">
                <a:tc>
                  <a:txBody>
                    <a:bodyPr/>
                    <a:lstStyle/>
                    <a:p>
                      <a:pPr>
                        <a:lnSpc>
                          <a:spcPct val="115000"/>
                        </a:lnSpc>
                        <a:spcAft>
                          <a:spcPts val="800"/>
                        </a:spcAft>
                        <a:buNone/>
                      </a:pPr>
                      <a:r>
                        <a:rPr lang="en-GB" sz="1800" kern="100" noProof="0">
                          <a:effectLst/>
                        </a:rPr>
                        <a:t>Range</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1481074647"/>
                  </a:ext>
                </a:extLst>
              </a:tr>
              <a:tr h="340264">
                <a:tc>
                  <a:txBody>
                    <a:bodyPr/>
                    <a:lstStyle/>
                    <a:p>
                      <a:pPr>
                        <a:lnSpc>
                          <a:spcPct val="115000"/>
                        </a:lnSpc>
                        <a:spcAft>
                          <a:spcPts val="800"/>
                        </a:spcAft>
                        <a:buNone/>
                      </a:pPr>
                      <a:r>
                        <a:rPr lang="en-GB" sz="1800" kern="100" noProof="0">
                          <a:effectLst/>
                        </a:rPr>
                        <a:t>Payload</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2664734047"/>
                  </a:ext>
                </a:extLst>
              </a:tr>
              <a:tr h="340264">
                <a:tc>
                  <a:txBody>
                    <a:bodyPr/>
                    <a:lstStyle/>
                    <a:p>
                      <a:pPr>
                        <a:lnSpc>
                          <a:spcPct val="115000"/>
                        </a:lnSpc>
                        <a:spcAft>
                          <a:spcPts val="800"/>
                        </a:spcAft>
                        <a:buNone/>
                      </a:pPr>
                      <a:r>
                        <a:rPr lang="en-GB" sz="1800" kern="100" noProof="0">
                          <a:effectLst/>
                        </a:rPr>
                        <a:t>Performance</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798661013"/>
                  </a:ext>
                </a:extLst>
              </a:tr>
              <a:tr h="340264">
                <a:tc>
                  <a:txBody>
                    <a:bodyPr/>
                    <a:lstStyle/>
                    <a:p>
                      <a:pPr>
                        <a:lnSpc>
                          <a:spcPct val="115000"/>
                        </a:lnSpc>
                        <a:spcAft>
                          <a:spcPts val="800"/>
                        </a:spcAft>
                        <a:buNone/>
                      </a:pPr>
                      <a:r>
                        <a:rPr lang="en-GB" sz="1800" kern="100" noProof="0">
                          <a:effectLst/>
                        </a:rPr>
                        <a:t>Safety</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854471184"/>
                  </a:ext>
                </a:extLst>
              </a:tr>
              <a:tr h="340264">
                <a:tc>
                  <a:txBody>
                    <a:bodyPr/>
                    <a:lstStyle/>
                    <a:p>
                      <a:pPr>
                        <a:lnSpc>
                          <a:spcPct val="115000"/>
                        </a:lnSpc>
                        <a:spcAft>
                          <a:spcPts val="800"/>
                        </a:spcAft>
                        <a:buNone/>
                      </a:pPr>
                      <a:r>
                        <a:rPr lang="en-GB" sz="1800" kern="100" noProof="0">
                          <a:effectLst/>
                        </a:rPr>
                        <a:t>Downwash</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822982080"/>
                  </a:ext>
                </a:extLst>
              </a:tr>
              <a:tr h="340264">
                <a:tc>
                  <a:txBody>
                    <a:bodyPr/>
                    <a:lstStyle/>
                    <a:p>
                      <a:pPr>
                        <a:lnSpc>
                          <a:spcPct val="115000"/>
                        </a:lnSpc>
                        <a:spcAft>
                          <a:spcPts val="800"/>
                        </a:spcAft>
                        <a:buNone/>
                      </a:pPr>
                      <a:r>
                        <a:rPr lang="en-GB" sz="1800" kern="100" noProof="0">
                          <a:effectLst/>
                        </a:rPr>
                        <a:t>Comfort</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011588056"/>
                  </a:ext>
                </a:extLst>
              </a:tr>
              <a:tr h="699855">
                <a:tc>
                  <a:txBody>
                    <a:bodyPr/>
                    <a:lstStyle/>
                    <a:p>
                      <a:pPr>
                        <a:lnSpc>
                          <a:spcPct val="115000"/>
                        </a:lnSpc>
                        <a:spcAft>
                          <a:spcPts val="800"/>
                        </a:spcAft>
                        <a:buNone/>
                      </a:pPr>
                      <a:r>
                        <a:rPr lang="en-GB" sz="1800" kern="100" noProof="0">
                          <a:effectLst/>
                        </a:rPr>
                        <a:t>Cost (upfront)</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0.25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3332393799"/>
                  </a:ext>
                </a:extLst>
              </a:tr>
              <a:tr h="340264">
                <a:tc>
                  <a:txBody>
                    <a:bodyPr/>
                    <a:lstStyle/>
                    <a:p>
                      <a:pPr>
                        <a:lnSpc>
                          <a:spcPct val="115000"/>
                        </a:lnSpc>
                        <a:spcAft>
                          <a:spcPts val="800"/>
                        </a:spcAft>
                        <a:buNone/>
                      </a:pPr>
                      <a:r>
                        <a:rPr lang="en-GB" sz="1800" kern="100" noProof="0">
                          <a:effectLst/>
                        </a:rPr>
                        <a:t>Maintenance </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-2</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-3</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1</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534097091"/>
                  </a:ext>
                </a:extLst>
              </a:tr>
              <a:tr h="699855">
                <a:tc>
                  <a:txBody>
                    <a:bodyPr/>
                    <a:lstStyle/>
                    <a:p>
                      <a:pPr>
                        <a:lnSpc>
                          <a:spcPct val="115000"/>
                        </a:lnSpc>
                        <a:spcAft>
                          <a:spcPts val="800"/>
                        </a:spcAft>
                        <a:buNone/>
                      </a:pPr>
                      <a:r>
                        <a:rPr lang="en-GB" sz="1800" kern="100" noProof="0">
                          <a:effectLst/>
                        </a:rPr>
                        <a:t>Weighted total</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800" kern="100" noProof="0">
                          <a:effectLst/>
                        </a:rPr>
                        <a:t> </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0</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-1.75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7.75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-2.75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2.75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11.75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7.25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tc>
                  <a:txBody>
                    <a:bodyPr/>
                    <a:lstStyle/>
                    <a:p>
                      <a:pPr algn="ctr">
                        <a:lnSpc>
                          <a:spcPct val="115000"/>
                        </a:lnSpc>
                        <a:spcAft>
                          <a:spcPts val="800"/>
                        </a:spcAft>
                        <a:buNone/>
                      </a:pPr>
                      <a:r>
                        <a:rPr lang="en-GB" sz="1700" kern="100" noProof="0">
                          <a:effectLst/>
                        </a:rPr>
                        <a:t>-1.25</a:t>
                      </a:r>
                      <a:endParaRPr lang="en-GB" sz="1800" kern="100" noProof="0">
                        <a:effectLst/>
                        <a:latin typeface="Aptos" panose="020B0004020202020204" pitchFamily="34" charset="0"/>
                        <a:ea typeface="DengXian" panose="02010600030101010101" pitchFamily="2" charset="-122"/>
                        <a:cs typeface="Times New Roman" panose="02020603050405020304" pitchFamily="18" charset="0"/>
                      </a:endParaRPr>
                    </a:p>
                  </a:txBody>
                  <a:tcPr marL="103435" marR="103435" marT="0" marB="0" anchor="ctr"/>
                </a:tc>
                <a:extLst>
                  <a:ext uri="{0D108BD9-81ED-4DB2-BD59-A6C34878D82A}">
                    <a16:rowId xmlns:a16="http://schemas.microsoft.com/office/drawing/2014/main" val="2809796667"/>
                  </a:ext>
                </a:extLst>
              </a:tr>
            </a:tbl>
          </a:graphicData>
        </a:graphic>
      </p:graphicFrame>
      <p:pic>
        <p:nvPicPr>
          <p:cNvPr id="17" name="Picture 16">
            <a:extLst>
              <a:ext uri="{FF2B5EF4-FFF2-40B4-BE49-F238E27FC236}">
                <a16:creationId xmlns:a16="http://schemas.microsoft.com/office/drawing/2014/main" id="{8ECDD550-36A1-F6F8-A4DA-AD5D86F97B99}"/>
              </a:ext>
            </a:extLst>
          </p:cNvPr>
          <p:cNvPicPr>
            <a:picLocks noChangeAspect="1"/>
          </p:cNvPicPr>
          <p:nvPr/>
        </p:nvPicPr>
        <p:blipFill>
          <a:blip r:embed="rId3"/>
          <a:stretch>
            <a:fillRect/>
          </a:stretch>
        </p:blipFill>
        <p:spPr>
          <a:xfrm>
            <a:off x="792000" y="9025236"/>
            <a:ext cx="7935432" cy="3429479"/>
          </a:xfrm>
          <a:prstGeom prst="rect">
            <a:avLst/>
          </a:prstGeom>
        </p:spPr>
      </p:pic>
      <p:pic>
        <p:nvPicPr>
          <p:cNvPr id="19" name="Picture 18">
            <a:extLst>
              <a:ext uri="{FF2B5EF4-FFF2-40B4-BE49-F238E27FC236}">
                <a16:creationId xmlns:a16="http://schemas.microsoft.com/office/drawing/2014/main" id="{33D04819-0D3D-02C9-6F41-F6217D2E8E6E}"/>
              </a:ext>
            </a:extLst>
          </p:cNvPr>
          <p:cNvPicPr>
            <a:picLocks noChangeAspect="1"/>
          </p:cNvPicPr>
          <p:nvPr/>
        </p:nvPicPr>
        <p:blipFill>
          <a:blip r:embed="rId4"/>
          <a:stretch>
            <a:fillRect/>
          </a:stretch>
        </p:blipFill>
        <p:spPr>
          <a:xfrm>
            <a:off x="20206124" y="3965839"/>
            <a:ext cx="9275339" cy="1058875"/>
          </a:xfrm>
          <a:prstGeom prst="rect">
            <a:avLst/>
          </a:prstGeom>
        </p:spPr>
      </p:pic>
      <p:pic>
        <p:nvPicPr>
          <p:cNvPr id="21" name="Picture 20">
            <a:extLst>
              <a:ext uri="{FF2B5EF4-FFF2-40B4-BE49-F238E27FC236}">
                <a16:creationId xmlns:a16="http://schemas.microsoft.com/office/drawing/2014/main" id="{AB56B363-E0C2-7F7A-D783-FB8E3892D1BD}"/>
              </a:ext>
            </a:extLst>
          </p:cNvPr>
          <p:cNvPicPr>
            <a:picLocks noChangeAspect="1"/>
          </p:cNvPicPr>
          <p:nvPr/>
        </p:nvPicPr>
        <p:blipFill>
          <a:blip r:embed="rId5"/>
          <a:stretch>
            <a:fillRect/>
          </a:stretch>
        </p:blipFill>
        <p:spPr>
          <a:xfrm>
            <a:off x="20060891" y="5286909"/>
            <a:ext cx="9548663" cy="5404904"/>
          </a:xfrm>
          <a:prstGeom prst="rect">
            <a:avLst/>
          </a:prstGeom>
        </p:spPr>
      </p:pic>
      <p:pic>
        <p:nvPicPr>
          <p:cNvPr id="23" name="Picture 22">
            <a:extLst>
              <a:ext uri="{FF2B5EF4-FFF2-40B4-BE49-F238E27FC236}">
                <a16:creationId xmlns:a16="http://schemas.microsoft.com/office/drawing/2014/main" id="{B1209763-C92B-4B72-59F4-616CD7B8860B}"/>
              </a:ext>
            </a:extLst>
          </p:cNvPr>
          <p:cNvPicPr>
            <a:picLocks noChangeAspect="1"/>
          </p:cNvPicPr>
          <p:nvPr/>
        </p:nvPicPr>
        <p:blipFill>
          <a:blip r:embed="rId6"/>
          <a:stretch>
            <a:fillRect/>
          </a:stretch>
        </p:blipFill>
        <p:spPr>
          <a:xfrm>
            <a:off x="11436627" y="9058047"/>
            <a:ext cx="7401958" cy="3267531"/>
          </a:xfrm>
          <a:prstGeom prst="rect">
            <a:avLst/>
          </a:prstGeom>
        </p:spPr>
      </p:pic>
      <p:pic>
        <p:nvPicPr>
          <p:cNvPr id="25" name="Picture 24">
            <a:extLst>
              <a:ext uri="{FF2B5EF4-FFF2-40B4-BE49-F238E27FC236}">
                <a16:creationId xmlns:a16="http://schemas.microsoft.com/office/drawing/2014/main" id="{755D3497-8D63-B9D0-D59B-AC84D81639B1}"/>
              </a:ext>
            </a:extLst>
          </p:cNvPr>
          <p:cNvPicPr>
            <a:picLocks noChangeAspect="1"/>
          </p:cNvPicPr>
          <p:nvPr/>
        </p:nvPicPr>
        <p:blipFill>
          <a:blip r:embed="rId7"/>
          <a:stretch>
            <a:fillRect/>
          </a:stretch>
        </p:blipFill>
        <p:spPr>
          <a:xfrm>
            <a:off x="20232996" y="12044281"/>
            <a:ext cx="9221594" cy="3613339"/>
          </a:xfrm>
          <a:prstGeom prst="rect">
            <a:avLst/>
          </a:prstGeom>
        </p:spPr>
      </p:pic>
      <p:pic>
        <p:nvPicPr>
          <p:cNvPr id="27" name="Picture 26">
            <a:extLst>
              <a:ext uri="{FF2B5EF4-FFF2-40B4-BE49-F238E27FC236}">
                <a16:creationId xmlns:a16="http://schemas.microsoft.com/office/drawing/2014/main" id="{2F9A00CE-6B52-90F4-1A6C-8F7542823176}"/>
              </a:ext>
            </a:extLst>
          </p:cNvPr>
          <p:cNvPicPr>
            <a:picLocks noChangeAspect="1"/>
          </p:cNvPicPr>
          <p:nvPr/>
        </p:nvPicPr>
        <p:blipFill>
          <a:blip r:embed="rId8"/>
          <a:stretch>
            <a:fillRect/>
          </a:stretch>
        </p:blipFill>
        <p:spPr>
          <a:xfrm>
            <a:off x="20374582" y="16096716"/>
            <a:ext cx="9234972" cy="4746208"/>
          </a:xfrm>
          <a:prstGeom prst="rect">
            <a:avLst/>
          </a:prstGeom>
        </p:spPr>
      </p:pic>
    </p:spTree>
    <p:extLst>
      <p:ext uri="{BB962C8B-B14F-4D97-AF65-F5344CB8AC3E}">
        <p14:creationId xmlns:p14="http://schemas.microsoft.com/office/powerpoint/2010/main" val="3567668515"/>
      </p:ext>
    </p:extLst>
  </p:cSld>
  <p:clrMapOvr>
    <a:masterClrMapping/>
  </p:clrMapOvr>
  <p:transition>
    <p:fade/>
  </p:transition>
</p:sld>
</file>

<file path=ppt/theme/theme1.xml><?xml version="1.0" encoding="utf-8"?>
<a:theme xmlns:a="http://schemas.openxmlformats.org/drawingml/2006/main" name="ICL Landscape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Landscape template.potx" id="{BB8E6B4C-BF8F-4BA1-AA66-77B48851AD5D}" vid="{B2AEAF72-EC9C-4DBA-B0EA-F1DF2F63B5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350cc90-b298-4f0f-a3ca-61017fe469e7" xsi:nil="true"/>
    <lcf76f155ced4ddcb4097134ff3c332f xmlns="8b183322-6574-48f9-a2ef-f89bc36c3ce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4B315E2C5AF1046843360AC369E7517" ma:contentTypeVersion="11" ma:contentTypeDescription="Create a new document." ma:contentTypeScope="" ma:versionID="b2dfa374761663e3534cb6351bd20038">
  <xsd:schema xmlns:xsd="http://www.w3.org/2001/XMLSchema" xmlns:xs="http://www.w3.org/2001/XMLSchema" xmlns:p="http://schemas.microsoft.com/office/2006/metadata/properties" xmlns:ns2="8b183322-6574-48f9-a2ef-f89bc36c3ce3" xmlns:ns3="8350cc90-b298-4f0f-a3ca-61017fe469e7" targetNamespace="http://schemas.microsoft.com/office/2006/metadata/properties" ma:root="true" ma:fieldsID="fcc40989209c8013b3d14d135eddcc1f" ns2:_="" ns3:_="">
    <xsd:import namespace="8b183322-6574-48f9-a2ef-f89bc36c3ce3"/>
    <xsd:import namespace="8350cc90-b298-4f0f-a3ca-61017fe469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183322-6574-48f9-a2ef-f89bc36c3c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4661dae-d6df-48fc-a54e-a577d2899e9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350cc90-b298-4f0f-a3ca-61017fe46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a512f3da-09e9-48f3-a7bf-6cc7656b3069}" ma:internalName="TaxCatchAll" ma:showField="CatchAllData" ma:web="8350cc90-b298-4f0f-a3ca-61017fe46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55B869-2BB3-4914-B025-6244B287B7E1}">
  <ds:schemaRefs>
    <ds:schemaRef ds:uri="8350cc90-b298-4f0f-a3ca-61017fe469e7"/>
    <ds:schemaRef ds:uri="8b183322-6574-48f9-a2ef-f89bc36c3ce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EDA415C-E85B-4169-A7A7-14F31A152554}">
  <ds:schemaRefs>
    <ds:schemaRef ds:uri="8350cc90-b298-4f0f-a3ca-61017fe469e7"/>
    <ds:schemaRef ds:uri="8b183322-6574-48f9-a2ef-f89bc36c3ce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705A999-633E-4B78-A556-BFFEB11BFA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Imperial_Poster Landscape A1 template</Template>
  <Application>Microsoft Office PowerPoint</Application>
  <PresentationFormat>Custom</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ICL Landscape Poster Theme</vt:lpstr>
      <vt:lpstr>Coaxial Helicopter design for Emergency Medical Services</vt:lpstr>
      <vt:lpstr>Coaxial Helicopter design for Emergency Medical Services</vt:lpstr>
      <vt:lpstr>PowerPoint Presentation</vt:lpstr>
      <vt:lpstr>PowerPoint Presentation</vt:lpstr>
      <vt:lpstr>HALO Design of a Helicopter for Emergency Medical Services</vt:lpstr>
      <vt:lpstr>PowerPoint Presentation</vt:lpstr>
      <vt:lpstr>Possible shit to put in idk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Sean</dc:creator>
  <cp:revision>1</cp:revision>
  <dcterms:created xsi:type="dcterms:W3CDTF">2025-06-02T16:27:01Z</dcterms:created>
  <dcterms:modified xsi:type="dcterms:W3CDTF">2025-06-18T18:35:57Z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0x01010004B315E2C5AF1046843360AC369E7517</vt:lpwstr>
  </property>
  <property fmtid="{D5CDD505-2E9C-101B-9397-08002B2CF9AE}" pid="3" name="MediaServiceImageTags">
    <vt:lpwstr/>
  </property>
</Properties>
</file>
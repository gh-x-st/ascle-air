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0" r:id="rId2"/>
    <p:sldId id="262" r:id="rId3"/>
    <p:sldId id="263" r:id="rId4"/>
    <p:sldId id="261" r:id="rId5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D"/>
    <a:srgbClr val="DC1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6D1F3-AA3C-4567-9F16-3F3FE3BB362B}" v="231" dt="2025-06-16T19:22:39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24" autoAdjust="0"/>
    <p:restoredTop sz="91706" autoAdjust="0"/>
  </p:normalViewPr>
  <p:slideViewPr>
    <p:cSldViewPr snapToGrid="0">
      <p:cViewPr varScale="1">
        <p:scale>
          <a:sx n="71" d="100"/>
          <a:sy n="71" d="100"/>
        </p:scale>
        <p:origin x="110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anchen F" userId="3aee791e-6a2d-4da7-a77b-fbdf7bf15886" providerId="ADAL" clId="{CDC5B0EF-6BEB-4658-A9FF-CB66F6FA6C1E}"/>
    <pc:docChg chg="undo redo custSel addSld delSld modSld modMainMaster modNotesMaster">
      <pc:chgData name="Li, Hanchen F" userId="3aee791e-6a2d-4da7-a77b-fbdf7bf15886" providerId="ADAL" clId="{CDC5B0EF-6BEB-4658-A9FF-CB66F6FA6C1E}" dt="2025-06-13T18:22:41.691" v="10259" actId="1076"/>
      <pc:docMkLst>
        <pc:docMk/>
      </pc:docMkLst>
      <pc:sldChg chg="addSp delSp modSp new mod">
        <pc:chgData name="Li, Hanchen F" userId="3aee791e-6a2d-4da7-a77b-fbdf7bf15886" providerId="ADAL" clId="{CDC5B0EF-6BEB-4658-A9FF-CB66F6FA6C1E}" dt="2025-06-06T21:31:38.610" v="10067" actId="1037"/>
        <pc:sldMkLst>
          <pc:docMk/>
          <pc:sldMk cId="2152317508" sldId="256"/>
        </pc:sldMkLst>
      </pc:sldChg>
      <pc:sldChg chg="addSp delSp modSp add mod">
        <pc:chgData name="Li, Hanchen F" userId="3aee791e-6a2d-4da7-a77b-fbdf7bf15886" providerId="ADAL" clId="{CDC5B0EF-6BEB-4658-A9FF-CB66F6FA6C1E}" dt="2025-06-06T21:30:07.280" v="9907" actId="947"/>
        <pc:sldMkLst>
          <pc:docMk/>
          <pc:sldMk cId="3137520481" sldId="257"/>
        </pc:sldMkLst>
      </pc:sldChg>
      <pc:sldChg chg="addSp delSp add del mod">
        <pc:chgData name="Li, Hanchen F" userId="3aee791e-6a2d-4da7-a77b-fbdf7bf15886" providerId="ADAL" clId="{CDC5B0EF-6BEB-4658-A9FF-CB66F6FA6C1E}" dt="2025-05-22T23:23:20.623" v="3362" actId="2696"/>
        <pc:sldMkLst>
          <pc:docMk/>
          <pc:sldMk cId="4277506326" sldId="257"/>
        </pc:sldMkLst>
      </pc:sldChg>
      <pc:sldChg chg="addSp delSp modSp new mod">
        <pc:chgData name="Li, Hanchen F" userId="3aee791e-6a2d-4da7-a77b-fbdf7bf15886" providerId="ADAL" clId="{CDC5B0EF-6BEB-4658-A9FF-CB66F6FA6C1E}" dt="2025-05-23T00:19:58.620" v="6262" actId="1076"/>
        <pc:sldMkLst>
          <pc:docMk/>
          <pc:sldMk cId="3834972223" sldId="258"/>
        </pc:sldMkLst>
      </pc:sldChg>
      <pc:sldChg chg="addSp delSp modSp add mod">
        <pc:chgData name="Li, Hanchen F" userId="3aee791e-6a2d-4da7-a77b-fbdf7bf15886" providerId="ADAL" clId="{CDC5B0EF-6BEB-4658-A9FF-CB66F6FA6C1E}" dt="2025-05-24T18:05:08.571" v="8746" actId="20577"/>
        <pc:sldMkLst>
          <pc:docMk/>
          <pc:sldMk cId="3652000193" sldId="259"/>
        </pc:sldMkLst>
      </pc:sldChg>
      <pc:sldChg chg="addSp delSp modSp add mod">
        <pc:chgData name="Li, Hanchen F" userId="3aee791e-6a2d-4da7-a77b-fbdf7bf15886" providerId="ADAL" clId="{CDC5B0EF-6BEB-4658-A9FF-CB66F6FA6C1E}" dt="2025-06-13T18:22:41.691" v="10259" actId="1076"/>
        <pc:sldMkLst>
          <pc:docMk/>
          <pc:sldMk cId="1584463432" sldId="260"/>
        </pc:sldMkLst>
        <pc:spChg chg="add mod">
          <ac:chgData name="Li, Hanchen F" userId="3aee791e-6a2d-4da7-a77b-fbdf7bf15886" providerId="ADAL" clId="{CDC5B0EF-6BEB-4658-A9FF-CB66F6FA6C1E}" dt="2025-06-08T22:03:58.072" v="10257" actId="1076"/>
          <ac:spMkLst>
            <pc:docMk/>
            <pc:sldMk cId="1584463432" sldId="260"/>
            <ac:spMk id="9" creationId="{A7EDD98C-1707-313A-02B8-85917AD97E8C}"/>
          </ac:spMkLst>
        </pc:spChg>
        <pc:spChg chg="add mod">
          <ac:chgData name="Li, Hanchen F" userId="3aee791e-6a2d-4da7-a77b-fbdf7bf15886" providerId="ADAL" clId="{CDC5B0EF-6BEB-4658-A9FF-CB66F6FA6C1E}" dt="2025-05-23T16:39:54.002" v="7644" actId="2711"/>
          <ac:spMkLst>
            <pc:docMk/>
            <pc:sldMk cId="1584463432" sldId="260"/>
            <ac:spMk id="10" creationId="{E8F739D8-1BFC-A166-BB93-C7724506B868}"/>
          </ac:spMkLst>
        </pc:spChg>
        <pc:spChg chg="add mod">
          <ac:chgData name="Li, Hanchen F" userId="3aee791e-6a2d-4da7-a77b-fbdf7bf15886" providerId="ADAL" clId="{CDC5B0EF-6BEB-4658-A9FF-CB66F6FA6C1E}" dt="2025-06-02T22:09:19.571" v="9897" actId="114"/>
          <ac:spMkLst>
            <pc:docMk/>
            <pc:sldMk cId="1584463432" sldId="260"/>
            <ac:spMk id="37" creationId="{C3489DDE-D33C-001E-F789-ADB65077FD86}"/>
          </ac:spMkLst>
        </pc:spChg>
        <pc:spChg chg="add mod">
          <ac:chgData name="Li, Hanchen F" userId="3aee791e-6a2d-4da7-a77b-fbdf7bf15886" providerId="ADAL" clId="{CDC5B0EF-6BEB-4658-A9FF-CB66F6FA6C1E}" dt="2025-06-02T22:06:13.077" v="9891" actId="1076"/>
          <ac:spMkLst>
            <pc:docMk/>
            <pc:sldMk cId="1584463432" sldId="260"/>
            <ac:spMk id="49" creationId="{A1060CE9-02C1-80AC-E6ED-E7A0742ED67A}"/>
          </ac:spMkLst>
        </pc:spChg>
        <pc:spChg chg="add mod">
          <ac:chgData name="Li, Hanchen F" userId="3aee791e-6a2d-4da7-a77b-fbdf7bf15886" providerId="ADAL" clId="{CDC5B0EF-6BEB-4658-A9FF-CB66F6FA6C1E}" dt="2025-05-23T16:42:20.319" v="7684" actId="1038"/>
          <ac:spMkLst>
            <pc:docMk/>
            <pc:sldMk cId="1584463432" sldId="260"/>
            <ac:spMk id="54" creationId="{0D03CEB0-4241-1D72-2F28-3ABD32BE2175}"/>
          </ac:spMkLst>
        </pc:spChg>
        <pc:grpChg chg="add mod">
          <ac:chgData name="Li, Hanchen F" userId="3aee791e-6a2d-4da7-a77b-fbdf7bf15886" providerId="ADAL" clId="{CDC5B0EF-6BEB-4658-A9FF-CB66F6FA6C1E}" dt="2025-05-23T20:12:59.891" v="8141" actId="1038"/>
          <ac:grpSpMkLst>
            <pc:docMk/>
            <pc:sldMk cId="1584463432" sldId="260"/>
            <ac:grpSpMk id="57" creationId="{142D3A66-A215-3779-9C4C-56FA7DEE18C6}"/>
          </ac:grpSpMkLst>
        </pc:grpChg>
        <pc:cxnChg chg="add mod">
          <ac:chgData name="Li, Hanchen F" userId="3aee791e-6a2d-4da7-a77b-fbdf7bf15886" providerId="ADAL" clId="{CDC5B0EF-6BEB-4658-A9FF-CB66F6FA6C1E}" dt="2025-06-08T22:03:58.072" v="10257" actId="1076"/>
          <ac:cxnSpMkLst>
            <pc:docMk/>
            <pc:sldMk cId="1584463432" sldId="260"/>
            <ac:cxnSpMk id="142" creationId="{76E9733B-A75B-8D92-96A6-A56F783735F3}"/>
          </ac:cxnSpMkLst>
        </pc:cxnChg>
      </pc:sldChg>
      <pc:sldMasterChg chg="modSp modSldLayout">
        <pc:chgData name="Li, Hanchen F" userId="3aee791e-6a2d-4da7-a77b-fbdf7bf15886" providerId="ADAL" clId="{CDC5B0EF-6BEB-4658-A9FF-CB66F6FA6C1E}" dt="2025-05-22T21:36:01.782" v="3"/>
        <pc:sldMasterMkLst>
          <pc:docMk/>
          <pc:sldMasterMk cId="3626057741" sldId="2147483648"/>
        </pc:sldMasterMkLst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1943014678" sldId="2147483649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499854334" sldId="2147483651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4136100517" sldId="2147483652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634004646" sldId="2147483653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897894365" sldId="2147483656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3681102178" sldId="2147483657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218223006" sldId="2147483659"/>
          </pc:sldLayoutMkLst>
        </pc:sldLayoutChg>
      </pc:sldMasterChg>
      <pc:sldMasterChg chg="modSp modSldLayout">
        <pc:chgData name="Li, Hanchen F" userId="3aee791e-6a2d-4da7-a77b-fbdf7bf15886" providerId="ADAL" clId="{CDC5B0EF-6BEB-4658-A9FF-CB66F6FA6C1E}" dt="2025-05-22T21:36:33.895" v="9"/>
        <pc:sldMasterMkLst>
          <pc:docMk/>
          <pc:sldMasterMk cId="2832921018" sldId="2147483660"/>
        </pc:sldMasterMkLst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2188281178" sldId="2147483661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379408304" sldId="2147483663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708412680" sldId="2147483664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3391006602" sldId="2147483665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3517119780" sldId="2147483668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07555040" sldId="2147483669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955127079" sldId="2147483671"/>
          </pc:sldLayoutMkLst>
        </pc:sldLayoutChg>
      </pc:sldMasterChg>
    </pc:docChg>
  </pc:docChgLst>
  <pc:docChgLst>
    <pc:chgData name="Li, Hanchen F" userId="3aee791e-6a2d-4da7-a77b-fbdf7bf15886" providerId="ADAL" clId="{0A86D1F3-AA3C-4567-9F16-3F3FE3BB362B}"/>
    <pc:docChg chg="undo custSel addSld delSld modSld">
      <pc:chgData name="Li, Hanchen F" userId="3aee791e-6a2d-4da7-a77b-fbdf7bf15886" providerId="ADAL" clId="{0A86D1F3-AA3C-4567-9F16-3F3FE3BB362B}" dt="2025-06-16T19:47:22.977" v="2032" actId="14100"/>
      <pc:docMkLst>
        <pc:docMk/>
      </pc:docMkLst>
      <pc:sldChg chg="del">
        <pc:chgData name="Li, Hanchen F" userId="3aee791e-6a2d-4da7-a77b-fbdf7bf15886" providerId="ADAL" clId="{0A86D1F3-AA3C-4567-9F16-3F3FE3BB362B}" dt="2025-06-16T16:17:56.835" v="1" actId="47"/>
        <pc:sldMkLst>
          <pc:docMk/>
          <pc:sldMk cId="2152317508" sldId="256"/>
        </pc:sldMkLst>
      </pc:sldChg>
      <pc:sldChg chg="del">
        <pc:chgData name="Li, Hanchen F" userId="3aee791e-6a2d-4da7-a77b-fbdf7bf15886" providerId="ADAL" clId="{0A86D1F3-AA3C-4567-9F16-3F3FE3BB362B}" dt="2025-06-16T16:17:56.161" v="0" actId="47"/>
        <pc:sldMkLst>
          <pc:docMk/>
          <pc:sldMk cId="3137520481" sldId="257"/>
        </pc:sldMkLst>
      </pc:sldChg>
      <pc:sldChg chg="del">
        <pc:chgData name="Li, Hanchen F" userId="3aee791e-6a2d-4da7-a77b-fbdf7bf15886" providerId="ADAL" clId="{0A86D1F3-AA3C-4567-9F16-3F3FE3BB362B}" dt="2025-06-16T16:17:57.839" v="3" actId="47"/>
        <pc:sldMkLst>
          <pc:docMk/>
          <pc:sldMk cId="3834972223" sldId="258"/>
        </pc:sldMkLst>
      </pc:sldChg>
      <pc:sldChg chg="del">
        <pc:chgData name="Li, Hanchen F" userId="3aee791e-6a2d-4da7-a77b-fbdf7bf15886" providerId="ADAL" clId="{0A86D1F3-AA3C-4567-9F16-3F3FE3BB362B}" dt="2025-06-16T16:17:57.295" v="2" actId="47"/>
        <pc:sldMkLst>
          <pc:docMk/>
          <pc:sldMk cId="3652000193" sldId="259"/>
        </pc:sldMkLst>
      </pc:sldChg>
      <pc:sldChg chg="addSp delSp modSp mod">
        <pc:chgData name="Li, Hanchen F" userId="3aee791e-6a2d-4da7-a77b-fbdf7bf15886" providerId="ADAL" clId="{0A86D1F3-AA3C-4567-9F16-3F3FE3BB362B}" dt="2025-06-16T18:38:59.473" v="804" actId="22"/>
        <pc:sldMkLst>
          <pc:docMk/>
          <pc:sldMk cId="1584463432" sldId="260"/>
        </pc:sldMkLst>
        <pc:spChg chg="del">
          <ac:chgData name="Li, Hanchen F" userId="3aee791e-6a2d-4da7-a77b-fbdf7bf15886" providerId="ADAL" clId="{0A86D1F3-AA3C-4567-9F16-3F3FE3BB362B}" dt="2025-06-16T16:18:45.870" v="50" actId="478"/>
          <ac:spMkLst>
            <pc:docMk/>
            <pc:sldMk cId="1584463432" sldId="260"/>
            <ac:spMk id="2" creationId="{AAF2876B-BAD6-F898-5EFF-FA8340A43036}"/>
          </ac:spMkLst>
        </pc:spChg>
        <pc:spChg chg="add del mod">
          <ac:chgData name="Li, Hanchen F" userId="3aee791e-6a2d-4da7-a77b-fbdf7bf15886" providerId="ADAL" clId="{0A86D1F3-AA3C-4567-9F16-3F3FE3BB362B}" dt="2025-06-16T16:44:42.078" v="784" actId="1038"/>
          <ac:spMkLst>
            <pc:docMk/>
            <pc:sldMk cId="1584463432" sldId="260"/>
            <ac:spMk id="7" creationId="{79080331-533E-0FD3-0D4E-1C7CD3C97AAD}"/>
          </ac:spMkLst>
        </pc:spChg>
        <pc:spChg chg="mod">
          <ac:chgData name="Li, Hanchen F" userId="3aee791e-6a2d-4da7-a77b-fbdf7bf15886" providerId="ADAL" clId="{0A86D1F3-AA3C-4567-9F16-3F3FE3BB362B}" dt="2025-06-16T16:43:12.754" v="740" actId="14100"/>
          <ac:spMkLst>
            <pc:docMk/>
            <pc:sldMk cId="1584463432" sldId="260"/>
            <ac:spMk id="9" creationId="{A7EDD98C-1707-313A-02B8-85917AD97E8C}"/>
          </ac:spMkLst>
        </pc:spChg>
        <pc:spChg chg="mod">
          <ac:chgData name="Li, Hanchen F" userId="3aee791e-6a2d-4da7-a77b-fbdf7bf15886" providerId="ADAL" clId="{0A86D1F3-AA3C-4567-9F16-3F3FE3BB362B}" dt="2025-06-16T16:29:34.113" v="373" actId="1076"/>
          <ac:spMkLst>
            <pc:docMk/>
            <pc:sldMk cId="1584463432" sldId="260"/>
            <ac:spMk id="10" creationId="{E8F739D8-1BFC-A166-BB93-C7724506B868}"/>
          </ac:spMkLst>
        </pc:spChg>
        <pc:spChg chg="del">
          <ac:chgData name="Li, Hanchen F" userId="3aee791e-6a2d-4da7-a77b-fbdf7bf15886" providerId="ADAL" clId="{0A86D1F3-AA3C-4567-9F16-3F3FE3BB362B}" dt="2025-06-16T16:18:19.922" v="30" actId="478"/>
          <ac:spMkLst>
            <pc:docMk/>
            <pc:sldMk cId="1584463432" sldId="260"/>
            <ac:spMk id="15" creationId="{A660F99D-A667-1157-0E3E-7E9D3C7C9C11}"/>
          </ac:spMkLst>
        </pc:spChg>
        <pc:spChg chg="add del">
          <ac:chgData name="Li, Hanchen F" userId="3aee791e-6a2d-4da7-a77b-fbdf7bf15886" providerId="ADAL" clId="{0A86D1F3-AA3C-4567-9F16-3F3FE3BB362B}" dt="2025-06-16T16:22:34.160" v="115" actId="22"/>
          <ac:spMkLst>
            <pc:docMk/>
            <pc:sldMk cId="1584463432" sldId="260"/>
            <ac:spMk id="19" creationId="{1049222F-D77E-7B1F-64CA-8DC2F68F1B47}"/>
          </ac:spMkLst>
        </pc:spChg>
        <pc:spChg chg="add del mod">
          <ac:chgData name="Li, Hanchen F" userId="3aee791e-6a2d-4da7-a77b-fbdf7bf15886" providerId="ADAL" clId="{0A86D1F3-AA3C-4567-9F16-3F3FE3BB362B}" dt="2025-06-16T16:44:42.078" v="784" actId="1038"/>
          <ac:spMkLst>
            <pc:docMk/>
            <pc:sldMk cId="1584463432" sldId="260"/>
            <ac:spMk id="21" creationId="{D7901930-60E9-260A-C142-A35B535764C7}"/>
          </ac:spMkLst>
        </pc:spChg>
        <pc:spChg chg="add mod">
          <ac:chgData name="Li, Hanchen F" userId="3aee791e-6a2d-4da7-a77b-fbdf7bf15886" providerId="ADAL" clId="{0A86D1F3-AA3C-4567-9F16-3F3FE3BB362B}" dt="2025-06-16T16:45:10.113" v="795" actId="1076"/>
          <ac:spMkLst>
            <pc:docMk/>
            <pc:sldMk cId="1584463432" sldId="260"/>
            <ac:spMk id="22" creationId="{9CF99541-FECB-7981-27ED-1AF2F302C8FA}"/>
          </ac:spMkLst>
        </pc:spChg>
        <pc:spChg chg="del">
          <ac:chgData name="Li, Hanchen F" userId="3aee791e-6a2d-4da7-a77b-fbdf7bf15886" providerId="ADAL" clId="{0A86D1F3-AA3C-4567-9F16-3F3FE3BB362B}" dt="2025-06-16T16:18:46.394" v="51" actId="478"/>
          <ac:spMkLst>
            <pc:docMk/>
            <pc:sldMk cId="1584463432" sldId="260"/>
            <ac:spMk id="25" creationId="{2692B16A-D6BB-9683-C102-1C280F04577D}"/>
          </ac:spMkLst>
        </pc:spChg>
        <pc:spChg chg="mod">
          <ac:chgData name="Li, Hanchen F" userId="3aee791e-6a2d-4da7-a77b-fbdf7bf15886" providerId="ADAL" clId="{0A86D1F3-AA3C-4567-9F16-3F3FE3BB362B}" dt="2025-06-16T16:29:35.811" v="374" actId="1076"/>
          <ac:spMkLst>
            <pc:docMk/>
            <pc:sldMk cId="1584463432" sldId="260"/>
            <ac:spMk id="37" creationId="{C3489DDE-D33C-001E-F789-ADB65077FD86}"/>
          </ac:spMkLst>
        </pc:spChg>
        <pc:spChg chg="del">
          <ac:chgData name="Li, Hanchen F" userId="3aee791e-6a2d-4da7-a77b-fbdf7bf15886" providerId="ADAL" clId="{0A86D1F3-AA3C-4567-9F16-3F3FE3BB362B}" dt="2025-06-16T16:18:56.467" v="56" actId="478"/>
          <ac:spMkLst>
            <pc:docMk/>
            <pc:sldMk cId="1584463432" sldId="260"/>
            <ac:spMk id="38" creationId="{C6C900F5-1B05-902A-8158-E0F9814CC211}"/>
          </ac:spMkLst>
        </pc:spChg>
        <pc:spChg chg="add mod">
          <ac:chgData name="Li, Hanchen F" userId="3aee791e-6a2d-4da7-a77b-fbdf7bf15886" providerId="ADAL" clId="{0A86D1F3-AA3C-4567-9F16-3F3FE3BB362B}" dt="2025-06-16T16:29:39.684" v="377" actId="1076"/>
          <ac:spMkLst>
            <pc:docMk/>
            <pc:sldMk cId="1584463432" sldId="260"/>
            <ac:spMk id="39" creationId="{894381FE-2316-EBDF-F35E-609611ED71A5}"/>
          </ac:spMkLst>
        </pc:spChg>
        <pc:spChg chg="add mod">
          <ac:chgData name="Li, Hanchen F" userId="3aee791e-6a2d-4da7-a77b-fbdf7bf15886" providerId="ADAL" clId="{0A86D1F3-AA3C-4567-9F16-3F3FE3BB362B}" dt="2025-06-16T16:24:24.842" v="180" actId="571"/>
          <ac:spMkLst>
            <pc:docMk/>
            <pc:sldMk cId="1584463432" sldId="260"/>
            <ac:spMk id="46" creationId="{1F1D255D-DFDD-AC98-2EB7-32E0884B31DF}"/>
          </ac:spMkLst>
        </pc:spChg>
        <pc:spChg chg="mod">
          <ac:chgData name="Li, Hanchen F" userId="3aee791e-6a2d-4da7-a77b-fbdf7bf15886" providerId="ADAL" clId="{0A86D1F3-AA3C-4567-9F16-3F3FE3BB362B}" dt="2025-06-16T16:29:59.629" v="386" actId="403"/>
          <ac:spMkLst>
            <pc:docMk/>
            <pc:sldMk cId="1584463432" sldId="260"/>
            <ac:spMk id="49" creationId="{A1060CE9-02C1-80AC-E6ED-E7A0742ED67A}"/>
          </ac:spMkLst>
        </pc:spChg>
        <pc:spChg chg="mod">
          <ac:chgData name="Li, Hanchen F" userId="3aee791e-6a2d-4da7-a77b-fbdf7bf15886" providerId="ADAL" clId="{0A86D1F3-AA3C-4567-9F16-3F3FE3BB362B}" dt="2025-06-16T16:44:29.752" v="766" actId="1076"/>
          <ac:spMkLst>
            <pc:docMk/>
            <pc:sldMk cId="1584463432" sldId="260"/>
            <ac:spMk id="54" creationId="{0D03CEB0-4241-1D72-2F28-3ABD32BE2175}"/>
          </ac:spMkLst>
        </pc:spChg>
        <pc:spChg chg="add mod">
          <ac:chgData name="Li, Hanchen F" userId="3aee791e-6a2d-4da7-a77b-fbdf7bf15886" providerId="ADAL" clId="{0A86D1F3-AA3C-4567-9F16-3F3FE3BB362B}" dt="2025-06-16T16:39:48.237" v="671" actId="1076"/>
          <ac:spMkLst>
            <pc:docMk/>
            <pc:sldMk cId="1584463432" sldId="260"/>
            <ac:spMk id="56" creationId="{8C751832-83F7-C356-E4BB-42766A206D27}"/>
          </ac:spMkLst>
        </pc:spChg>
        <pc:spChg chg="add mod">
          <ac:chgData name="Li, Hanchen F" userId="3aee791e-6a2d-4da7-a77b-fbdf7bf15886" providerId="ADAL" clId="{0A86D1F3-AA3C-4567-9F16-3F3FE3BB362B}" dt="2025-06-16T16:29:49.633" v="382" actId="1076"/>
          <ac:spMkLst>
            <pc:docMk/>
            <pc:sldMk cId="1584463432" sldId="260"/>
            <ac:spMk id="58" creationId="{FD2B6793-6792-68E3-C431-FA8F7D677571}"/>
          </ac:spMkLst>
        </pc:spChg>
        <pc:spChg chg="del">
          <ac:chgData name="Li, Hanchen F" userId="3aee791e-6a2d-4da7-a77b-fbdf7bf15886" providerId="ADAL" clId="{0A86D1F3-AA3C-4567-9F16-3F3FE3BB362B}" dt="2025-06-16T16:18:44.575" v="48" actId="478"/>
          <ac:spMkLst>
            <pc:docMk/>
            <pc:sldMk cId="1584463432" sldId="260"/>
            <ac:spMk id="59" creationId="{303E864D-EC00-ED67-FDB5-0D98FFAEC9AF}"/>
          </ac:spMkLst>
        </pc:spChg>
        <pc:spChg chg="del">
          <ac:chgData name="Li, Hanchen F" userId="3aee791e-6a2d-4da7-a77b-fbdf7bf15886" providerId="ADAL" clId="{0A86D1F3-AA3C-4567-9F16-3F3FE3BB362B}" dt="2025-06-16T16:18:37.930" v="43" actId="478"/>
          <ac:spMkLst>
            <pc:docMk/>
            <pc:sldMk cId="1584463432" sldId="260"/>
            <ac:spMk id="129" creationId="{3A7AE86E-05E7-CA0A-2CF4-FBBCD4F8F02F}"/>
          </ac:spMkLst>
        </pc:spChg>
        <pc:spChg chg="del mod">
          <ac:chgData name="Li, Hanchen F" userId="3aee791e-6a2d-4da7-a77b-fbdf7bf15886" providerId="ADAL" clId="{0A86D1F3-AA3C-4567-9F16-3F3FE3BB362B}" dt="2025-06-16T16:27:55.609" v="326" actId="478"/>
          <ac:spMkLst>
            <pc:docMk/>
            <pc:sldMk cId="1584463432" sldId="260"/>
            <ac:spMk id="131" creationId="{B93E6DD7-FA5D-EFAA-144D-F09D1C33DD7E}"/>
          </ac:spMkLst>
        </pc:spChg>
        <pc:spChg chg="add mod">
          <ac:chgData name="Li, Hanchen F" userId="3aee791e-6a2d-4da7-a77b-fbdf7bf15886" providerId="ADAL" clId="{0A86D1F3-AA3C-4567-9F16-3F3FE3BB362B}" dt="2025-06-16T16:43:35.753" v="747" actId="1076"/>
          <ac:spMkLst>
            <pc:docMk/>
            <pc:sldMk cId="1584463432" sldId="260"/>
            <ac:spMk id="170" creationId="{99335E60-A2F8-292A-2AF5-B28B90E4F545}"/>
          </ac:spMkLst>
        </pc:spChg>
        <pc:spChg chg="del mod">
          <ac:chgData name="Li, Hanchen F" userId="3aee791e-6a2d-4da7-a77b-fbdf7bf15886" providerId="ADAL" clId="{0A86D1F3-AA3C-4567-9F16-3F3FE3BB362B}" dt="2025-06-16T16:25:32.241" v="227" actId="478"/>
          <ac:spMkLst>
            <pc:docMk/>
            <pc:sldMk cId="1584463432" sldId="260"/>
            <ac:spMk id="171" creationId="{4878A91F-8CFB-C1A2-7B8C-0053637F23EE}"/>
          </ac:spMkLst>
        </pc:spChg>
        <pc:spChg chg="del">
          <ac:chgData name="Li, Hanchen F" userId="3aee791e-6a2d-4da7-a77b-fbdf7bf15886" providerId="ADAL" clId="{0A86D1F3-AA3C-4567-9F16-3F3FE3BB362B}" dt="2025-06-16T16:18:45.084" v="49" actId="478"/>
          <ac:spMkLst>
            <pc:docMk/>
            <pc:sldMk cId="1584463432" sldId="260"/>
            <ac:spMk id="184" creationId="{CA7EA20D-D9B4-C7C6-B2BE-2CEB6674261A}"/>
          </ac:spMkLst>
        </pc:spChg>
        <pc:spChg chg="add mod">
          <ac:chgData name="Li, Hanchen F" userId="3aee791e-6a2d-4da7-a77b-fbdf7bf15886" providerId="ADAL" clId="{0A86D1F3-AA3C-4567-9F16-3F3FE3BB362B}" dt="2025-06-16T16:45:47.636" v="800"/>
          <ac:spMkLst>
            <pc:docMk/>
            <pc:sldMk cId="1584463432" sldId="260"/>
            <ac:spMk id="207" creationId="{DCE59BA2-208B-41FB-774D-71A10C2DBA48}"/>
          </ac:spMkLst>
        </pc:spChg>
        <pc:spChg chg="add del mod">
          <ac:chgData name="Li, Hanchen F" userId="3aee791e-6a2d-4da7-a77b-fbdf7bf15886" providerId="ADAL" clId="{0A86D1F3-AA3C-4567-9F16-3F3FE3BB362B}" dt="2025-06-16T16:40:24.600" v="677" actId="22"/>
          <ac:spMkLst>
            <pc:docMk/>
            <pc:sldMk cId="1584463432" sldId="260"/>
            <ac:spMk id="222" creationId="{B42C0DA5-78CF-1FD8-0EDD-3096D86C0E8E}"/>
          </ac:spMkLst>
        </pc:spChg>
        <pc:spChg chg="add del mod">
          <ac:chgData name="Li, Hanchen F" userId="3aee791e-6a2d-4da7-a77b-fbdf7bf15886" providerId="ADAL" clId="{0A86D1F3-AA3C-4567-9F16-3F3FE3BB362B}" dt="2025-06-16T16:44:07.922" v="760" actId="478"/>
          <ac:spMkLst>
            <pc:docMk/>
            <pc:sldMk cId="1584463432" sldId="260"/>
            <ac:spMk id="223" creationId="{7157B9FB-E96A-D20A-20B0-1F28797D5196}"/>
          </ac:spMkLst>
        </pc:spChg>
        <pc:spChg chg="add del mod">
          <ac:chgData name="Li, Hanchen F" userId="3aee791e-6a2d-4da7-a77b-fbdf7bf15886" providerId="ADAL" clId="{0A86D1F3-AA3C-4567-9F16-3F3FE3BB362B}" dt="2025-06-16T16:42:46.675" v="721" actId="478"/>
          <ac:spMkLst>
            <pc:docMk/>
            <pc:sldMk cId="1584463432" sldId="260"/>
            <ac:spMk id="224" creationId="{46912A4A-363C-FA4C-3940-CD30D5E0EF8E}"/>
          </ac:spMkLst>
        </pc:spChg>
        <pc:spChg chg="add mod">
          <ac:chgData name="Li, Hanchen F" userId="3aee791e-6a2d-4da7-a77b-fbdf7bf15886" providerId="ADAL" clId="{0A86D1F3-AA3C-4567-9F16-3F3FE3BB362B}" dt="2025-06-16T16:42:22.394" v="714" actId="571"/>
          <ac:spMkLst>
            <pc:docMk/>
            <pc:sldMk cId="1584463432" sldId="260"/>
            <ac:spMk id="229" creationId="{C04BD77C-5FEB-9A0B-164A-B4571D892C52}"/>
          </ac:spMkLst>
        </pc:spChg>
        <pc:spChg chg="add mod">
          <ac:chgData name="Li, Hanchen F" userId="3aee791e-6a2d-4da7-a77b-fbdf7bf15886" providerId="ADAL" clId="{0A86D1F3-AA3C-4567-9F16-3F3FE3BB362B}" dt="2025-06-16T16:45:06.347" v="794" actId="1076"/>
          <ac:spMkLst>
            <pc:docMk/>
            <pc:sldMk cId="1584463432" sldId="260"/>
            <ac:spMk id="232" creationId="{E59368FE-2ACA-991E-3D99-80DC142862E7}"/>
          </ac:spMkLst>
        </pc:spChg>
        <pc:spChg chg="add del">
          <ac:chgData name="Li, Hanchen F" userId="3aee791e-6a2d-4da7-a77b-fbdf7bf15886" providerId="ADAL" clId="{0A86D1F3-AA3C-4567-9F16-3F3FE3BB362B}" dt="2025-06-16T16:43:53.152" v="754" actId="22"/>
          <ac:spMkLst>
            <pc:docMk/>
            <pc:sldMk cId="1584463432" sldId="260"/>
            <ac:spMk id="246" creationId="{3CBF1C74-1E49-C6B1-C02D-43D50BB2335A}"/>
          </ac:spMkLst>
        </pc:spChg>
        <pc:spChg chg="add mod">
          <ac:chgData name="Li, Hanchen F" userId="3aee791e-6a2d-4da7-a77b-fbdf7bf15886" providerId="ADAL" clId="{0A86D1F3-AA3C-4567-9F16-3F3FE3BB362B}" dt="2025-06-16T16:44:32.609" v="767" actId="1076"/>
          <ac:spMkLst>
            <pc:docMk/>
            <pc:sldMk cId="1584463432" sldId="260"/>
            <ac:spMk id="247" creationId="{FEAB88DA-5D64-6147-FDF2-079594DFE802}"/>
          </ac:spMkLst>
        </pc:spChg>
        <pc:spChg chg="del mod">
          <ac:chgData name="Li, Hanchen F" userId="3aee791e-6a2d-4da7-a77b-fbdf7bf15886" providerId="ADAL" clId="{0A86D1F3-AA3C-4567-9F16-3F3FE3BB362B}" dt="2025-06-16T16:18:30.893" v="39" actId="478"/>
          <ac:spMkLst>
            <pc:docMk/>
            <pc:sldMk cId="1584463432" sldId="260"/>
            <ac:spMk id="254" creationId="{0BE889AF-CB60-07E1-BFDE-185108361F98}"/>
          </ac:spMkLst>
        </pc:spChg>
        <pc:spChg chg="del mod">
          <ac:chgData name="Li, Hanchen F" userId="3aee791e-6a2d-4da7-a77b-fbdf7bf15886" providerId="ADAL" clId="{0A86D1F3-AA3C-4567-9F16-3F3FE3BB362B}" dt="2025-06-16T16:18:26.168" v="33" actId="478"/>
          <ac:spMkLst>
            <pc:docMk/>
            <pc:sldMk cId="1584463432" sldId="260"/>
            <ac:spMk id="256" creationId="{F46990E2-D83E-C36D-FF9E-CED38A98AD8A}"/>
          </ac:spMkLst>
        </pc:spChg>
        <pc:spChg chg="del">
          <ac:chgData name="Li, Hanchen F" userId="3aee791e-6a2d-4da7-a77b-fbdf7bf15886" providerId="ADAL" clId="{0A86D1F3-AA3C-4567-9F16-3F3FE3BB362B}" dt="2025-06-16T16:18:27.552" v="34" actId="478"/>
          <ac:spMkLst>
            <pc:docMk/>
            <pc:sldMk cId="1584463432" sldId="260"/>
            <ac:spMk id="257" creationId="{52D3922B-FF82-FDC9-2F23-129EEF3CDACB}"/>
          </ac:spMkLst>
        </pc:spChg>
        <pc:spChg chg="add del">
          <ac:chgData name="Li, Hanchen F" userId="3aee791e-6a2d-4da7-a77b-fbdf7bf15886" providerId="ADAL" clId="{0A86D1F3-AA3C-4567-9F16-3F3FE3BB362B}" dt="2025-06-16T18:38:57.307" v="802" actId="22"/>
          <ac:spMkLst>
            <pc:docMk/>
            <pc:sldMk cId="1584463432" sldId="260"/>
            <ac:spMk id="265" creationId="{7E6B9406-7E24-593E-27E8-50D472B60FDD}"/>
          </ac:spMkLst>
        </pc:spChg>
        <pc:spChg chg="add del">
          <ac:chgData name="Li, Hanchen F" userId="3aee791e-6a2d-4da7-a77b-fbdf7bf15886" providerId="ADAL" clId="{0A86D1F3-AA3C-4567-9F16-3F3FE3BB362B}" dt="2025-06-16T18:38:59.473" v="804" actId="22"/>
          <ac:spMkLst>
            <pc:docMk/>
            <pc:sldMk cId="1584463432" sldId="260"/>
            <ac:spMk id="267" creationId="{DB2D0499-F419-12F8-D099-A56386BC0E0B}"/>
          </ac:spMkLst>
        </pc:spChg>
        <pc:spChg chg="del">
          <ac:chgData name="Li, Hanchen F" userId="3aee791e-6a2d-4da7-a77b-fbdf7bf15886" providerId="ADAL" clId="{0A86D1F3-AA3C-4567-9F16-3F3FE3BB362B}" dt="2025-06-16T16:18:36.780" v="42" actId="478"/>
          <ac:spMkLst>
            <pc:docMk/>
            <pc:sldMk cId="1584463432" sldId="260"/>
            <ac:spMk id="291" creationId="{EAF074FE-C5F3-EB74-F878-83EB2375ACA5}"/>
          </ac:spMkLst>
        </pc:spChg>
        <pc:grpChg chg="mod">
          <ac:chgData name="Li, Hanchen F" userId="3aee791e-6a2d-4da7-a77b-fbdf7bf15886" providerId="ADAL" clId="{0A86D1F3-AA3C-4567-9F16-3F3FE3BB362B}" dt="2025-06-16T16:29:52.279" v="383" actId="14100"/>
          <ac:grpSpMkLst>
            <pc:docMk/>
            <pc:sldMk cId="1584463432" sldId="260"/>
            <ac:grpSpMk id="57" creationId="{142D3A66-A215-3779-9C4C-56FA7DEE18C6}"/>
          </ac:grpSpMkLst>
        </pc:grpChg>
        <pc:cxnChg chg="add del mod">
          <ac:chgData name="Li, Hanchen F" userId="3aee791e-6a2d-4da7-a77b-fbdf7bf15886" providerId="ADAL" clId="{0A86D1F3-AA3C-4567-9F16-3F3FE3BB362B}" dt="2025-06-16T16:44:42.078" v="784" actId="1038"/>
          <ac:cxnSpMkLst>
            <pc:docMk/>
            <pc:sldMk cId="1584463432" sldId="260"/>
            <ac:cxnSpMk id="14" creationId="{2E51A792-3E2B-AFE8-2363-F676B637471E}"/>
          </ac:cxnSpMkLst>
        </pc:cxnChg>
        <pc:cxnChg chg="del mod">
          <ac:chgData name="Li, Hanchen F" userId="3aee791e-6a2d-4da7-a77b-fbdf7bf15886" providerId="ADAL" clId="{0A86D1F3-AA3C-4567-9F16-3F3FE3BB362B}" dt="2025-06-16T16:18:46.877" v="52" actId="478"/>
          <ac:cxnSpMkLst>
            <pc:docMk/>
            <pc:sldMk cId="1584463432" sldId="260"/>
            <ac:cxnSpMk id="26" creationId="{9851B9C7-BFB3-04FB-8FA2-EAB5DE072A63}"/>
          </ac:cxnSpMkLst>
        </pc:cxnChg>
        <pc:cxnChg chg="add del mod">
          <ac:chgData name="Li, Hanchen F" userId="3aee791e-6a2d-4da7-a77b-fbdf7bf15886" providerId="ADAL" clId="{0A86D1F3-AA3C-4567-9F16-3F3FE3BB362B}" dt="2025-06-16T16:42:50.908" v="722" actId="478"/>
          <ac:cxnSpMkLst>
            <pc:docMk/>
            <pc:sldMk cId="1584463432" sldId="260"/>
            <ac:cxnSpMk id="60" creationId="{914EB22B-EAF8-FED9-1D2B-DD117060A13A}"/>
          </ac:cxnSpMkLst>
        </pc:cxnChg>
        <pc:cxnChg chg="add del mod">
          <ac:chgData name="Li, Hanchen F" userId="3aee791e-6a2d-4da7-a77b-fbdf7bf15886" providerId="ADAL" clId="{0A86D1F3-AA3C-4567-9F16-3F3FE3BB362B}" dt="2025-06-16T16:27:15.643" v="305" actId="478"/>
          <ac:cxnSpMkLst>
            <pc:docMk/>
            <pc:sldMk cId="1584463432" sldId="260"/>
            <ac:cxnSpMk id="63" creationId="{62B01E79-5456-A32F-31AA-E96AB040744D}"/>
          </ac:cxnSpMkLst>
        </pc:cxnChg>
        <pc:cxnChg chg="add del mod">
          <ac:chgData name="Li, Hanchen F" userId="3aee791e-6a2d-4da7-a77b-fbdf7bf15886" providerId="ADAL" clId="{0A86D1F3-AA3C-4567-9F16-3F3FE3BB362B}" dt="2025-06-16T16:27:14.597" v="304" actId="478"/>
          <ac:cxnSpMkLst>
            <pc:docMk/>
            <pc:sldMk cId="1584463432" sldId="260"/>
            <ac:cxnSpMk id="134" creationId="{4791E247-7C76-F302-7DFC-1C2A76FF0656}"/>
          </ac:cxnSpMkLst>
        </pc:cxnChg>
        <pc:cxnChg chg="add del mod">
          <ac:chgData name="Li, Hanchen F" userId="3aee791e-6a2d-4da7-a77b-fbdf7bf15886" providerId="ADAL" clId="{0A86D1F3-AA3C-4567-9F16-3F3FE3BB362B}" dt="2025-06-16T16:44:42.078" v="784" actId="1038"/>
          <ac:cxnSpMkLst>
            <pc:docMk/>
            <pc:sldMk cId="1584463432" sldId="260"/>
            <ac:cxnSpMk id="142" creationId="{76E9733B-A75B-8D92-96A6-A56F783735F3}"/>
          </ac:cxnSpMkLst>
        </pc:cxnChg>
        <pc:cxnChg chg="del mod">
          <ac:chgData name="Li, Hanchen F" userId="3aee791e-6a2d-4da7-a77b-fbdf7bf15886" providerId="ADAL" clId="{0A86D1F3-AA3C-4567-9F16-3F3FE3BB362B}" dt="2025-06-16T16:18:42.670" v="46" actId="478"/>
          <ac:cxnSpMkLst>
            <pc:docMk/>
            <pc:sldMk cId="1584463432" sldId="260"/>
            <ac:cxnSpMk id="144" creationId="{A4194336-7F17-DCFE-DE10-BEFF0BD03C58}"/>
          </ac:cxnSpMkLst>
        </pc:cxnChg>
        <pc:cxnChg chg="del mod">
          <ac:chgData name="Li, Hanchen F" userId="3aee791e-6a2d-4da7-a77b-fbdf7bf15886" providerId="ADAL" clId="{0A86D1F3-AA3C-4567-9F16-3F3FE3BB362B}" dt="2025-06-16T16:18:43.521" v="47" actId="478"/>
          <ac:cxnSpMkLst>
            <pc:docMk/>
            <pc:sldMk cId="1584463432" sldId="260"/>
            <ac:cxnSpMk id="147" creationId="{124EAECC-8E9F-1C7D-F59C-2E2F6E590F39}"/>
          </ac:cxnSpMkLst>
        </pc:cxnChg>
        <pc:cxnChg chg="del mod">
          <ac:chgData name="Li, Hanchen F" userId="3aee791e-6a2d-4da7-a77b-fbdf7bf15886" providerId="ADAL" clId="{0A86D1F3-AA3C-4567-9F16-3F3FE3BB362B}" dt="2025-06-16T16:18:41.790" v="45" actId="478"/>
          <ac:cxnSpMkLst>
            <pc:docMk/>
            <pc:sldMk cId="1584463432" sldId="260"/>
            <ac:cxnSpMk id="151" creationId="{EBF54475-C7DA-D965-070D-71237E66FB90}"/>
          </ac:cxnSpMkLst>
        </pc:cxnChg>
        <pc:cxnChg chg="add mod">
          <ac:chgData name="Li, Hanchen F" userId="3aee791e-6a2d-4da7-a77b-fbdf7bf15886" providerId="ADAL" clId="{0A86D1F3-AA3C-4567-9F16-3F3FE3BB362B}" dt="2025-06-16T16:29:52.279" v="383" actId="14100"/>
          <ac:cxnSpMkLst>
            <pc:docMk/>
            <pc:sldMk cId="1584463432" sldId="260"/>
            <ac:cxnSpMk id="152" creationId="{32FDEAF6-F4A5-CB11-E277-1FF09A7E6CB4}"/>
          </ac:cxnSpMkLst>
        </pc:cxnChg>
        <pc:cxnChg chg="add mod">
          <ac:chgData name="Li, Hanchen F" userId="3aee791e-6a2d-4da7-a77b-fbdf7bf15886" providerId="ADAL" clId="{0A86D1F3-AA3C-4567-9F16-3F3FE3BB362B}" dt="2025-06-16T16:29:49.633" v="382" actId="1076"/>
          <ac:cxnSpMkLst>
            <pc:docMk/>
            <pc:sldMk cId="1584463432" sldId="260"/>
            <ac:cxnSpMk id="153" creationId="{FC0C5674-585C-814B-A398-B9507A8360F1}"/>
          </ac:cxnSpMkLst>
        </pc:cxnChg>
        <pc:cxnChg chg="add mod">
          <ac:chgData name="Li, Hanchen F" userId="3aee791e-6a2d-4da7-a77b-fbdf7bf15886" providerId="ADAL" clId="{0A86D1F3-AA3C-4567-9F16-3F3FE3BB362B}" dt="2025-06-16T16:39:48.237" v="671" actId="1076"/>
          <ac:cxnSpMkLst>
            <pc:docMk/>
            <pc:sldMk cId="1584463432" sldId="260"/>
            <ac:cxnSpMk id="154" creationId="{FFD667A2-17A5-9495-B797-B2B36C592DD3}"/>
          </ac:cxnSpMkLst>
        </pc:cxnChg>
        <pc:cxnChg chg="add del mod">
          <ac:chgData name="Li, Hanchen F" userId="3aee791e-6a2d-4da7-a77b-fbdf7bf15886" providerId="ADAL" clId="{0A86D1F3-AA3C-4567-9F16-3F3FE3BB362B}" dt="2025-06-16T16:43:31.047" v="746" actId="478"/>
          <ac:cxnSpMkLst>
            <pc:docMk/>
            <pc:sldMk cId="1584463432" sldId="260"/>
            <ac:cxnSpMk id="178" creationId="{4C6A839E-9E9D-F1A7-92DD-AA0449C320A2}"/>
          </ac:cxnSpMkLst>
        </pc:cxnChg>
        <pc:cxnChg chg="add mod">
          <ac:chgData name="Li, Hanchen F" userId="3aee791e-6a2d-4da7-a77b-fbdf7bf15886" providerId="ADAL" clId="{0A86D1F3-AA3C-4567-9F16-3F3FE3BB362B}" dt="2025-06-16T16:44:29.752" v="766" actId="1076"/>
          <ac:cxnSpMkLst>
            <pc:docMk/>
            <pc:sldMk cId="1584463432" sldId="260"/>
            <ac:cxnSpMk id="181" creationId="{84A4D844-ACE4-4FC7-1E4F-18CE98F7EA09}"/>
          </ac:cxnSpMkLst>
        </pc:cxnChg>
        <pc:cxnChg chg="del mod">
          <ac:chgData name="Li, Hanchen F" userId="3aee791e-6a2d-4da7-a77b-fbdf7bf15886" providerId="ADAL" clId="{0A86D1F3-AA3C-4567-9F16-3F3FE3BB362B}" dt="2025-06-16T16:18:29.912" v="37" actId="478"/>
          <ac:cxnSpMkLst>
            <pc:docMk/>
            <pc:sldMk cId="1584463432" sldId="260"/>
            <ac:cxnSpMk id="190" creationId="{1B7B88A0-671E-9D42-B970-6B461B6CE12E}"/>
          </ac:cxnSpMkLst>
        </pc:cxnChg>
        <pc:cxnChg chg="add mod">
          <ac:chgData name="Li, Hanchen F" userId="3aee791e-6a2d-4da7-a77b-fbdf7bf15886" providerId="ADAL" clId="{0A86D1F3-AA3C-4567-9F16-3F3FE3BB362B}" dt="2025-06-16T16:36:01.937" v="577" actId="14100"/>
          <ac:cxnSpMkLst>
            <pc:docMk/>
            <pc:sldMk cId="1584463432" sldId="260"/>
            <ac:cxnSpMk id="191" creationId="{54D64E10-957B-83ED-3DA1-5D36101C6DB8}"/>
          </ac:cxnSpMkLst>
        </pc:cxnChg>
        <pc:cxnChg chg="del mod">
          <ac:chgData name="Li, Hanchen F" userId="3aee791e-6a2d-4da7-a77b-fbdf7bf15886" providerId="ADAL" clId="{0A86D1F3-AA3C-4567-9F16-3F3FE3BB362B}" dt="2025-06-16T16:18:28.934" v="36" actId="478"/>
          <ac:cxnSpMkLst>
            <pc:docMk/>
            <pc:sldMk cId="1584463432" sldId="260"/>
            <ac:cxnSpMk id="196" creationId="{71347DC5-8F58-968E-18B1-732D1DC8584B}"/>
          </ac:cxnSpMkLst>
        </pc:cxnChg>
        <pc:cxnChg chg="del mod">
          <ac:chgData name="Li, Hanchen F" userId="3aee791e-6a2d-4da7-a77b-fbdf7bf15886" providerId="ADAL" clId="{0A86D1F3-AA3C-4567-9F16-3F3FE3BB362B}" dt="2025-06-16T16:18:28.265" v="35" actId="478"/>
          <ac:cxnSpMkLst>
            <pc:docMk/>
            <pc:sldMk cId="1584463432" sldId="260"/>
            <ac:cxnSpMk id="199" creationId="{55DD9FD9-34D7-0A9D-EF1A-D5FE103BDA2A}"/>
          </ac:cxnSpMkLst>
        </pc:cxnChg>
        <pc:cxnChg chg="del mod">
          <ac:chgData name="Li, Hanchen F" userId="3aee791e-6a2d-4da7-a77b-fbdf7bf15886" providerId="ADAL" clId="{0A86D1F3-AA3C-4567-9F16-3F3FE3BB362B}" dt="2025-06-16T16:27:56.135" v="327" actId="478"/>
          <ac:cxnSpMkLst>
            <pc:docMk/>
            <pc:sldMk cId="1584463432" sldId="260"/>
            <ac:cxnSpMk id="205" creationId="{E96A241A-BE67-DBC2-F1E9-2BB697B4BCDC}"/>
          </ac:cxnSpMkLst>
        </pc:cxnChg>
        <pc:cxnChg chg="add mod">
          <ac:chgData name="Li, Hanchen F" userId="3aee791e-6a2d-4da7-a77b-fbdf7bf15886" providerId="ADAL" clId="{0A86D1F3-AA3C-4567-9F16-3F3FE3BB362B}" dt="2025-06-16T16:43:12.754" v="740" actId="14100"/>
          <ac:cxnSpMkLst>
            <pc:docMk/>
            <pc:sldMk cId="1584463432" sldId="260"/>
            <ac:cxnSpMk id="208" creationId="{B7B3F6B0-553B-C72D-0B64-C7194B09D520}"/>
          </ac:cxnSpMkLst>
        </pc:cxnChg>
        <pc:cxnChg chg="del mod">
          <ac:chgData name="Li, Hanchen F" userId="3aee791e-6a2d-4da7-a77b-fbdf7bf15886" providerId="ADAL" clId="{0A86D1F3-AA3C-4567-9F16-3F3FE3BB362B}" dt="2025-06-16T16:18:35.769" v="41" actId="478"/>
          <ac:cxnSpMkLst>
            <pc:docMk/>
            <pc:sldMk cId="1584463432" sldId="260"/>
            <ac:cxnSpMk id="216" creationId="{CDB0FB27-BDB6-94FE-506B-DB690120D061}"/>
          </ac:cxnSpMkLst>
        </pc:cxnChg>
        <pc:cxnChg chg="del mod">
          <ac:chgData name="Li, Hanchen F" userId="3aee791e-6a2d-4da7-a77b-fbdf7bf15886" providerId="ADAL" clId="{0A86D1F3-AA3C-4567-9F16-3F3FE3BB362B}" dt="2025-06-16T16:18:24.250" v="32" actId="478"/>
          <ac:cxnSpMkLst>
            <pc:docMk/>
            <pc:sldMk cId="1584463432" sldId="260"/>
            <ac:cxnSpMk id="219" creationId="{62207009-67C6-312A-989C-60DE4A34AE8E}"/>
          </ac:cxnSpMkLst>
        </pc:cxnChg>
        <pc:cxnChg chg="add mod">
          <ac:chgData name="Li, Hanchen F" userId="3aee791e-6a2d-4da7-a77b-fbdf7bf15886" providerId="ADAL" clId="{0A86D1F3-AA3C-4567-9F16-3F3FE3BB362B}" dt="2025-06-16T16:43:41.679" v="750" actId="14100"/>
          <ac:cxnSpMkLst>
            <pc:docMk/>
            <pc:sldMk cId="1584463432" sldId="260"/>
            <ac:cxnSpMk id="242" creationId="{EACDD530-715C-4F4D-5806-6E8DA8D935E1}"/>
          </ac:cxnSpMkLst>
        </pc:cxnChg>
        <pc:cxnChg chg="add mod">
          <ac:chgData name="Li, Hanchen F" userId="3aee791e-6a2d-4da7-a77b-fbdf7bf15886" providerId="ADAL" clId="{0A86D1F3-AA3C-4567-9F16-3F3FE3BB362B}" dt="2025-06-16T16:45:06.347" v="794" actId="1076"/>
          <ac:cxnSpMkLst>
            <pc:docMk/>
            <pc:sldMk cId="1584463432" sldId="260"/>
            <ac:cxnSpMk id="250" creationId="{E23FF857-D404-0A58-1714-3880A0FA149E}"/>
          </ac:cxnSpMkLst>
        </pc:cxnChg>
        <pc:cxnChg chg="add mod">
          <ac:chgData name="Li, Hanchen F" userId="3aee791e-6a2d-4da7-a77b-fbdf7bf15886" providerId="ADAL" clId="{0A86D1F3-AA3C-4567-9F16-3F3FE3BB362B}" dt="2025-06-16T16:45:17.319" v="798" actId="14100"/>
          <ac:cxnSpMkLst>
            <pc:docMk/>
            <pc:sldMk cId="1584463432" sldId="260"/>
            <ac:cxnSpMk id="261" creationId="{751B55BF-A3F4-C98D-823A-1586D06194FC}"/>
          </ac:cxnSpMkLst>
        </pc:cxnChg>
      </pc:sldChg>
      <pc:sldChg chg="add">
        <pc:chgData name="Li, Hanchen F" userId="3aee791e-6a2d-4da7-a77b-fbdf7bf15886" providerId="ADAL" clId="{0A86D1F3-AA3C-4567-9F16-3F3FE3BB362B}" dt="2025-06-16T16:17:59.144" v="4"/>
        <pc:sldMkLst>
          <pc:docMk/>
          <pc:sldMk cId="423583745" sldId="261"/>
        </pc:sldMkLst>
      </pc:sldChg>
      <pc:sldChg chg="addSp delSp modSp add mod">
        <pc:chgData name="Li, Hanchen F" userId="3aee791e-6a2d-4da7-a77b-fbdf7bf15886" providerId="ADAL" clId="{0A86D1F3-AA3C-4567-9F16-3F3FE3BB362B}" dt="2025-06-16T19:22:39.789" v="2005" actId="20577"/>
        <pc:sldMkLst>
          <pc:docMk/>
          <pc:sldMk cId="550609133" sldId="262"/>
        </pc:sldMkLst>
        <pc:spChg chg="add mod">
          <ac:chgData name="Li, Hanchen F" userId="3aee791e-6a2d-4da7-a77b-fbdf7bf15886" providerId="ADAL" clId="{0A86D1F3-AA3C-4567-9F16-3F3FE3BB362B}" dt="2025-06-16T18:59:52.619" v="1430" actId="208"/>
          <ac:spMkLst>
            <pc:docMk/>
            <pc:sldMk cId="550609133" sldId="262"/>
            <ac:spMk id="2" creationId="{7D7DE727-D343-907B-2A51-C15AAACF0154}"/>
          </ac:spMkLst>
        </pc:spChg>
        <pc:spChg chg="del">
          <ac:chgData name="Li, Hanchen F" userId="3aee791e-6a2d-4da7-a77b-fbdf7bf15886" providerId="ADAL" clId="{0A86D1F3-AA3C-4567-9F16-3F3FE3BB362B}" dt="2025-06-16T18:40:00.678" v="845" actId="478"/>
          <ac:spMkLst>
            <pc:docMk/>
            <pc:sldMk cId="550609133" sldId="262"/>
            <ac:spMk id="7" creationId="{92CD84AD-77B0-624B-AC72-3ED2D63D53D1}"/>
          </ac:spMkLst>
        </pc:spChg>
        <pc:spChg chg="del mod">
          <ac:chgData name="Li, Hanchen F" userId="3aee791e-6a2d-4da7-a77b-fbdf7bf15886" providerId="ADAL" clId="{0A86D1F3-AA3C-4567-9F16-3F3FE3BB362B}" dt="2025-06-16T18:47:37.139" v="1047" actId="478"/>
          <ac:spMkLst>
            <pc:docMk/>
            <pc:sldMk cId="550609133" sldId="262"/>
            <ac:spMk id="9" creationId="{6A48F6AC-6F29-01D7-92D9-98713BE7E24B}"/>
          </ac:spMkLst>
        </pc:spChg>
        <pc:spChg chg="add mod">
          <ac:chgData name="Li, Hanchen F" userId="3aee791e-6a2d-4da7-a77b-fbdf7bf15886" providerId="ADAL" clId="{0A86D1F3-AA3C-4567-9F16-3F3FE3BB362B}" dt="2025-06-16T19:13:46.751" v="1804" actId="1076"/>
          <ac:spMkLst>
            <pc:docMk/>
            <pc:sldMk cId="550609133" sldId="262"/>
            <ac:spMk id="21" creationId="{545D0BE7-225B-F706-E875-FEFB71DF3166}"/>
          </ac:spMkLst>
        </pc:spChg>
        <pc:spChg chg="del">
          <ac:chgData name="Li, Hanchen F" userId="3aee791e-6a2d-4da7-a77b-fbdf7bf15886" providerId="ADAL" clId="{0A86D1F3-AA3C-4567-9F16-3F3FE3BB362B}" dt="2025-06-16T18:40:01.827" v="846" actId="478"/>
          <ac:spMkLst>
            <pc:docMk/>
            <pc:sldMk cId="550609133" sldId="262"/>
            <ac:spMk id="21" creationId="{E9B4B82D-B717-8097-7A3D-B3FCD8F5EA29}"/>
          </ac:spMkLst>
        </pc:spChg>
        <pc:spChg chg="add mod">
          <ac:chgData name="Li, Hanchen F" userId="3aee791e-6a2d-4da7-a77b-fbdf7bf15886" providerId="ADAL" clId="{0A86D1F3-AA3C-4567-9F16-3F3FE3BB362B}" dt="2025-06-16T19:12:17.863" v="1784" actId="571"/>
          <ac:spMkLst>
            <pc:docMk/>
            <pc:sldMk cId="550609133" sldId="262"/>
            <ac:spMk id="22" creationId="{2C7019A8-637D-2A49-8D02-85093A19B64C}"/>
          </ac:spMkLst>
        </pc:spChg>
        <pc:spChg chg="del">
          <ac:chgData name="Li, Hanchen F" userId="3aee791e-6a2d-4da7-a77b-fbdf7bf15886" providerId="ADAL" clId="{0A86D1F3-AA3C-4567-9F16-3F3FE3BB362B}" dt="2025-06-16T18:40:00.117" v="844" actId="478"/>
          <ac:spMkLst>
            <pc:docMk/>
            <pc:sldMk cId="550609133" sldId="262"/>
            <ac:spMk id="22" creationId="{DFB92FB8-CACD-199B-00BC-FF41C90FEF1D}"/>
          </ac:spMkLst>
        </pc:spChg>
        <pc:spChg chg="add mod">
          <ac:chgData name="Li, Hanchen F" userId="3aee791e-6a2d-4da7-a77b-fbdf7bf15886" providerId="ADAL" clId="{0A86D1F3-AA3C-4567-9F16-3F3FE3BB362B}" dt="2025-06-16T19:13:55.658" v="1805" actId="1076"/>
          <ac:spMkLst>
            <pc:docMk/>
            <pc:sldMk cId="550609133" sldId="262"/>
            <ac:spMk id="23" creationId="{CB7B088E-863D-70FA-C9E7-2790321527EA}"/>
          </ac:spMkLst>
        </pc:spChg>
        <pc:spChg chg="add mod">
          <ac:chgData name="Li, Hanchen F" userId="3aee791e-6a2d-4da7-a77b-fbdf7bf15886" providerId="ADAL" clId="{0A86D1F3-AA3C-4567-9F16-3F3FE3BB362B}" dt="2025-06-16T19:00:02.137" v="1431" actId="2085"/>
          <ac:spMkLst>
            <pc:docMk/>
            <pc:sldMk cId="550609133" sldId="262"/>
            <ac:spMk id="34" creationId="{BAAAC271-D598-C810-1D91-45B7AC269455}"/>
          </ac:spMkLst>
        </pc:spChg>
        <pc:spChg chg="del mod">
          <ac:chgData name="Li, Hanchen F" userId="3aee791e-6a2d-4da7-a77b-fbdf7bf15886" providerId="ADAL" clId="{0A86D1F3-AA3C-4567-9F16-3F3FE3BB362B}" dt="2025-06-16T18:55:00.804" v="1290" actId="478"/>
          <ac:spMkLst>
            <pc:docMk/>
            <pc:sldMk cId="550609133" sldId="262"/>
            <ac:spMk id="39" creationId="{917EE139-7159-832D-2E5C-DB1F148016E6}"/>
          </ac:spMkLst>
        </pc:spChg>
        <pc:spChg chg="add mod">
          <ac:chgData name="Li, Hanchen F" userId="3aee791e-6a2d-4da7-a77b-fbdf7bf15886" providerId="ADAL" clId="{0A86D1F3-AA3C-4567-9F16-3F3FE3BB362B}" dt="2025-06-16T19:00:02.137" v="1431" actId="2085"/>
          <ac:spMkLst>
            <pc:docMk/>
            <pc:sldMk cId="550609133" sldId="262"/>
            <ac:spMk id="43" creationId="{012F3DBE-4C9B-582C-2114-6014363A8235}"/>
          </ac:spMkLst>
        </pc:spChg>
        <pc:spChg chg="add mod">
          <ac:chgData name="Li, Hanchen F" userId="3aee791e-6a2d-4da7-a77b-fbdf7bf15886" providerId="ADAL" clId="{0A86D1F3-AA3C-4567-9F16-3F3FE3BB362B}" dt="2025-06-16T19:01:17.720" v="1452" actId="1076"/>
          <ac:spMkLst>
            <pc:docMk/>
            <pc:sldMk cId="550609133" sldId="262"/>
            <ac:spMk id="47" creationId="{DD2C12F7-EEAD-82DE-E05F-908C257B8381}"/>
          </ac:spMkLst>
        </pc:spChg>
        <pc:spChg chg="add del mod">
          <ac:chgData name="Li, Hanchen F" userId="3aee791e-6a2d-4da7-a77b-fbdf7bf15886" providerId="ADAL" clId="{0A86D1F3-AA3C-4567-9F16-3F3FE3BB362B}" dt="2025-06-16T18:44:03.388" v="934" actId="478"/>
          <ac:spMkLst>
            <pc:docMk/>
            <pc:sldMk cId="550609133" sldId="262"/>
            <ac:spMk id="48" creationId="{D77D76DB-E374-0675-0B10-5CB6E27FDCAA}"/>
          </ac:spMkLst>
        </pc:spChg>
        <pc:spChg chg="add del mod">
          <ac:chgData name="Li, Hanchen F" userId="3aee791e-6a2d-4da7-a77b-fbdf7bf15886" providerId="ADAL" clId="{0A86D1F3-AA3C-4567-9F16-3F3FE3BB362B}" dt="2025-06-16T18:45:01.783" v="959" actId="478"/>
          <ac:spMkLst>
            <pc:docMk/>
            <pc:sldMk cId="550609133" sldId="262"/>
            <ac:spMk id="50" creationId="{68BB2B78-FBDB-3CBF-6BF8-03B97E3A13F5}"/>
          </ac:spMkLst>
        </pc:spChg>
        <pc:spChg chg="add mod">
          <ac:chgData name="Li, Hanchen F" userId="3aee791e-6a2d-4da7-a77b-fbdf7bf15886" providerId="ADAL" clId="{0A86D1F3-AA3C-4567-9F16-3F3FE3BB362B}" dt="2025-06-16T18:53:37.508" v="1270" actId="1076"/>
          <ac:spMkLst>
            <pc:docMk/>
            <pc:sldMk cId="550609133" sldId="262"/>
            <ac:spMk id="51" creationId="{F7879D10-3D05-FC49-0DC2-5F000043D5E1}"/>
          </ac:spMkLst>
        </pc:spChg>
        <pc:spChg chg="add mod">
          <ac:chgData name="Li, Hanchen F" userId="3aee791e-6a2d-4da7-a77b-fbdf7bf15886" providerId="ADAL" clId="{0A86D1F3-AA3C-4567-9F16-3F3FE3BB362B}" dt="2025-06-16T18:49:31.941" v="1135" actId="1037"/>
          <ac:spMkLst>
            <pc:docMk/>
            <pc:sldMk cId="550609133" sldId="262"/>
            <ac:spMk id="52" creationId="{A4B54F60-A113-E45A-3C9E-92DD57BE4CB6}"/>
          </ac:spMkLst>
        </pc:spChg>
        <pc:spChg chg="del mod">
          <ac:chgData name="Li, Hanchen F" userId="3aee791e-6a2d-4da7-a77b-fbdf7bf15886" providerId="ADAL" clId="{0A86D1F3-AA3C-4567-9F16-3F3FE3BB362B}" dt="2025-06-16T18:47:11.376" v="1035" actId="478"/>
          <ac:spMkLst>
            <pc:docMk/>
            <pc:sldMk cId="550609133" sldId="262"/>
            <ac:spMk id="54" creationId="{B73E5A3B-EA18-95BC-AA12-3EB93CCF6F8E}"/>
          </ac:spMkLst>
        </pc:spChg>
        <pc:spChg chg="del mod">
          <ac:chgData name="Li, Hanchen F" userId="3aee791e-6a2d-4da7-a77b-fbdf7bf15886" providerId="ADAL" clId="{0A86D1F3-AA3C-4567-9F16-3F3FE3BB362B}" dt="2025-06-16T18:47:08.154" v="1033" actId="478"/>
          <ac:spMkLst>
            <pc:docMk/>
            <pc:sldMk cId="550609133" sldId="262"/>
            <ac:spMk id="56" creationId="{C0B4C6A0-448A-C7DE-F3AC-1F32BCA76D0A}"/>
          </ac:spMkLst>
        </pc:spChg>
        <pc:spChg chg="del mod">
          <ac:chgData name="Li, Hanchen F" userId="3aee791e-6a2d-4da7-a77b-fbdf7bf15886" providerId="ADAL" clId="{0A86D1F3-AA3C-4567-9F16-3F3FE3BB362B}" dt="2025-06-16T18:54:59.676" v="1288" actId="478"/>
          <ac:spMkLst>
            <pc:docMk/>
            <pc:sldMk cId="550609133" sldId="262"/>
            <ac:spMk id="58" creationId="{8ACCA874-C2A7-CC38-6E16-B18486D1773D}"/>
          </ac:spMkLst>
        </pc:spChg>
        <pc:spChg chg="add mod">
          <ac:chgData name="Li, Hanchen F" userId="3aee791e-6a2d-4da7-a77b-fbdf7bf15886" providerId="ADAL" clId="{0A86D1F3-AA3C-4567-9F16-3F3FE3BB362B}" dt="2025-06-16T18:49:31.941" v="1135" actId="1037"/>
          <ac:spMkLst>
            <pc:docMk/>
            <pc:sldMk cId="550609133" sldId="262"/>
            <ac:spMk id="139" creationId="{9632BBF7-72B2-9231-0B5D-1FA9B17F49BD}"/>
          </ac:spMkLst>
        </pc:spChg>
        <pc:spChg chg="add mod">
          <ac:chgData name="Li, Hanchen F" userId="3aee791e-6a2d-4da7-a77b-fbdf7bf15886" providerId="ADAL" clId="{0A86D1F3-AA3C-4567-9F16-3F3FE3BB362B}" dt="2025-06-16T19:14:05.089" v="1807" actId="1076"/>
          <ac:spMkLst>
            <pc:docMk/>
            <pc:sldMk cId="550609133" sldId="262"/>
            <ac:spMk id="166" creationId="{3E3D74D4-620D-E832-AD9B-2E72702FF5D8}"/>
          </ac:spMkLst>
        </pc:spChg>
        <pc:spChg chg="add mod">
          <ac:chgData name="Li, Hanchen F" userId="3aee791e-6a2d-4da7-a77b-fbdf7bf15886" providerId="ADAL" clId="{0A86D1F3-AA3C-4567-9F16-3F3FE3BB362B}" dt="2025-06-16T18:48:26.969" v="1080"/>
          <ac:spMkLst>
            <pc:docMk/>
            <pc:sldMk cId="550609133" sldId="262"/>
            <ac:spMk id="167" creationId="{09B6866F-D5BF-CC87-4598-C9C808837858}"/>
          </ac:spMkLst>
        </pc:spChg>
        <pc:spChg chg="add del mod">
          <ac:chgData name="Li, Hanchen F" userId="3aee791e-6a2d-4da7-a77b-fbdf7bf15886" providerId="ADAL" clId="{0A86D1F3-AA3C-4567-9F16-3F3FE3BB362B}" dt="2025-06-16T18:49:31.941" v="1135" actId="1037"/>
          <ac:spMkLst>
            <pc:docMk/>
            <pc:sldMk cId="550609133" sldId="262"/>
            <ac:spMk id="170" creationId="{7C4E5079-EDE0-C05B-6E87-D67124ED830C}"/>
          </ac:spMkLst>
        </pc:spChg>
        <pc:spChg chg="add mod">
          <ac:chgData name="Li, Hanchen F" userId="3aee791e-6a2d-4da7-a77b-fbdf7bf15886" providerId="ADAL" clId="{0A86D1F3-AA3C-4567-9F16-3F3FE3BB362B}" dt="2025-06-16T19:14:53.923" v="1819" actId="20577"/>
          <ac:spMkLst>
            <pc:docMk/>
            <pc:sldMk cId="550609133" sldId="262"/>
            <ac:spMk id="178" creationId="{A7D03E18-5F28-025E-C2E0-AC47C11F440C}"/>
          </ac:spMkLst>
        </pc:spChg>
        <pc:spChg chg="add mod">
          <ac:chgData name="Li, Hanchen F" userId="3aee791e-6a2d-4da7-a77b-fbdf7bf15886" providerId="ADAL" clId="{0A86D1F3-AA3C-4567-9F16-3F3FE3BB362B}" dt="2025-06-16T18:50:59.926" v="1196" actId="1076"/>
          <ac:spMkLst>
            <pc:docMk/>
            <pc:sldMk cId="550609133" sldId="262"/>
            <ac:spMk id="185" creationId="{1A751972-4214-FC19-AC3F-E1A175B8D97D}"/>
          </ac:spMkLst>
        </pc:spChg>
        <pc:spChg chg="add mod">
          <ac:chgData name="Li, Hanchen F" userId="3aee791e-6a2d-4da7-a77b-fbdf7bf15886" providerId="ADAL" clId="{0A86D1F3-AA3C-4567-9F16-3F3FE3BB362B}" dt="2025-06-16T19:13:59.956" v="1806" actId="1076"/>
          <ac:spMkLst>
            <pc:docMk/>
            <pc:sldMk cId="550609133" sldId="262"/>
            <ac:spMk id="201" creationId="{66D83496-E1AB-5897-EDEC-6DF4CA377DA7}"/>
          </ac:spMkLst>
        </pc:spChg>
        <pc:spChg chg="mod">
          <ac:chgData name="Li, Hanchen F" userId="3aee791e-6a2d-4da7-a77b-fbdf7bf15886" providerId="ADAL" clId="{0A86D1F3-AA3C-4567-9F16-3F3FE3BB362B}" dt="2025-06-16T18:55:14.891" v="1299" actId="1076"/>
          <ac:spMkLst>
            <pc:docMk/>
            <pc:sldMk cId="550609133" sldId="262"/>
            <ac:spMk id="207" creationId="{96B5B38D-4656-5C42-D376-547A51D56941}"/>
          </ac:spMkLst>
        </pc:spChg>
        <pc:spChg chg="add mod">
          <ac:chgData name="Li, Hanchen F" userId="3aee791e-6a2d-4da7-a77b-fbdf7bf15886" providerId="ADAL" clId="{0A86D1F3-AA3C-4567-9F16-3F3FE3BB362B}" dt="2025-06-16T18:54:00.388" v="1279" actId="1076"/>
          <ac:spMkLst>
            <pc:docMk/>
            <pc:sldMk cId="550609133" sldId="262"/>
            <ac:spMk id="224" creationId="{BA8E5177-E7D7-6CBF-94EC-7F0BC546B458}"/>
          </ac:spMkLst>
        </pc:spChg>
        <pc:spChg chg="del mod">
          <ac:chgData name="Li, Hanchen F" userId="3aee791e-6a2d-4da7-a77b-fbdf7bf15886" providerId="ADAL" clId="{0A86D1F3-AA3C-4567-9F16-3F3FE3BB362B}" dt="2025-06-16T18:47:12.356" v="1037" actId="478"/>
          <ac:spMkLst>
            <pc:docMk/>
            <pc:sldMk cId="550609133" sldId="262"/>
            <ac:spMk id="232" creationId="{52DF8796-20B4-8BC2-89D0-47F89606565E}"/>
          </ac:spMkLst>
        </pc:spChg>
        <pc:spChg chg="add mod">
          <ac:chgData name="Li, Hanchen F" userId="3aee791e-6a2d-4da7-a77b-fbdf7bf15886" providerId="ADAL" clId="{0A86D1F3-AA3C-4567-9F16-3F3FE3BB362B}" dt="2025-06-16T18:58:04.141" v="1382" actId="1076"/>
          <ac:spMkLst>
            <pc:docMk/>
            <pc:sldMk cId="550609133" sldId="262"/>
            <ac:spMk id="241" creationId="{EDF1AAE1-6EB6-08C9-7105-F1F3D50E1C09}"/>
          </ac:spMkLst>
        </pc:spChg>
        <pc:spChg chg="del">
          <ac:chgData name="Li, Hanchen F" userId="3aee791e-6a2d-4da7-a77b-fbdf7bf15886" providerId="ADAL" clId="{0A86D1F3-AA3C-4567-9F16-3F3FE3BB362B}" dt="2025-06-16T18:39:42.913" v="833" actId="478"/>
          <ac:spMkLst>
            <pc:docMk/>
            <pc:sldMk cId="550609133" sldId="262"/>
            <ac:spMk id="247" creationId="{81150136-E817-955E-A0C7-4C1C23740697}"/>
          </ac:spMkLst>
        </pc:spChg>
        <pc:spChg chg="add mod">
          <ac:chgData name="Li, Hanchen F" userId="3aee791e-6a2d-4da7-a77b-fbdf7bf15886" providerId="ADAL" clId="{0A86D1F3-AA3C-4567-9F16-3F3FE3BB362B}" dt="2025-06-16T19:13:15.124" v="1800" actId="1076"/>
          <ac:spMkLst>
            <pc:docMk/>
            <pc:sldMk cId="550609133" sldId="262"/>
            <ac:spMk id="254" creationId="{BD9D0986-560A-D567-AD1D-126E20E5AFAA}"/>
          </ac:spMkLst>
        </pc:spChg>
        <pc:spChg chg="add mod">
          <ac:chgData name="Li, Hanchen F" userId="3aee791e-6a2d-4da7-a77b-fbdf7bf15886" providerId="ADAL" clId="{0A86D1F3-AA3C-4567-9F16-3F3FE3BB362B}" dt="2025-06-16T19:22:39.789" v="2005" actId="20577"/>
          <ac:spMkLst>
            <pc:docMk/>
            <pc:sldMk cId="550609133" sldId="262"/>
            <ac:spMk id="258" creationId="{A7B5046B-35AE-6642-4A9A-35D15DDA6FC7}"/>
          </ac:spMkLst>
        </pc:spChg>
        <pc:spChg chg="add del mod">
          <ac:chgData name="Li, Hanchen F" userId="3aee791e-6a2d-4da7-a77b-fbdf7bf15886" providerId="ADAL" clId="{0A86D1F3-AA3C-4567-9F16-3F3FE3BB362B}" dt="2025-06-16T18:58:13.847" v="1387" actId="478"/>
          <ac:spMkLst>
            <pc:docMk/>
            <pc:sldMk cId="550609133" sldId="262"/>
            <ac:spMk id="274" creationId="{27E2428D-E2D3-8240-6F8C-C7908D293613}"/>
          </ac:spMkLst>
        </pc:spChg>
        <pc:spChg chg="add mod">
          <ac:chgData name="Li, Hanchen F" userId="3aee791e-6a2d-4da7-a77b-fbdf7bf15886" providerId="ADAL" clId="{0A86D1F3-AA3C-4567-9F16-3F3FE3BB362B}" dt="2025-06-16T18:58:38.737" v="1412" actId="1076"/>
          <ac:spMkLst>
            <pc:docMk/>
            <pc:sldMk cId="550609133" sldId="262"/>
            <ac:spMk id="275" creationId="{4AEFA1D0-C7D5-2C33-C078-21365CAC5A20}"/>
          </ac:spMkLst>
        </pc:spChg>
        <pc:spChg chg="add mod">
          <ac:chgData name="Li, Hanchen F" userId="3aee791e-6a2d-4da7-a77b-fbdf7bf15886" providerId="ADAL" clId="{0A86D1F3-AA3C-4567-9F16-3F3FE3BB362B}" dt="2025-06-16T18:58:59.845" v="1421" actId="20577"/>
          <ac:spMkLst>
            <pc:docMk/>
            <pc:sldMk cId="550609133" sldId="262"/>
            <ac:spMk id="280" creationId="{5EB10D3C-B631-B604-56F4-F9EDD8A36D75}"/>
          </ac:spMkLst>
        </pc:spChg>
        <pc:spChg chg="add mod">
          <ac:chgData name="Li, Hanchen F" userId="3aee791e-6a2d-4da7-a77b-fbdf7bf15886" providerId="ADAL" clId="{0A86D1F3-AA3C-4567-9F16-3F3FE3BB362B}" dt="2025-06-16T18:59:12.194" v="1424" actId="1076"/>
          <ac:spMkLst>
            <pc:docMk/>
            <pc:sldMk cId="550609133" sldId="262"/>
            <ac:spMk id="281" creationId="{DB43F6D6-9D29-5526-5527-76A5A5035EF8}"/>
          </ac:spMkLst>
        </pc:spChg>
        <pc:spChg chg="add mod">
          <ac:chgData name="Li, Hanchen F" userId="3aee791e-6a2d-4da7-a77b-fbdf7bf15886" providerId="ADAL" clId="{0A86D1F3-AA3C-4567-9F16-3F3FE3BB362B}" dt="2025-06-16T19:01:02.898" v="1448" actId="20577"/>
          <ac:spMkLst>
            <pc:docMk/>
            <pc:sldMk cId="550609133" sldId="262"/>
            <ac:spMk id="293" creationId="{33FEF32D-1D03-72A9-0C7C-CCB0C2DBE9A2}"/>
          </ac:spMkLst>
        </pc:spChg>
        <pc:spChg chg="add mod">
          <ac:chgData name="Li, Hanchen F" userId="3aee791e-6a2d-4da7-a77b-fbdf7bf15886" providerId="ADAL" clId="{0A86D1F3-AA3C-4567-9F16-3F3FE3BB362B}" dt="2025-06-16T19:01:21.998" v="1453" actId="1076"/>
          <ac:spMkLst>
            <pc:docMk/>
            <pc:sldMk cId="550609133" sldId="262"/>
            <ac:spMk id="294" creationId="{54CF83AF-2845-33FC-7865-2074E3734119}"/>
          </ac:spMkLst>
        </pc:spChg>
        <pc:spChg chg="add mod">
          <ac:chgData name="Li, Hanchen F" userId="3aee791e-6a2d-4da7-a77b-fbdf7bf15886" providerId="ADAL" clId="{0A86D1F3-AA3C-4567-9F16-3F3FE3BB362B}" dt="2025-06-16T19:01:23.991" v="1454"/>
          <ac:spMkLst>
            <pc:docMk/>
            <pc:sldMk cId="550609133" sldId="262"/>
            <ac:spMk id="297" creationId="{B80986C6-B166-350B-97C0-5052106D3A1E}"/>
          </ac:spMkLst>
        </pc:spChg>
        <pc:spChg chg="add mod">
          <ac:chgData name="Li, Hanchen F" userId="3aee791e-6a2d-4da7-a77b-fbdf7bf15886" providerId="ADAL" clId="{0A86D1F3-AA3C-4567-9F16-3F3FE3BB362B}" dt="2025-06-16T19:01:26.987" v="1456" actId="571"/>
          <ac:spMkLst>
            <pc:docMk/>
            <pc:sldMk cId="550609133" sldId="262"/>
            <ac:spMk id="298" creationId="{18C6B6A9-D9E6-A6F9-2D51-918F9DB57797}"/>
          </ac:spMkLst>
        </pc:spChg>
        <pc:spChg chg="add mod">
          <ac:chgData name="Li, Hanchen F" userId="3aee791e-6a2d-4da7-a77b-fbdf7bf15886" providerId="ADAL" clId="{0A86D1F3-AA3C-4567-9F16-3F3FE3BB362B}" dt="2025-06-16T19:01:39" v="1457"/>
          <ac:spMkLst>
            <pc:docMk/>
            <pc:sldMk cId="550609133" sldId="262"/>
            <ac:spMk id="299" creationId="{042780E4-B0A3-B7A3-05C3-DF3BD2621070}"/>
          </ac:spMkLst>
        </pc:spChg>
        <pc:grpChg chg="del mod">
          <ac:chgData name="Li, Hanchen F" userId="3aee791e-6a2d-4da7-a77b-fbdf7bf15886" providerId="ADAL" clId="{0A86D1F3-AA3C-4567-9F16-3F3FE3BB362B}" dt="2025-06-16T18:55:00.109" v="1289" actId="478"/>
          <ac:grpSpMkLst>
            <pc:docMk/>
            <pc:sldMk cId="550609133" sldId="262"/>
            <ac:grpSpMk id="57" creationId="{7BE722E3-780C-C1C1-E40D-B951B4449BCE}"/>
          </ac:grpSpMkLst>
        </pc:grpChg>
        <pc:cxnChg chg="add mod">
          <ac:chgData name="Li, Hanchen F" userId="3aee791e-6a2d-4da7-a77b-fbdf7bf15886" providerId="ADAL" clId="{0A86D1F3-AA3C-4567-9F16-3F3FE3BB362B}" dt="2025-06-16T19:11:52.553" v="1778" actId="14100"/>
          <ac:cxnSpMkLst>
            <pc:docMk/>
            <pc:sldMk cId="550609133" sldId="262"/>
            <ac:cxnSpMk id="7" creationId="{4AC7B2ED-C03E-F2B4-CF0B-98C6ADC72495}"/>
          </ac:cxnSpMkLst>
        </pc:cxnChg>
        <pc:cxnChg chg="add mod">
          <ac:chgData name="Li, Hanchen F" userId="3aee791e-6a2d-4da7-a77b-fbdf7bf15886" providerId="ADAL" clId="{0A86D1F3-AA3C-4567-9F16-3F3FE3BB362B}" dt="2025-06-16T19:10:54.115" v="1763" actId="571"/>
          <ac:cxnSpMkLst>
            <pc:docMk/>
            <pc:sldMk cId="550609133" sldId="262"/>
            <ac:cxnSpMk id="10" creationId="{2012F588-E599-58F0-FF1D-E199123A48E9}"/>
          </ac:cxnSpMkLst>
        </pc:cxnChg>
        <pc:cxnChg chg="add mod">
          <ac:chgData name="Li, Hanchen F" userId="3aee791e-6a2d-4da7-a77b-fbdf7bf15886" providerId="ADAL" clId="{0A86D1F3-AA3C-4567-9F16-3F3FE3BB362B}" dt="2025-06-16T19:11:08.412" v="1769" actId="571"/>
          <ac:cxnSpMkLst>
            <pc:docMk/>
            <pc:sldMk cId="550609133" sldId="262"/>
            <ac:cxnSpMk id="13" creationId="{311E74B7-744D-63A3-915B-AEADEA85D074}"/>
          </ac:cxnSpMkLst>
        </pc:cxnChg>
        <pc:cxnChg chg="del mod">
          <ac:chgData name="Li, Hanchen F" userId="3aee791e-6a2d-4da7-a77b-fbdf7bf15886" providerId="ADAL" clId="{0A86D1F3-AA3C-4567-9F16-3F3FE3BB362B}" dt="2025-06-16T18:55:01.606" v="1291" actId="478"/>
          <ac:cxnSpMkLst>
            <pc:docMk/>
            <pc:sldMk cId="550609133" sldId="262"/>
            <ac:cxnSpMk id="14" creationId="{46B69229-23B7-DE78-FC75-E9F95A569F2A}"/>
          </ac:cxnSpMkLst>
        </pc:cxnChg>
        <pc:cxnChg chg="add del mod">
          <ac:chgData name="Li, Hanchen F" userId="3aee791e-6a2d-4da7-a77b-fbdf7bf15886" providerId="ADAL" clId="{0A86D1F3-AA3C-4567-9F16-3F3FE3BB362B}" dt="2025-06-16T18:41:00.615" v="870" actId="478"/>
          <ac:cxnSpMkLst>
            <pc:docMk/>
            <pc:sldMk cId="550609133" sldId="262"/>
            <ac:cxnSpMk id="16" creationId="{ED1F04E8-B6FA-C1C2-5116-EBECDE0D3655}"/>
          </ac:cxnSpMkLst>
        </pc:cxnChg>
        <pc:cxnChg chg="add del mod">
          <ac:chgData name="Li, Hanchen F" userId="3aee791e-6a2d-4da7-a77b-fbdf7bf15886" providerId="ADAL" clId="{0A86D1F3-AA3C-4567-9F16-3F3FE3BB362B}" dt="2025-06-16T18:47:30.267" v="1045" actId="478"/>
          <ac:cxnSpMkLst>
            <pc:docMk/>
            <pc:sldMk cId="550609133" sldId="262"/>
            <ac:cxnSpMk id="20" creationId="{AE53143B-0DF6-22A0-8548-2548E617B3A2}"/>
          </ac:cxnSpMkLst>
        </pc:cxnChg>
        <pc:cxnChg chg="add mod">
          <ac:chgData name="Li, Hanchen F" userId="3aee791e-6a2d-4da7-a77b-fbdf7bf15886" providerId="ADAL" clId="{0A86D1F3-AA3C-4567-9F16-3F3FE3BB362B}" dt="2025-06-16T18:59:52.619" v="1430" actId="208"/>
          <ac:cxnSpMkLst>
            <pc:docMk/>
            <pc:sldMk cId="550609133" sldId="262"/>
            <ac:cxnSpMk id="24" creationId="{A50FA0F3-487E-F76D-0E7C-D43F71A70CCD}"/>
          </ac:cxnSpMkLst>
        </pc:cxnChg>
        <pc:cxnChg chg="add del mod">
          <ac:chgData name="Li, Hanchen F" userId="3aee791e-6a2d-4da7-a77b-fbdf7bf15886" providerId="ADAL" clId="{0A86D1F3-AA3C-4567-9F16-3F3FE3BB362B}" dt="2025-06-16T18:41:38.616" v="890" actId="478"/>
          <ac:cxnSpMkLst>
            <pc:docMk/>
            <pc:sldMk cId="550609133" sldId="262"/>
            <ac:cxnSpMk id="31" creationId="{D5211C4F-05BD-40DC-D56E-650D95B59523}"/>
          </ac:cxnSpMkLst>
        </pc:cxnChg>
        <pc:cxnChg chg="add mod">
          <ac:chgData name="Li, Hanchen F" userId="3aee791e-6a2d-4da7-a77b-fbdf7bf15886" providerId="ADAL" clId="{0A86D1F3-AA3C-4567-9F16-3F3FE3BB362B}" dt="2025-06-16T18:41:44.849" v="892"/>
          <ac:cxnSpMkLst>
            <pc:docMk/>
            <pc:sldMk cId="550609133" sldId="262"/>
            <ac:cxnSpMk id="33" creationId="{46EE6F8A-C206-26B6-3EF0-402602723D1F}"/>
          </ac:cxnSpMkLst>
        </pc:cxnChg>
        <pc:cxnChg chg="add mod ord">
          <ac:chgData name="Li, Hanchen F" userId="3aee791e-6a2d-4da7-a77b-fbdf7bf15886" providerId="ADAL" clId="{0A86D1F3-AA3C-4567-9F16-3F3FE3BB362B}" dt="2025-06-16T19:11:32.765" v="1776" actId="166"/>
          <ac:cxnSpMkLst>
            <pc:docMk/>
            <pc:sldMk cId="550609133" sldId="262"/>
            <ac:cxnSpMk id="40" creationId="{8D99A9A7-4DB1-CD51-6CDF-5B822F84EE0E}"/>
          </ac:cxnSpMkLst>
        </pc:cxnChg>
        <pc:cxnChg chg="add mod">
          <ac:chgData name="Li, Hanchen F" userId="3aee791e-6a2d-4da7-a77b-fbdf7bf15886" providerId="ADAL" clId="{0A86D1F3-AA3C-4567-9F16-3F3FE3BB362B}" dt="2025-06-16T19:01:17.720" v="1452" actId="1076"/>
          <ac:cxnSpMkLst>
            <pc:docMk/>
            <pc:sldMk cId="550609133" sldId="262"/>
            <ac:cxnSpMk id="53" creationId="{80FC82AE-463D-5285-A709-28842671C9DB}"/>
          </ac:cxnSpMkLst>
        </pc:cxnChg>
        <pc:cxnChg chg="add del mod">
          <ac:chgData name="Li, Hanchen F" userId="3aee791e-6a2d-4da7-a77b-fbdf7bf15886" providerId="ADAL" clId="{0A86D1F3-AA3C-4567-9F16-3F3FE3BB362B}" dt="2025-06-16T18:53:38.610" v="1271" actId="478"/>
          <ac:cxnSpMkLst>
            <pc:docMk/>
            <pc:sldMk cId="550609133" sldId="262"/>
            <ac:cxnSpMk id="61" creationId="{CEA3DDE0-A385-3006-C655-A8AA8191605D}"/>
          </ac:cxnSpMkLst>
        </pc:cxnChg>
        <pc:cxnChg chg="add mod">
          <ac:chgData name="Li, Hanchen F" userId="3aee791e-6a2d-4da7-a77b-fbdf7bf15886" providerId="ADAL" clId="{0A86D1F3-AA3C-4567-9F16-3F3FE3BB362B}" dt="2025-06-16T18:54:55.532" v="1287" actId="14100"/>
          <ac:cxnSpMkLst>
            <pc:docMk/>
            <pc:sldMk cId="550609133" sldId="262"/>
            <ac:cxnSpMk id="133" creationId="{41CA20B1-43AB-BBEA-83FA-32B170110F6B}"/>
          </ac:cxnSpMkLst>
        </pc:cxnChg>
        <pc:cxnChg chg="add mod">
          <ac:chgData name="Li, Hanchen F" userId="3aee791e-6a2d-4da7-a77b-fbdf7bf15886" providerId="ADAL" clId="{0A86D1F3-AA3C-4567-9F16-3F3FE3BB362B}" dt="2025-06-16T18:53:37.508" v="1270" actId="1076"/>
          <ac:cxnSpMkLst>
            <pc:docMk/>
            <pc:sldMk cId="550609133" sldId="262"/>
            <ac:cxnSpMk id="140" creationId="{EA9B37BF-D4E0-22A0-4F7C-E6385E3746AB}"/>
          </ac:cxnSpMkLst>
        </pc:cxnChg>
        <pc:cxnChg chg="del mod">
          <ac:chgData name="Li, Hanchen F" userId="3aee791e-6a2d-4da7-a77b-fbdf7bf15886" providerId="ADAL" clId="{0A86D1F3-AA3C-4567-9F16-3F3FE3BB362B}" dt="2025-06-16T18:47:30.787" v="1046" actId="478"/>
          <ac:cxnSpMkLst>
            <pc:docMk/>
            <pc:sldMk cId="550609133" sldId="262"/>
            <ac:cxnSpMk id="142" creationId="{9E3945AB-A74B-6020-A695-BEEA308D05F1}"/>
          </ac:cxnSpMkLst>
        </pc:cxnChg>
        <pc:cxnChg chg="add mod">
          <ac:chgData name="Li, Hanchen F" userId="3aee791e-6a2d-4da7-a77b-fbdf7bf15886" providerId="ADAL" clId="{0A86D1F3-AA3C-4567-9F16-3F3FE3BB362B}" dt="2025-06-16T18:46:58.845" v="1032" actId="1076"/>
          <ac:cxnSpMkLst>
            <pc:docMk/>
            <pc:sldMk cId="550609133" sldId="262"/>
            <ac:cxnSpMk id="144" creationId="{FC40C564-A508-E8C6-14E9-731BF548A5F0}"/>
          </ac:cxnSpMkLst>
        </pc:cxnChg>
        <pc:cxnChg chg="add mod">
          <ac:chgData name="Li, Hanchen F" userId="3aee791e-6a2d-4da7-a77b-fbdf7bf15886" providerId="ADAL" clId="{0A86D1F3-AA3C-4567-9F16-3F3FE3BB362B}" dt="2025-06-16T18:55:14.891" v="1299" actId="1076"/>
          <ac:cxnSpMkLst>
            <pc:docMk/>
            <pc:sldMk cId="550609133" sldId="262"/>
            <ac:cxnSpMk id="150" creationId="{A13D0A2F-6FFF-BC08-65AA-4B5B605DEF89}"/>
          </ac:cxnSpMkLst>
        </pc:cxnChg>
        <pc:cxnChg chg="del mod">
          <ac:chgData name="Li, Hanchen F" userId="3aee791e-6a2d-4da7-a77b-fbdf7bf15886" providerId="ADAL" clId="{0A86D1F3-AA3C-4567-9F16-3F3FE3BB362B}" dt="2025-06-16T18:55:02.715" v="1293" actId="478"/>
          <ac:cxnSpMkLst>
            <pc:docMk/>
            <pc:sldMk cId="550609133" sldId="262"/>
            <ac:cxnSpMk id="152" creationId="{2A0B0234-E4A4-4A5E-FB0B-7BBB651E34AC}"/>
          </ac:cxnSpMkLst>
        </pc:cxnChg>
        <pc:cxnChg chg="del mod">
          <ac:chgData name="Li, Hanchen F" userId="3aee791e-6a2d-4da7-a77b-fbdf7bf15886" providerId="ADAL" clId="{0A86D1F3-AA3C-4567-9F16-3F3FE3BB362B}" dt="2025-06-16T18:55:02.321" v="1292" actId="478"/>
          <ac:cxnSpMkLst>
            <pc:docMk/>
            <pc:sldMk cId="550609133" sldId="262"/>
            <ac:cxnSpMk id="153" creationId="{1D7EC02A-C01E-F4B0-6B1D-35A927240349}"/>
          </ac:cxnSpMkLst>
        </pc:cxnChg>
        <pc:cxnChg chg="del mod">
          <ac:chgData name="Li, Hanchen F" userId="3aee791e-6a2d-4da7-a77b-fbdf7bf15886" providerId="ADAL" clId="{0A86D1F3-AA3C-4567-9F16-3F3FE3BB362B}" dt="2025-06-16T18:43:33.466" v="923" actId="478"/>
          <ac:cxnSpMkLst>
            <pc:docMk/>
            <pc:sldMk cId="550609133" sldId="262"/>
            <ac:cxnSpMk id="154" creationId="{024589BA-770C-C253-27B6-2CAE75CC6612}"/>
          </ac:cxnSpMkLst>
        </pc:cxnChg>
        <pc:cxnChg chg="add mod">
          <ac:chgData name="Li, Hanchen F" userId="3aee791e-6a2d-4da7-a77b-fbdf7bf15886" providerId="ADAL" clId="{0A86D1F3-AA3C-4567-9F16-3F3FE3BB362B}" dt="2025-06-16T19:12:51.349" v="1794" actId="14100"/>
          <ac:cxnSpMkLst>
            <pc:docMk/>
            <pc:sldMk cId="550609133" sldId="262"/>
            <ac:cxnSpMk id="168" creationId="{ABDAB569-AAB5-1D87-844E-9C86EE02C58B}"/>
          </ac:cxnSpMkLst>
        </pc:cxnChg>
        <pc:cxnChg chg="add mod">
          <ac:chgData name="Li, Hanchen F" userId="3aee791e-6a2d-4da7-a77b-fbdf7bf15886" providerId="ADAL" clId="{0A86D1F3-AA3C-4567-9F16-3F3FE3BB362B}" dt="2025-06-16T18:49:52.085" v="1169"/>
          <ac:cxnSpMkLst>
            <pc:docMk/>
            <pc:sldMk cId="550609133" sldId="262"/>
            <ac:cxnSpMk id="179" creationId="{E65F3FAB-0736-AE01-72BD-E4B949A9938A}"/>
          </ac:cxnSpMkLst>
        </pc:cxnChg>
        <pc:cxnChg chg="add mod">
          <ac:chgData name="Li, Hanchen F" userId="3aee791e-6a2d-4da7-a77b-fbdf7bf15886" providerId="ADAL" clId="{0A86D1F3-AA3C-4567-9F16-3F3FE3BB362B}" dt="2025-06-16T18:50:58.647" v="1195" actId="14100"/>
          <ac:cxnSpMkLst>
            <pc:docMk/>
            <pc:sldMk cId="550609133" sldId="262"/>
            <ac:cxnSpMk id="180" creationId="{63B74A33-3880-2043-5033-61B05B2F5FB4}"/>
          </ac:cxnSpMkLst>
        </pc:cxnChg>
        <pc:cxnChg chg="del mod">
          <ac:chgData name="Li, Hanchen F" userId="3aee791e-6a2d-4da7-a77b-fbdf7bf15886" providerId="ADAL" clId="{0A86D1F3-AA3C-4567-9F16-3F3FE3BB362B}" dt="2025-06-16T18:39:43.615" v="834" actId="478"/>
          <ac:cxnSpMkLst>
            <pc:docMk/>
            <pc:sldMk cId="550609133" sldId="262"/>
            <ac:cxnSpMk id="181" creationId="{DA72A68B-27E9-EAE9-BA65-9871E72787B2}"/>
          </ac:cxnSpMkLst>
        </pc:cxnChg>
        <pc:cxnChg chg="add mod">
          <ac:chgData name="Li, Hanchen F" userId="3aee791e-6a2d-4da7-a77b-fbdf7bf15886" providerId="ADAL" clId="{0A86D1F3-AA3C-4567-9F16-3F3FE3BB362B}" dt="2025-06-16T19:10:25.058" v="1753" actId="14100"/>
          <ac:cxnSpMkLst>
            <pc:docMk/>
            <pc:sldMk cId="550609133" sldId="262"/>
            <ac:cxnSpMk id="188" creationId="{817D98A4-2021-8041-F40B-56D5FB7A07BE}"/>
          </ac:cxnSpMkLst>
        </pc:cxnChg>
        <pc:cxnChg chg="add mod">
          <ac:chgData name="Li, Hanchen F" userId="3aee791e-6a2d-4da7-a77b-fbdf7bf15886" providerId="ADAL" clId="{0A86D1F3-AA3C-4567-9F16-3F3FE3BB362B}" dt="2025-06-16T18:51:50.691" v="1220" actId="14100"/>
          <ac:cxnSpMkLst>
            <pc:docMk/>
            <pc:sldMk cId="550609133" sldId="262"/>
            <ac:cxnSpMk id="202" creationId="{E1BAFEC2-4A06-2842-E233-5A6582D8D8A0}"/>
          </ac:cxnSpMkLst>
        </pc:cxnChg>
        <pc:cxnChg chg="add mod">
          <ac:chgData name="Li, Hanchen F" userId="3aee791e-6a2d-4da7-a77b-fbdf7bf15886" providerId="ADAL" clId="{0A86D1F3-AA3C-4567-9F16-3F3FE3BB362B}" dt="2025-06-16T18:52:20.309" v="1237" actId="14100"/>
          <ac:cxnSpMkLst>
            <pc:docMk/>
            <pc:sldMk cId="550609133" sldId="262"/>
            <ac:cxnSpMk id="206" creationId="{043BD08E-0830-0E19-9704-93452DBAE46D}"/>
          </ac:cxnSpMkLst>
        </pc:cxnChg>
        <pc:cxnChg chg="del mod">
          <ac:chgData name="Li, Hanchen F" userId="3aee791e-6a2d-4da7-a77b-fbdf7bf15886" providerId="ADAL" clId="{0A86D1F3-AA3C-4567-9F16-3F3FE3BB362B}" dt="2025-06-16T18:47:29.509" v="1044" actId="478"/>
          <ac:cxnSpMkLst>
            <pc:docMk/>
            <pc:sldMk cId="550609133" sldId="262"/>
            <ac:cxnSpMk id="208" creationId="{0597F58B-406E-D015-4E12-F598FBC42FB0}"/>
          </ac:cxnSpMkLst>
        </pc:cxnChg>
        <pc:cxnChg chg="add del mod">
          <ac:chgData name="Li, Hanchen F" userId="3aee791e-6a2d-4da7-a77b-fbdf7bf15886" providerId="ADAL" clId="{0A86D1F3-AA3C-4567-9F16-3F3FE3BB362B}" dt="2025-06-16T19:10:39.894" v="1757" actId="478"/>
          <ac:cxnSpMkLst>
            <pc:docMk/>
            <pc:sldMk cId="550609133" sldId="262"/>
            <ac:cxnSpMk id="216" creationId="{32897EEF-52F3-FE81-DE25-6799FEF565B2}"/>
          </ac:cxnSpMkLst>
        </pc:cxnChg>
        <pc:cxnChg chg="add mod">
          <ac:chgData name="Li, Hanchen F" userId="3aee791e-6a2d-4da7-a77b-fbdf7bf15886" providerId="ADAL" clId="{0A86D1F3-AA3C-4567-9F16-3F3FE3BB362B}" dt="2025-06-16T18:53:56.001" v="1278" actId="14100"/>
          <ac:cxnSpMkLst>
            <pc:docMk/>
            <pc:sldMk cId="550609133" sldId="262"/>
            <ac:cxnSpMk id="225" creationId="{9A71CC04-665C-AF90-9773-53C86C8696D1}"/>
          </ac:cxnSpMkLst>
        </pc:cxnChg>
        <pc:cxnChg chg="add mod">
          <ac:chgData name="Li, Hanchen F" userId="3aee791e-6a2d-4da7-a77b-fbdf7bf15886" providerId="ADAL" clId="{0A86D1F3-AA3C-4567-9F16-3F3FE3BB362B}" dt="2025-06-16T18:53:45.751" v="1275" actId="14100"/>
          <ac:cxnSpMkLst>
            <pc:docMk/>
            <pc:sldMk cId="550609133" sldId="262"/>
            <ac:cxnSpMk id="230" creationId="{141C24AC-B4BF-CC73-771B-29FB8415F36A}"/>
          </ac:cxnSpMkLst>
        </pc:cxnChg>
        <pc:cxnChg chg="add mod">
          <ac:chgData name="Li, Hanchen F" userId="3aee791e-6a2d-4da7-a77b-fbdf7bf15886" providerId="ADAL" clId="{0A86D1F3-AA3C-4567-9F16-3F3FE3BB362B}" dt="2025-06-16T19:10:37.792" v="1756" actId="14100"/>
          <ac:cxnSpMkLst>
            <pc:docMk/>
            <pc:sldMk cId="550609133" sldId="262"/>
            <ac:cxnSpMk id="237" creationId="{6E37F9CB-034E-00E3-190B-BECCA2660671}"/>
          </ac:cxnSpMkLst>
        </pc:cxnChg>
        <pc:cxnChg chg="del mod">
          <ac:chgData name="Li, Hanchen F" userId="3aee791e-6a2d-4da7-a77b-fbdf7bf15886" providerId="ADAL" clId="{0A86D1F3-AA3C-4567-9F16-3F3FE3BB362B}" dt="2025-06-16T18:40:22.749" v="853" actId="478"/>
          <ac:cxnSpMkLst>
            <pc:docMk/>
            <pc:sldMk cId="550609133" sldId="262"/>
            <ac:cxnSpMk id="242" creationId="{3A96218A-13B4-8FC7-2149-318B627BB696}"/>
          </ac:cxnSpMkLst>
        </pc:cxnChg>
        <pc:cxnChg chg="add del mod">
          <ac:chgData name="Li, Hanchen F" userId="3aee791e-6a2d-4da7-a77b-fbdf7bf15886" providerId="ADAL" clId="{0A86D1F3-AA3C-4567-9F16-3F3FE3BB362B}" dt="2025-06-16T18:57:30.128" v="1372" actId="478"/>
          <ac:cxnSpMkLst>
            <pc:docMk/>
            <pc:sldMk cId="550609133" sldId="262"/>
            <ac:cxnSpMk id="245" creationId="{18C99ACB-7383-E7DB-7C4A-3019A77B51A7}"/>
          </ac:cxnSpMkLst>
        </pc:cxnChg>
        <pc:cxnChg chg="del mod">
          <ac:chgData name="Li, Hanchen F" userId="3aee791e-6a2d-4da7-a77b-fbdf7bf15886" providerId="ADAL" clId="{0A86D1F3-AA3C-4567-9F16-3F3FE3BB362B}" dt="2025-06-16T18:47:13.620" v="1038" actId="478"/>
          <ac:cxnSpMkLst>
            <pc:docMk/>
            <pc:sldMk cId="550609133" sldId="262"/>
            <ac:cxnSpMk id="250" creationId="{8AAADB0A-5E4C-191A-8C7C-DFC75C47B207}"/>
          </ac:cxnSpMkLst>
        </pc:cxnChg>
        <pc:cxnChg chg="add del mod">
          <ac:chgData name="Li, Hanchen F" userId="3aee791e-6a2d-4da7-a77b-fbdf7bf15886" providerId="ADAL" clId="{0A86D1F3-AA3C-4567-9F16-3F3FE3BB362B}" dt="2025-06-16T18:57:29.513" v="1371" actId="478"/>
          <ac:cxnSpMkLst>
            <pc:docMk/>
            <pc:sldMk cId="550609133" sldId="262"/>
            <ac:cxnSpMk id="259" creationId="{73A0838C-A782-AFDC-1D15-CA3BD6E4BBE0}"/>
          </ac:cxnSpMkLst>
        </pc:cxnChg>
        <pc:cxnChg chg="del mod">
          <ac:chgData name="Li, Hanchen F" userId="3aee791e-6a2d-4da7-a77b-fbdf7bf15886" providerId="ADAL" clId="{0A86D1F3-AA3C-4567-9F16-3F3FE3BB362B}" dt="2025-06-16T18:47:11.888" v="1036" actId="478"/>
          <ac:cxnSpMkLst>
            <pc:docMk/>
            <pc:sldMk cId="550609133" sldId="262"/>
            <ac:cxnSpMk id="261" creationId="{0CBCD16D-8593-C3EA-279C-6C7EF6EF05A4}"/>
          </ac:cxnSpMkLst>
        </pc:cxnChg>
        <pc:cxnChg chg="add mod">
          <ac:chgData name="Li, Hanchen F" userId="3aee791e-6a2d-4da7-a77b-fbdf7bf15886" providerId="ADAL" clId="{0A86D1F3-AA3C-4567-9F16-3F3FE3BB362B}" dt="2025-06-16T18:58:04.141" v="1382" actId="1076"/>
          <ac:cxnSpMkLst>
            <pc:docMk/>
            <pc:sldMk cId="550609133" sldId="262"/>
            <ac:cxnSpMk id="265" creationId="{436B1047-E2AB-238B-2FEB-C7E95BCC536D}"/>
          </ac:cxnSpMkLst>
        </pc:cxnChg>
        <pc:cxnChg chg="add mod">
          <ac:chgData name="Li, Hanchen F" userId="3aee791e-6a2d-4da7-a77b-fbdf7bf15886" providerId="ADAL" clId="{0A86D1F3-AA3C-4567-9F16-3F3FE3BB362B}" dt="2025-06-16T18:58:42.077" v="1413" actId="1076"/>
          <ac:cxnSpMkLst>
            <pc:docMk/>
            <pc:sldMk cId="550609133" sldId="262"/>
            <ac:cxnSpMk id="268" creationId="{0C28F457-1106-A338-30E9-7BB97749CE21}"/>
          </ac:cxnSpMkLst>
        </pc:cxnChg>
        <pc:cxnChg chg="add mod">
          <ac:chgData name="Li, Hanchen F" userId="3aee791e-6a2d-4da7-a77b-fbdf7bf15886" providerId="ADAL" clId="{0A86D1F3-AA3C-4567-9F16-3F3FE3BB362B}" dt="2025-06-16T18:58:49.134" v="1416" actId="14100"/>
          <ac:cxnSpMkLst>
            <pc:docMk/>
            <pc:sldMk cId="550609133" sldId="262"/>
            <ac:cxnSpMk id="277" creationId="{3D506BA6-EA05-4C1D-AFB4-F794A9F2C6BA}"/>
          </ac:cxnSpMkLst>
        </pc:cxnChg>
        <pc:cxnChg chg="add mod">
          <ac:chgData name="Li, Hanchen F" userId="3aee791e-6a2d-4da7-a77b-fbdf7bf15886" providerId="ADAL" clId="{0A86D1F3-AA3C-4567-9F16-3F3FE3BB362B}" dt="2025-06-16T19:00:21.106" v="1435" actId="208"/>
          <ac:cxnSpMkLst>
            <pc:docMk/>
            <pc:sldMk cId="550609133" sldId="262"/>
            <ac:cxnSpMk id="282" creationId="{56518B6E-5A0E-D62F-1AB4-65B43462954A}"/>
          </ac:cxnSpMkLst>
        </pc:cxnChg>
        <pc:cxnChg chg="add mod">
          <ac:chgData name="Li, Hanchen F" userId="3aee791e-6a2d-4da7-a77b-fbdf7bf15886" providerId="ADAL" clId="{0A86D1F3-AA3C-4567-9F16-3F3FE3BB362B}" dt="2025-06-16T19:00:25.291" v="1436"/>
          <ac:cxnSpMkLst>
            <pc:docMk/>
            <pc:sldMk cId="550609133" sldId="262"/>
            <ac:cxnSpMk id="285" creationId="{78880441-C180-14BD-E5E6-63387EFF8A46}"/>
          </ac:cxnSpMkLst>
        </pc:cxnChg>
        <pc:cxnChg chg="add mod">
          <ac:chgData name="Li, Hanchen F" userId="3aee791e-6a2d-4da7-a77b-fbdf7bf15886" providerId="ADAL" clId="{0A86D1F3-AA3C-4567-9F16-3F3FE3BB362B}" dt="2025-06-16T19:01:17.720" v="1452" actId="1076"/>
          <ac:cxnSpMkLst>
            <pc:docMk/>
            <pc:sldMk cId="550609133" sldId="262"/>
            <ac:cxnSpMk id="286" creationId="{71DA928F-4D1D-FF35-BB4A-F5B15F2306E1}"/>
          </ac:cxnSpMkLst>
        </pc:cxnChg>
        <pc:cxnChg chg="add mod">
          <ac:chgData name="Li, Hanchen F" userId="3aee791e-6a2d-4da7-a77b-fbdf7bf15886" providerId="ADAL" clId="{0A86D1F3-AA3C-4567-9F16-3F3FE3BB362B}" dt="2025-06-16T19:00:53.454" v="1445" actId="14100"/>
          <ac:cxnSpMkLst>
            <pc:docMk/>
            <pc:sldMk cId="550609133" sldId="262"/>
            <ac:cxnSpMk id="290" creationId="{89B8ADD9-231C-9D97-256D-CF6F6B964EA0}"/>
          </ac:cxnSpMkLst>
        </pc:cxnChg>
      </pc:sldChg>
      <pc:sldChg chg="addSp delSp modSp add mod">
        <pc:chgData name="Li, Hanchen F" userId="3aee791e-6a2d-4da7-a77b-fbdf7bf15886" providerId="ADAL" clId="{0A86D1F3-AA3C-4567-9F16-3F3FE3BB362B}" dt="2025-06-16T19:47:22.977" v="2032" actId="14100"/>
        <pc:sldMkLst>
          <pc:docMk/>
          <pc:sldMk cId="2803647750" sldId="263"/>
        </pc:sldMkLst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2" creationId="{CD8E6953-326B-E490-FF0C-F18C00D89829}"/>
          </ac:spMkLst>
        </pc:spChg>
        <pc:spChg chg="add mod">
          <ac:chgData name="Li, Hanchen F" userId="3aee791e-6a2d-4da7-a77b-fbdf7bf15886" providerId="ADAL" clId="{0A86D1F3-AA3C-4567-9F16-3F3FE3BB362B}" dt="2025-06-16T19:46:40.829" v="2023" actId="1035"/>
          <ac:spMkLst>
            <pc:docMk/>
            <pc:sldMk cId="2803647750" sldId="263"/>
            <ac:spMk id="3" creationId="{CF41A7E2-82D0-4451-17CD-B68D2AF35D84}"/>
          </ac:spMkLst>
        </pc:spChg>
        <pc:spChg chg="add mod">
          <ac:chgData name="Li, Hanchen F" userId="3aee791e-6a2d-4da7-a77b-fbdf7bf15886" providerId="ADAL" clId="{0A86D1F3-AA3C-4567-9F16-3F3FE3BB362B}" dt="2025-06-16T19:04:37.818" v="1568" actId="571"/>
          <ac:spMkLst>
            <pc:docMk/>
            <pc:sldMk cId="2803647750" sldId="263"/>
            <ac:spMk id="7" creationId="{1E3A4BE4-9C88-6AD5-EB4B-837DDC29B354}"/>
          </ac:spMkLst>
        </pc:spChg>
        <pc:spChg chg="add mod">
          <ac:chgData name="Li, Hanchen F" userId="3aee791e-6a2d-4da7-a77b-fbdf7bf15886" providerId="ADAL" clId="{0A86D1F3-AA3C-4567-9F16-3F3FE3BB362B}" dt="2025-06-16T19:05:55.793" v="1588" actId="1076"/>
          <ac:spMkLst>
            <pc:docMk/>
            <pc:sldMk cId="2803647750" sldId="263"/>
            <ac:spMk id="17" creationId="{1687E70B-7A72-B8BE-1B58-01CDD7367BED}"/>
          </ac:spMkLst>
        </pc:spChg>
        <pc:spChg chg="add mod">
          <ac:chgData name="Li, Hanchen F" userId="3aee791e-6a2d-4da7-a77b-fbdf7bf15886" providerId="ADAL" clId="{0A86D1F3-AA3C-4567-9F16-3F3FE3BB362B}" dt="2025-06-16T19:06:02.255" v="1590" actId="571"/>
          <ac:spMkLst>
            <pc:docMk/>
            <pc:sldMk cId="2803647750" sldId="263"/>
            <ac:spMk id="21" creationId="{AD40A72A-EABB-8ABC-EECF-0A2379AB0B6C}"/>
          </ac:spMkLst>
        </pc:spChg>
        <pc:spChg chg="add mod">
          <ac:chgData name="Li, Hanchen F" userId="3aee791e-6a2d-4da7-a77b-fbdf7bf15886" providerId="ADAL" clId="{0A86D1F3-AA3C-4567-9F16-3F3FE3BB362B}" dt="2025-06-16T19:06:35.252" v="1598" actId="571"/>
          <ac:spMkLst>
            <pc:docMk/>
            <pc:sldMk cId="2803647750" sldId="263"/>
            <ac:spMk id="25" creationId="{6D28B669-2100-C67B-214F-BAF07C807EB5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34" creationId="{716E1D82-0288-FD0B-E896-64F7D277895E}"/>
          </ac:spMkLst>
        </pc:spChg>
        <pc:spChg chg="add mod">
          <ac:chgData name="Li, Hanchen F" userId="3aee791e-6a2d-4da7-a77b-fbdf7bf15886" providerId="ADAL" clId="{0A86D1F3-AA3C-4567-9F16-3F3FE3BB362B}" dt="2025-06-16T19:03:55.075" v="1548" actId="1076"/>
          <ac:spMkLst>
            <pc:docMk/>
            <pc:sldMk cId="2803647750" sldId="263"/>
            <ac:spMk id="36" creationId="{A3325A4B-4F80-B7B3-3C88-9918C8AC3186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43" creationId="{5418D39D-50BE-573E-0CBD-0423FE20603A}"/>
          </ac:spMkLst>
        </pc:spChg>
        <pc:spChg chg="add mod">
          <ac:chgData name="Li, Hanchen F" userId="3aee791e-6a2d-4da7-a77b-fbdf7bf15886" providerId="ADAL" clId="{0A86D1F3-AA3C-4567-9F16-3F3FE3BB362B}" dt="2025-06-16T19:18:29.602" v="1956" actId="1076"/>
          <ac:spMkLst>
            <pc:docMk/>
            <pc:sldMk cId="2803647750" sldId="263"/>
            <ac:spMk id="44" creationId="{44D77FBA-A41B-CB51-B800-830D0076FF14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47" creationId="{18E1A159-037F-C5B3-2CA2-F306257D6FFC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51" creationId="{5713F996-07E9-7DE0-967C-37CEAB05B24A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52" creationId="{FC850873-B05E-F72C-921E-98C6C895BB8A}"/>
          </ac:spMkLst>
        </pc:spChg>
        <pc:spChg chg="add del mod">
          <ac:chgData name="Li, Hanchen F" userId="3aee791e-6a2d-4da7-a77b-fbdf7bf15886" providerId="ADAL" clId="{0A86D1F3-AA3C-4567-9F16-3F3FE3BB362B}" dt="2025-06-16T19:09:18.136" v="1736" actId="478"/>
          <ac:spMkLst>
            <pc:docMk/>
            <pc:sldMk cId="2803647750" sldId="263"/>
            <ac:spMk id="55" creationId="{E9E63883-6644-CC72-58DB-A7D3A6861BDB}"/>
          </ac:spMkLst>
        </pc:spChg>
        <pc:spChg chg="add mod">
          <ac:chgData name="Li, Hanchen F" userId="3aee791e-6a2d-4da7-a77b-fbdf7bf15886" providerId="ADAL" clId="{0A86D1F3-AA3C-4567-9F16-3F3FE3BB362B}" dt="2025-06-16T19:20:33.910" v="2004" actId="1076"/>
          <ac:spMkLst>
            <pc:docMk/>
            <pc:sldMk cId="2803647750" sldId="263"/>
            <ac:spMk id="131" creationId="{8F85900C-B9F4-FFC1-ADC7-996807C0F7D3}"/>
          </ac:spMkLst>
        </pc:spChg>
        <pc:spChg chg="add mod">
          <ac:chgData name="Li, Hanchen F" userId="3aee791e-6a2d-4da7-a77b-fbdf7bf15886" providerId="ADAL" clId="{0A86D1F3-AA3C-4567-9F16-3F3FE3BB362B}" dt="2025-06-16T19:16:11.049" v="1851" actId="571"/>
          <ac:spMkLst>
            <pc:docMk/>
            <pc:sldMk cId="2803647750" sldId="263"/>
            <ac:spMk id="134" creationId="{A75252B0-5A85-CBD7-DE57-3E0BF611B5E2}"/>
          </ac:spMkLst>
        </pc:spChg>
        <pc:spChg chg="mod">
          <ac:chgData name="Li, Hanchen F" userId="3aee791e-6a2d-4da7-a77b-fbdf7bf15886" providerId="ADAL" clId="{0A86D1F3-AA3C-4567-9F16-3F3FE3BB362B}" dt="2025-06-16T19:20:00.105" v="1994" actId="1076"/>
          <ac:spMkLst>
            <pc:docMk/>
            <pc:sldMk cId="2803647750" sldId="263"/>
            <ac:spMk id="139" creationId="{E4A2BFF0-78E2-8A84-DCF3-F070A9449EDA}"/>
          </ac:spMkLst>
        </pc:spChg>
        <pc:spChg chg="add mod">
          <ac:chgData name="Li, Hanchen F" userId="3aee791e-6a2d-4da7-a77b-fbdf7bf15886" providerId="ADAL" clId="{0A86D1F3-AA3C-4567-9F16-3F3FE3BB362B}" dt="2025-06-16T19:17:38.131" v="1939" actId="1076"/>
          <ac:spMkLst>
            <pc:docMk/>
            <pc:sldMk cId="2803647750" sldId="263"/>
            <ac:spMk id="142" creationId="{5AE2D472-EE8C-33AD-C9D9-607CFD472C8A}"/>
          </ac:spMkLst>
        </pc:spChg>
        <pc:spChg chg="add mod">
          <ac:chgData name="Li, Hanchen F" userId="3aee791e-6a2d-4da7-a77b-fbdf7bf15886" providerId="ADAL" clId="{0A86D1F3-AA3C-4567-9F16-3F3FE3BB362B}" dt="2025-06-16T19:18:05.837" v="1950"/>
          <ac:spMkLst>
            <pc:docMk/>
            <pc:sldMk cId="2803647750" sldId="263"/>
            <ac:spMk id="154" creationId="{77EC73CA-94B3-E953-25D1-810ED000E577}"/>
          </ac:spMkLst>
        </pc:spChg>
        <pc:spChg chg="mod">
          <ac:chgData name="Li, Hanchen F" userId="3aee791e-6a2d-4da7-a77b-fbdf7bf15886" providerId="ADAL" clId="{0A86D1F3-AA3C-4567-9F16-3F3FE3BB362B}" dt="2025-06-16T19:47:07.641" v="2028" actId="1076"/>
          <ac:spMkLst>
            <pc:docMk/>
            <pc:sldMk cId="2803647750" sldId="263"/>
            <ac:spMk id="166" creationId="{80960CBA-27C2-C712-738A-97C8E00C1120}"/>
          </ac:spMkLst>
        </pc:spChg>
        <pc:spChg chg="mod">
          <ac:chgData name="Li, Hanchen F" userId="3aee791e-6a2d-4da7-a77b-fbdf7bf15886" providerId="ADAL" clId="{0A86D1F3-AA3C-4567-9F16-3F3FE3BB362B}" dt="2025-06-16T19:06:59.657" v="1678" actId="1038"/>
          <ac:spMkLst>
            <pc:docMk/>
            <pc:sldMk cId="2803647750" sldId="263"/>
            <ac:spMk id="170" creationId="{C8E52423-7C6D-E79B-D50F-16BB2551FA47}"/>
          </ac:spMkLst>
        </pc:spChg>
        <pc:spChg chg="add del mod">
          <ac:chgData name="Li, Hanchen F" userId="3aee791e-6a2d-4da7-a77b-fbdf7bf15886" providerId="ADAL" clId="{0A86D1F3-AA3C-4567-9F16-3F3FE3BB362B}" dt="2025-06-16T19:03:58.152" v="1552" actId="478"/>
          <ac:spMkLst>
            <pc:docMk/>
            <pc:sldMk cId="2803647750" sldId="263"/>
            <ac:spMk id="178" creationId="{45F6F6A2-3460-AE22-A8EB-9FF38770D41E}"/>
          </ac:spMkLst>
        </pc:spChg>
        <pc:spChg chg="add del">
          <ac:chgData name="Li, Hanchen F" userId="3aee791e-6a2d-4da7-a77b-fbdf7bf15886" providerId="ADAL" clId="{0A86D1F3-AA3C-4567-9F16-3F3FE3BB362B}" dt="2025-06-16T19:03:58.891" v="1553" actId="478"/>
          <ac:spMkLst>
            <pc:docMk/>
            <pc:sldMk cId="2803647750" sldId="263"/>
            <ac:spMk id="185" creationId="{665DCF16-E160-6026-6347-A978F38A256F}"/>
          </ac:spMkLst>
        </pc:spChg>
        <pc:spChg chg="mod">
          <ac:chgData name="Li, Hanchen F" userId="3aee791e-6a2d-4da7-a77b-fbdf7bf15886" providerId="ADAL" clId="{0A86D1F3-AA3C-4567-9F16-3F3FE3BB362B}" dt="2025-06-16T19:47:09.937" v="2030" actId="1076"/>
          <ac:spMkLst>
            <pc:docMk/>
            <pc:sldMk cId="2803647750" sldId="263"/>
            <ac:spMk id="201" creationId="{9976F0A9-BEBF-CFC4-501B-5A0D5E7A7B07}"/>
          </ac:spMkLst>
        </pc:spChg>
        <pc:spChg chg="mod">
          <ac:chgData name="Li, Hanchen F" userId="3aee791e-6a2d-4da7-a77b-fbdf7bf15886" providerId="ADAL" clId="{0A86D1F3-AA3C-4567-9F16-3F3FE3BB362B}" dt="2025-06-16T19:46:40.829" v="2023" actId="1035"/>
          <ac:spMkLst>
            <pc:docMk/>
            <pc:sldMk cId="2803647750" sldId="263"/>
            <ac:spMk id="207" creationId="{6F0152DD-369B-CFBE-52E4-337752F817F7}"/>
          </ac:spMkLst>
        </pc:spChg>
        <pc:spChg chg="add mod">
          <ac:chgData name="Li, Hanchen F" userId="3aee791e-6a2d-4da7-a77b-fbdf7bf15886" providerId="ADAL" clId="{0A86D1F3-AA3C-4567-9F16-3F3FE3BB362B}" dt="2025-06-16T19:20:14.991" v="2000" actId="1076"/>
          <ac:spMkLst>
            <pc:docMk/>
            <pc:sldMk cId="2803647750" sldId="263"/>
            <ac:spMk id="211" creationId="{127BF47E-CB3F-7153-C712-362332FEBCB6}"/>
          </ac:spMkLst>
        </pc:spChg>
        <pc:spChg chg="add del mod">
          <ac:chgData name="Li, Hanchen F" userId="3aee791e-6a2d-4da7-a77b-fbdf7bf15886" providerId="ADAL" clId="{0A86D1F3-AA3C-4567-9F16-3F3FE3BB362B}" dt="2025-06-16T19:46:40.829" v="2023" actId="1035"/>
          <ac:spMkLst>
            <pc:docMk/>
            <pc:sldMk cId="2803647750" sldId="263"/>
            <ac:spMk id="224" creationId="{501AF25C-852B-3EA9-0ABB-E7715F514AEE}"/>
          </ac:spMkLst>
        </pc:spChg>
        <pc:spChg chg="add mod">
          <ac:chgData name="Li, Hanchen F" userId="3aee791e-6a2d-4da7-a77b-fbdf7bf15886" providerId="ADAL" clId="{0A86D1F3-AA3C-4567-9F16-3F3FE3BB362B}" dt="2025-06-16T19:20:22.384" v="2003" actId="20577"/>
          <ac:spMkLst>
            <pc:docMk/>
            <pc:sldMk cId="2803647750" sldId="263"/>
            <ac:spMk id="231" creationId="{E974FD08-4DE2-3581-A1C7-8B079EE9510B}"/>
          </ac:spMkLst>
        </pc:spChg>
        <pc:spChg chg="mod">
          <ac:chgData name="Li, Hanchen F" userId="3aee791e-6a2d-4da7-a77b-fbdf7bf15886" providerId="ADAL" clId="{0A86D1F3-AA3C-4567-9F16-3F3FE3BB362B}" dt="2025-06-16T19:16:51.734" v="1924" actId="14100"/>
          <ac:spMkLst>
            <pc:docMk/>
            <pc:sldMk cId="2803647750" sldId="263"/>
            <ac:spMk id="241" creationId="{324BC153-5B7D-F367-9023-2847AB33AA3C}"/>
          </ac:spMkLst>
        </pc:spChg>
        <pc:spChg chg="del mod">
          <ac:chgData name="Li, Hanchen F" userId="3aee791e-6a2d-4da7-a77b-fbdf7bf15886" providerId="ADAL" clId="{0A86D1F3-AA3C-4567-9F16-3F3FE3BB362B}" dt="2025-06-16T19:16:19.374" v="1854" actId="478"/>
          <ac:spMkLst>
            <pc:docMk/>
            <pc:sldMk cId="2803647750" sldId="263"/>
            <ac:spMk id="254" creationId="{394FC498-D620-602A-9896-9A276A2D36FF}"/>
          </ac:spMkLst>
        </pc:spChg>
        <pc:spChg chg="del">
          <ac:chgData name="Li, Hanchen F" userId="3aee791e-6a2d-4da7-a77b-fbdf7bf15886" providerId="ADAL" clId="{0A86D1F3-AA3C-4567-9F16-3F3FE3BB362B}" dt="2025-06-16T19:08:15.567" v="1706" actId="478"/>
          <ac:spMkLst>
            <pc:docMk/>
            <pc:sldMk cId="2803647750" sldId="263"/>
            <ac:spMk id="258" creationId="{F384B201-C917-924B-E910-BA844F0ACF81}"/>
          </ac:spMkLst>
        </pc:spChg>
        <pc:spChg chg="mod">
          <ac:chgData name="Li, Hanchen F" userId="3aee791e-6a2d-4da7-a77b-fbdf7bf15886" providerId="ADAL" clId="{0A86D1F3-AA3C-4567-9F16-3F3FE3BB362B}" dt="2025-06-16T19:16:51.734" v="1924" actId="14100"/>
          <ac:spMkLst>
            <pc:docMk/>
            <pc:sldMk cId="2803647750" sldId="263"/>
            <ac:spMk id="275" creationId="{09342EE8-273F-5A2F-87FB-4CBAD22EC3AB}"/>
          </ac:spMkLst>
        </pc:spChg>
        <pc:spChg chg="del mod">
          <ac:chgData name="Li, Hanchen F" userId="3aee791e-6a2d-4da7-a77b-fbdf7bf15886" providerId="ADAL" clId="{0A86D1F3-AA3C-4567-9F16-3F3FE3BB362B}" dt="2025-06-16T19:08:18.211" v="1709" actId="478"/>
          <ac:spMkLst>
            <pc:docMk/>
            <pc:sldMk cId="2803647750" sldId="263"/>
            <ac:spMk id="280" creationId="{45E6A44D-159C-1881-60F9-7B37DC653302}"/>
          </ac:spMkLst>
        </pc:spChg>
        <pc:spChg chg="mod">
          <ac:chgData name="Li, Hanchen F" userId="3aee791e-6a2d-4da7-a77b-fbdf7bf15886" providerId="ADAL" clId="{0A86D1F3-AA3C-4567-9F16-3F3FE3BB362B}" dt="2025-06-16T19:16:51.734" v="1924" actId="14100"/>
          <ac:spMkLst>
            <pc:docMk/>
            <pc:sldMk cId="2803647750" sldId="263"/>
            <ac:spMk id="293" creationId="{DFAB918B-34EF-232A-39DE-5DA2ECE34FD7}"/>
          </ac:spMkLst>
        </pc:spChg>
        <pc:spChg chg="del mod">
          <ac:chgData name="Li, Hanchen F" userId="3aee791e-6a2d-4da7-a77b-fbdf7bf15886" providerId="ADAL" clId="{0A86D1F3-AA3C-4567-9F16-3F3FE3BB362B}" dt="2025-06-16T19:15:15.820" v="1834" actId="478"/>
          <ac:spMkLst>
            <pc:docMk/>
            <pc:sldMk cId="2803647750" sldId="263"/>
            <ac:spMk id="294" creationId="{C390E24E-1AF3-7941-B988-AE0E63F59896}"/>
          </ac:spMkLst>
        </pc:spChg>
        <pc:cxnChg chg="add mod">
          <ac:chgData name="Li, Hanchen F" userId="3aee791e-6a2d-4da7-a77b-fbdf7bf15886" providerId="ADAL" clId="{0A86D1F3-AA3C-4567-9F16-3F3FE3BB362B}" dt="2025-06-16T19:20:00.105" v="1994" actId="1076"/>
          <ac:cxnSpMkLst>
            <pc:docMk/>
            <pc:sldMk cId="2803647750" sldId="263"/>
            <ac:cxnSpMk id="10" creationId="{AA03ADBC-2DAA-893B-B106-8DF8E52D36F0}"/>
          </ac:cxnSpMkLst>
        </pc:cxnChg>
        <pc:cxnChg chg="add mod">
          <ac:chgData name="Li, Hanchen F" userId="3aee791e-6a2d-4da7-a77b-fbdf7bf15886" providerId="ADAL" clId="{0A86D1F3-AA3C-4567-9F16-3F3FE3BB362B}" dt="2025-06-16T19:20:00.105" v="1994" actId="1076"/>
          <ac:cxnSpMkLst>
            <pc:docMk/>
            <pc:sldMk cId="2803647750" sldId="263"/>
            <ac:cxnSpMk id="13" creationId="{3A97D72C-D3EC-E9D6-BF39-D5B2BFBAEE1D}"/>
          </ac:cxnSpMkLst>
        </pc:cxnChg>
        <pc:cxnChg chg="ord">
          <ac:chgData name="Li, Hanchen F" userId="3aee791e-6a2d-4da7-a77b-fbdf7bf15886" providerId="ADAL" clId="{0A86D1F3-AA3C-4567-9F16-3F3FE3BB362B}" dt="2025-06-16T19:19:25.174" v="1973" actId="166"/>
          <ac:cxnSpMkLst>
            <pc:docMk/>
            <pc:sldMk cId="2803647750" sldId="263"/>
            <ac:cxnSpMk id="40" creationId="{3DBF7C38-B2BD-1AA7-007D-020C48C02640}"/>
          </ac:cxnSpMkLst>
        </pc:cxnChg>
        <pc:cxnChg chg="mod">
          <ac:chgData name="Li, Hanchen F" userId="3aee791e-6a2d-4da7-a77b-fbdf7bf15886" providerId="ADAL" clId="{0A86D1F3-AA3C-4567-9F16-3F3FE3BB362B}" dt="2025-06-16T19:07:48.601" v="1701" actId="1076"/>
          <ac:cxnSpMkLst>
            <pc:docMk/>
            <pc:sldMk cId="2803647750" sldId="263"/>
            <ac:cxnSpMk id="53" creationId="{CE88D54D-DDB8-37CC-305F-C4CAC1F4EFDD}"/>
          </ac:cxnSpMkLst>
        </pc:cxnChg>
        <pc:cxnChg chg="add mod">
          <ac:chgData name="Li, Hanchen F" userId="3aee791e-6a2d-4da7-a77b-fbdf7bf15886" providerId="ADAL" clId="{0A86D1F3-AA3C-4567-9F16-3F3FE3BB362B}" dt="2025-06-16T19:15:25.457" v="1840" actId="14100"/>
          <ac:cxnSpMkLst>
            <pc:docMk/>
            <pc:sldMk cId="2803647750" sldId="263"/>
            <ac:cxnSpMk id="128" creationId="{460AC467-2AB0-7B4C-05FF-F6415FEF6F47}"/>
          </ac:cxnSpMkLst>
        </pc:cxnChg>
        <pc:cxnChg chg="mod">
          <ac:chgData name="Li, Hanchen F" userId="3aee791e-6a2d-4da7-a77b-fbdf7bf15886" providerId="ADAL" clId="{0A86D1F3-AA3C-4567-9F16-3F3FE3BB362B}" dt="2025-06-16T19:07:45.222" v="1700" actId="14100"/>
          <ac:cxnSpMkLst>
            <pc:docMk/>
            <pc:sldMk cId="2803647750" sldId="263"/>
            <ac:cxnSpMk id="133" creationId="{55A030CB-B283-199B-8DCF-4B48A2B3C6D8}"/>
          </ac:cxnSpMkLst>
        </pc:cxnChg>
        <pc:cxnChg chg="add mod">
          <ac:chgData name="Li, Hanchen F" userId="3aee791e-6a2d-4da7-a77b-fbdf7bf15886" providerId="ADAL" clId="{0A86D1F3-AA3C-4567-9F16-3F3FE3BB362B}" dt="2025-06-16T19:18:29.602" v="1956" actId="1076"/>
          <ac:cxnSpMkLst>
            <pc:docMk/>
            <pc:sldMk cId="2803647750" sldId="263"/>
            <ac:cxnSpMk id="138" creationId="{8419AB5E-87CC-5640-6AEB-328C473FD879}"/>
          </ac:cxnSpMkLst>
        </pc:cxnChg>
        <pc:cxnChg chg="del mod">
          <ac:chgData name="Li, Hanchen F" userId="3aee791e-6a2d-4da7-a77b-fbdf7bf15886" providerId="ADAL" clId="{0A86D1F3-AA3C-4567-9F16-3F3FE3BB362B}" dt="2025-06-16T19:02:13.531" v="1475" actId="478"/>
          <ac:cxnSpMkLst>
            <pc:docMk/>
            <pc:sldMk cId="2803647750" sldId="263"/>
            <ac:cxnSpMk id="140" creationId="{91724529-DF39-AF94-A0C5-4575FBD01A79}"/>
          </ac:cxnSpMkLst>
        </pc:cxnChg>
        <pc:cxnChg chg="mod">
          <ac:chgData name="Li, Hanchen F" userId="3aee791e-6a2d-4da7-a77b-fbdf7bf15886" providerId="ADAL" clId="{0A86D1F3-AA3C-4567-9F16-3F3FE3BB362B}" dt="2025-06-16T19:20:00.105" v="1994" actId="1076"/>
          <ac:cxnSpMkLst>
            <pc:docMk/>
            <pc:sldMk cId="2803647750" sldId="263"/>
            <ac:cxnSpMk id="144" creationId="{FCDFBB8B-BD5D-4BFA-ADC9-55889AA57A9F}"/>
          </ac:cxnSpMkLst>
        </pc:cxnChg>
        <pc:cxnChg chg="add mod">
          <ac:chgData name="Li, Hanchen F" userId="3aee791e-6a2d-4da7-a77b-fbdf7bf15886" providerId="ADAL" clId="{0A86D1F3-AA3C-4567-9F16-3F3FE3BB362B}" dt="2025-06-16T19:20:00.105" v="1994" actId="1076"/>
          <ac:cxnSpMkLst>
            <pc:docMk/>
            <pc:sldMk cId="2803647750" sldId="263"/>
            <ac:cxnSpMk id="145" creationId="{03A54837-D22B-3942-75C3-1E2135158C48}"/>
          </ac:cxnSpMkLst>
        </pc:cxnChg>
        <pc:cxnChg chg="mod">
          <ac:chgData name="Li, Hanchen F" userId="3aee791e-6a2d-4da7-a77b-fbdf7bf15886" providerId="ADAL" clId="{0A86D1F3-AA3C-4567-9F16-3F3FE3BB362B}" dt="2025-06-16T19:47:22.977" v="2032" actId="14100"/>
          <ac:cxnSpMkLst>
            <pc:docMk/>
            <pc:sldMk cId="2803647750" sldId="263"/>
            <ac:cxnSpMk id="150" creationId="{01A88738-E6AC-9479-13D9-9D319AC1FE3B}"/>
          </ac:cxnSpMkLst>
        </pc:cxnChg>
        <pc:cxnChg chg="add mod">
          <ac:chgData name="Li, Hanchen F" userId="3aee791e-6a2d-4da7-a77b-fbdf7bf15886" providerId="ADAL" clId="{0A86D1F3-AA3C-4567-9F16-3F3FE3BB362B}" dt="2025-06-16T19:20:00.105" v="1994" actId="1076"/>
          <ac:cxnSpMkLst>
            <pc:docMk/>
            <pc:sldMk cId="2803647750" sldId="263"/>
            <ac:cxnSpMk id="155" creationId="{5FC9E5CE-CF0E-2B01-243F-195FDB0ADAA1}"/>
          </ac:cxnSpMkLst>
        </pc:cxnChg>
        <pc:cxnChg chg="del mod">
          <ac:chgData name="Li, Hanchen F" userId="3aee791e-6a2d-4da7-a77b-fbdf7bf15886" providerId="ADAL" clId="{0A86D1F3-AA3C-4567-9F16-3F3FE3BB362B}" dt="2025-06-16T19:02:00.497" v="1469" actId="478"/>
          <ac:cxnSpMkLst>
            <pc:docMk/>
            <pc:sldMk cId="2803647750" sldId="263"/>
            <ac:cxnSpMk id="168" creationId="{882368BC-8DCD-14D6-B467-89C98801139E}"/>
          </ac:cxnSpMkLst>
        </pc:cxnChg>
        <pc:cxnChg chg="add mod">
          <ac:chgData name="Li, Hanchen F" userId="3aee791e-6a2d-4da7-a77b-fbdf7bf15886" providerId="ADAL" clId="{0A86D1F3-AA3C-4567-9F16-3F3FE3BB362B}" dt="2025-06-16T19:46:40.829" v="2023" actId="1035"/>
          <ac:cxnSpMkLst>
            <pc:docMk/>
            <pc:sldMk cId="2803647750" sldId="263"/>
            <ac:cxnSpMk id="171" creationId="{76480B2C-8181-A2CB-0C3A-45F90D159F8C}"/>
          </ac:cxnSpMkLst>
        </pc:cxnChg>
        <pc:cxnChg chg="add mod">
          <ac:chgData name="Li, Hanchen F" userId="3aee791e-6a2d-4da7-a77b-fbdf7bf15886" providerId="ADAL" clId="{0A86D1F3-AA3C-4567-9F16-3F3FE3BB362B}" dt="2025-06-16T19:46:40.829" v="2023" actId="1035"/>
          <ac:cxnSpMkLst>
            <pc:docMk/>
            <pc:sldMk cId="2803647750" sldId="263"/>
            <ac:cxnSpMk id="174" creationId="{A4243D09-C23B-C7B4-C298-8ABE03F41B9C}"/>
          </ac:cxnSpMkLst>
        </pc:cxnChg>
        <pc:cxnChg chg="del mod">
          <ac:chgData name="Li, Hanchen F" userId="3aee791e-6a2d-4da7-a77b-fbdf7bf15886" providerId="ADAL" clId="{0A86D1F3-AA3C-4567-9F16-3F3FE3BB362B}" dt="2025-06-16T19:02:42.109" v="1504" actId="478"/>
          <ac:cxnSpMkLst>
            <pc:docMk/>
            <pc:sldMk cId="2803647750" sldId="263"/>
            <ac:cxnSpMk id="180" creationId="{601371F3-82CB-F4FB-9E5B-E7D3A6096FA8}"/>
          </ac:cxnSpMkLst>
        </pc:cxnChg>
        <pc:cxnChg chg="mod">
          <ac:chgData name="Li, Hanchen F" userId="3aee791e-6a2d-4da7-a77b-fbdf7bf15886" providerId="ADAL" clId="{0A86D1F3-AA3C-4567-9F16-3F3FE3BB362B}" dt="2025-06-16T19:47:19.752" v="2031" actId="14100"/>
          <ac:cxnSpMkLst>
            <pc:docMk/>
            <pc:sldMk cId="2803647750" sldId="263"/>
            <ac:cxnSpMk id="188" creationId="{D8189C85-08B8-0A7F-1213-3973FBDAF39E}"/>
          </ac:cxnSpMkLst>
        </pc:cxnChg>
        <pc:cxnChg chg="del mod">
          <ac:chgData name="Li, Hanchen F" userId="3aee791e-6a2d-4da7-a77b-fbdf7bf15886" providerId="ADAL" clId="{0A86D1F3-AA3C-4567-9F16-3F3FE3BB362B}" dt="2025-06-16T19:04:15.596" v="1554" actId="478"/>
          <ac:cxnSpMkLst>
            <pc:docMk/>
            <pc:sldMk cId="2803647750" sldId="263"/>
            <ac:cxnSpMk id="202" creationId="{00B12F64-0786-82E5-CF55-4316985EB1F8}"/>
          </ac:cxnSpMkLst>
        </pc:cxnChg>
        <pc:cxnChg chg="del mod">
          <ac:chgData name="Li, Hanchen F" userId="3aee791e-6a2d-4da7-a77b-fbdf7bf15886" providerId="ADAL" clId="{0A86D1F3-AA3C-4567-9F16-3F3FE3BB362B}" dt="2025-06-16T19:04:52.363" v="1573" actId="478"/>
          <ac:cxnSpMkLst>
            <pc:docMk/>
            <pc:sldMk cId="2803647750" sldId="263"/>
            <ac:cxnSpMk id="216" creationId="{D84D6F4F-9226-589B-DCB3-6F1D51F725A1}"/>
          </ac:cxnSpMkLst>
        </pc:cxnChg>
        <pc:cxnChg chg="mod">
          <ac:chgData name="Li, Hanchen F" userId="3aee791e-6a2d-4da7-a77b-fbdf7bf15886" providerId="ADAL" clId="{0A86D1F3-AA3C-4567-9F16-3F3FE3BB362B}" dt="2025-06-16T19:46:40.829" v="2023" actId="1035"/>
          <ac:cxnSpMkLst>
            <pc:docMk/>
            <pc:sldMk cId="2803647750" sldId="263"/>
            <ac:cxnSpMk id="225" creationId="{F586D216-1335-EA8A-9880-C33123C0F24B}"/>
          </ac:cxnSpMkLst>
        </pc:cxnChg>
        <pc:cxnChg chg="del">
          <ac:chgData name="Li, Hanchen F" userId="3aee791e-6a2d-4da7-a77b-fbdf7bf15886" providerId="ADAL" clId="{0A86D1F3-AA3C-4567-9F16-3F3FE3BB362B}" dt="2025-06-16T19:02:04.753" v="1470" actId="478"/>
          <ac:cxnSpMkLst>
            <pc:docMk/>
            <pc:sldMk cId="2803647750" sldId="263"/>
            <ac:cxnSpMk id="237" creationId="{9C9D406C-1BD4-582C-3762-2C9B4F84AA18}"/>
          </ac:cxnSpMkLst>
        </pc:cxnChg>
        <pc:cxnChg chg="add del mod">
          <ac:chgData name="Li, Hanchen F" userId="3aee791e-6a2d-4da7-a77b-fbdf7bf15886" providerId="ADAL" clId="{0A86D1F3-AA3C-4567-9F16-3F3FE3BB362B}" dt="2025-06-16T19:16:51.734" v="1924" actId="14100"/>
          <ac:cxnSpMkLst>
            <pc:docMk/>
            <pc:sldMk cId="2803647750" sldId="263"/>
            <ac:cxnSpMk id="265" creationId="{A70FCDF5-B5F8-326B-3658-0B788BC21BFE}"/>
          </ac:cxnSpMkLst>
        </pc:cxnChg>
        <pc:cxnChg chg="add del mod">
          <ac:chgData name="Li, Hanchen F" userId="3aee791e-6a2d-4da7-a77b-fbdf7bf15886" providerId="ADAL" clId="{0A86D1F3-AA3C-4567-9F16-3F3FE3BB362B}" dt="2025-06-16T19:16:51.734" v="1924" actId="14100"/>
          <ac:cxnSpMkLst>
            <pc:docMk/>
            <pc:sldMk cId="2803647750" sldId="263"/>
            <ac:cxnSpMk id="268" creationId="{D1E115FB-168D-70C2-F16C-3BE5D80D7183}"/>
          </ac:cxnSpMkLst>
        </pc:cxnChg>
        <pc:cxnChg chg="del mod">
          <ac:chgData name="Li, Hanchen F" userId="3aee791e-6a2d-4da7-a77b-fbdf7bf15886" providerId="ADAL" clId="{0A86D1F3-AA3C-4567-9F16-3F3FE3BB362B}" dt="2025-06-16T19:08:16.306" v="1707" actId="478"/>
          <ac:cxnSpMkLst>
            <pc:docMk/>
            <pc:sldMk cId="2803647750" sldId="263"/>
            <ac:cxnSpMk id="277" creationId="{5DB49F84-D641-EC0D-B7E6-50DC64C93014}"/>
          </ac:cxnSpMkLst>
        </pc:cxnChg>
        <pc:cxnChg chg="mod">
          <ac:chgData name="Li, Hanchen F" userId="3aee791e-6a2d-4da7-a77b-fbdf7bf15886" providerId="ADAL" clId="{0A86D1F3-AA3C-4567-9F16-3F3FE3BB362B}" dt="2025-06-16T19:17:43.850" v="1940" actId="208"/>
          <ac:cxnSpMkLst>
            <pc:docMk/>
            <pc:sldMk cId="2803647750" sldId="263"/>
            <ac:cxnSpMk id="282" creationId="{BD48A600-DA2D-7120-8017-8FE378582B83}"/>
          </ac:cxnSpMkLst>
        </pc:cxnChg>
        <pc:cxnChg chg="del mod">
          <ac:chgData name="Li, Hanchen F" userId="3aee791e-6a2d-4da7-a77b-fbdf7bf15886" providerId="ADAL" clId="{0A86D1F3-AA3C-4567-9F16-3F3FE3BB362B}" dt="2025-06-16T19:01:55.106" v="1466" actId="478"/>
          <ac:cxnSpMkLst>
            <pc:docMk/>
            <pc:sldMk cId="2803647750" sldId="263"/>
            <ac:cxnSpMk id="286" creationId="{7C55198C-6985-4D0C-131C-9A9F3E8FF346}"/>
          </ac:cxnSpMkLst>
        </pc:cxnChg>
        <pc:cxnChg chg="mod">
          <ac:chgData name="Li, Hanchen F" userId="3aee791e-6a2d-4da7-a77b-fbdf7bf15886" providerId="ADAL" clId="{0A86D1F3-AA3C-4567-9F16-3F3FE3BB362B}" dt="2025-06-16T19:17:47.610" v="1941" actId="14100"/>
          <ac:cxnSpMkLst>
            <pc:docMk/>
            <pc:sldMk cId="2803647750" sldId="263"/>
            <ac:cxnSpMk id="290" creationId="{5F7EFA25-DE0D-2C74-FD89-0A1D26DD1E3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F1088C5-931A-42D2-8AA4-FA289862AAD0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F077E88-3244-4C0E-BEFE-A6A75CD3D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7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3236-857D-F6AD-A55A-A01F2D4C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02755F-8185-B0A1-542F-C403BC5F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82D918-37CA-C0DA-F54F-3D9282C4B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A0B6C-5542-3DAF-8A41-4607608DE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853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BFFE-62C5-D453-64AA-52634475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EE6B42-0293-BABD-2552-CA05331C0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339388-0E73-D4ED-B952-F1F70D5F1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D06036-D376-F8F6-4438-A26BF1AA3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78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3D58-9FA5-D549-83D2-AC236EA0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38EDC-19FE-7F85-65B3-9ED46D65B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C09CEC-3B86-0684-F6A0-6C788426A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BA62DE-E8E1-E3F6-EFC3-54898CE9F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430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6F0E-15FF-A4DA-3B11-7CFA528E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4D4DDA-0B0D-17F5-F774-BF65237FF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35C75A-A3B0-9A35-454A-DFAE1784B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54278-85EC-1834-7E18-99A34C8F7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035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80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40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02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35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87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35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94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F1464-0EA4-453D-A90B-03B04D24440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C437-7B0E-7DF8-F2B1-B9445588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7EDD98C-1707-313A-02B8-85917AD97E8C}"/>
              </a:ext>
            </a:extLst>
          </p:cNvPr>
          <p:cNvSpPr/>
          <p:nvPr/>
        </p:nvSpPr>
        <p:spPr>
          <a:xfrm>
            <a:off x="155168" y="3368978"/>
            <a:ext cx="1488239" cy="5321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Command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42D3A66-A215-3779-9C4C-56FA7DEE18C6}"/>
              </a:ext>
            </a:extLst>
          </p:cNvPr>
          <p:cNvGrpSpPr/>
          <p:nvPr/>
        </p:nvGrpSpPr>
        <p:grpSpPr>
          <a:xfrm>
            <a:off x="3247060" y="3131468"/>
            <a:ext cx="5064183" cy="1007202"/>
            <a:chOff x="4372071" y="2051546"/>
            <a:chExt cx="3453491" cy="158673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8F739D8-1BFC-A166-BB93-C7724506B868}"/>
                </a:ext>
              </a:extLst>
            </p:cNvPr>
            <p:cNvSpPr/>
            <p:nvPr/>
          </p:nvSpPr>
          <p:spPr>
            <a:xfrm>
              <a:off x="4372071" y="2051546"/>
              <a:ext cx="3453491" cy="15867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C14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3489DDE-D33C-001E-F789-ADB65077FD86}"/>
                </a:ext>
              </a:extLst>
            </p:cNvPr>
            <p:cNvSpPr/>
            <p:nvPr/>
          </p:nvSpPr>
          <p:spPr>
            <a:xfrm>
              <a:off x="4466950" y="2812692"/>
              <a:ext cx="731858" cy="5722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Outer loop</a:t>
              </a:r>
              <a:endParaRPr lang="en-GB" altLang="zh-CN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1060CE9-02C1-80AC-E6ED-E7A0742ED67A}"/>
                </a:ext>
              </a:extLst>
            </p:cNvPr>
            <p:cNvSpPr/>
            <p:nvPr/>
          </p:nvSpPr>
          <p:spPr>
            <a:xfrm>
              <a:off x="4568330" y="2211330"/>
              <a:ext cx="3060971" cy="35583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140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Cascade </a:t>
              </a:r>
              <a:r>
                <a:rPr lang="en-US" altLang="zh-CN" sz="140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</a:t>
              </a: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0D03CEB0-4241-1D72-2F28-3ABD32BE2175}"/>
              </a:ext>
            </a:extLst>
          </p:cNvPr>
          <p:cNvSpPr/>
          <p:nvPr/>
        </p:nvSpPr>
        <p:spPr>
          <a:xfrm>
            <a:off x="4795445" y="4364086"/>
            <a:ext cx="1789703" cy="55637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 equations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76E9733B-A75B-8D92-96A6-A56F783735F3}"/>
              </a:ext>
            </a:extLst>
          </p:cNvPr>
          <p:cNvCxnSpPr>
            <a:cxnSpLocks/>
            <a:stCxn id="9" idx="3"/>
            <a:endCxn id="7" idx="2"/>
          </p:cNvCxnSpPr>
          <p:nvPr/>
        </p:nvCxnSpPr>
        <p:spPr>
          <a:xfrm>
            <a:off x="1643407" y="3635067"/>
            <a:ext cx="914235" cy="12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79080331-533E-0FD3-0D4E-1C7CD3C97AAD}"/>
              </a:ext>
            </a:extLst>
          </p:cNvPr>
          <p:cNvSpPr/>
          <p:nvPr/>
        </p:nvSpPr>
        <p:spPr>
          <a:xfrm>
            <a:off x="2557642" y="3429000"/>
            <a:ext cx="409265" cy="414661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2E51A792-3E2B-AFE8-2363-F676B637471E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2966907" y="3635069"/>
            <a:ext cx="280153" cy="126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7901930-60E9-260A-C142-A35B535764C7}"/>
              </a:ext>
            </a:extLst>
          </p:cNvPr>
          <p:cNvSpPr txBox="1"/>
          <p:nvPr/>
        </p:nvSpPr>
        <p:spPr>
          <a:xfrm>
            <a:off x="2513673" y="3506932"/>
            <a:ext cx="297477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GB" altLang="zh-CN" b="1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F99541-FECB-7981-27ED-1AF2F302C8FA}"/>
              </a:ext>
            </a:extLst>
          </p:cNvPr>
          <p:cNvSpPr txBox="1"/>
          <p:nvPr/>
        </p:nvSpPr>
        <p:spPr>
          <a:xfrm>
            <a:off x="2613535" y="3608986"/>
            <a:ext cx="297477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GB" altLang="zh-CN" b="1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4381FE-2316-EBDF-F35E-609611ED71A5}"/>
              </a:ext>
            </a:extLst>
          </p:cNvPr>
          <p:cNvSpPr/>
          <p:nvPr/>
        </p:nvSpPr>
        <p:spPr>
          <a:xfrm>
            <a:off x="4776747" y="3614615"/>
            <a:ext cx="1603652" cy="3632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loop</a:t>
            </a:r>
            <a:endParaRPr lang="en-GB" altLang="zh-CN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C751832-83F7-C356-E4BB-42766A206D27}"/>
              </a:ext>
            </a:extLst>
          </p:cNvPr>
          <p:cNvSpPr/>
          <p:nvPr/>
        </p:nvSpPr>
        <p:spPr>
          <a:xfrm>
            <a:off x="8906944" y="3239683"/>
            <a:ext cx="3118756" cy="790767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input </a:t>
            </a:r>
            <a:r>
              <a:rPr lang="el-GR" altLang="zh-CN" sz="1400" b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D2B6793-6792-68E3-C431-FA8F7D677571}"/>
              </a:ext>
            </a:extLst>
          </p:cNvPr>
          <p:cNvSpPr/>
          <p:nvPr/>
        </p:nvSpPr>
        <p:spPr>
          <a:xfrm>
            <a:off x="6697705" y="3614615"/>
            <a:ext cx="1487961" cy="3632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loop (SAS)</a:t>
            </a:r>
            <a:endParaRPr lang="en-GB" altLang="zh-CN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32FDEAF6-F4A5-CB11-E277-1FF09A7E6CB4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4459383" y="3796242"/>
            <a:ext cx="3173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C0C5674-585C-814B-A398-B9507A8360F1}"/>
              </a:ext>
            </a:extLst>
          </p:cNvPr>
          <p:cNvCxnSpPr>
            <a:cxnSpLocks/>
            <a:stCxn id="39" idx="3"/>
            <a:endCxn id="58" idx="1"/>
          </p:cNvCxnSpPr>
          <p:nvPr/>
        </p:nvCxnSpPr>
        <p:spPr>
          <a:xfrm>
            <a:off x="6380399" y="3796242"/>
            <a:ext cx="3173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FFD667A2-17A5-9495-B797-B2B36C592DD3}"/>
              </a:ext>
            </a:extLst>
          </p:cNvPr>
          <p:cNvCxnSpPr>
            <a:cxnSpLocks/>
            <a:stCxn id="10" idx="3"/>
            <a:endCxn id="56" idx="1"/>
          </p:cNvCxnSpPr>
          <p:nvPr/>
        </p:nvCxnSpPr>
        <p:spPr>
          <a:xfrm flipV="1">
            <a:off x="8311243" y="3635067"/>
            <a:ext cx="595701" cy="2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99335E60-A2F8-292A-2AF5-B28B90E4F545}"/>
              </a:ext>
            </a:extLst>
          </p:cNvPr>
          <p:cNvSpPr/>
          <p:nvPr/>
        </p:nvSpPr>
        <p:spPr>
          <a:xfrm>
            <a:off x="9359199" y="4364086"/>
            <a:ext cx="2214246" cy="55637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Helicopter dynamics (plant)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84A4D844-ACE4-4FC7-1E4F-18CE98F7EA09}"/>
              </a:ext>
            </a:extLst>
          </p:cNvPr>
          <p:cNvCxnSpPr>
            <a:cxnSpLocks/>
            <a:stCxn id="170" idx="1"/>
            <a:endCxn id="54" idx="3"/>
          </p:cNvCxnSpPr>
          <p:nvPr/>
        </p:nvCxnSpPr>
        <p:spPr>
          <a:xfrm flipH="1">
            <a:off x="6585148" y="4642271"/>
            <a:ext cx="2774051" cy="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矩形 206">
            <a:extLst>
              <a:ext uri="{FF2B5EF4-FFF2-40B4-BE49-F238E27FC236}">
                <a16:creationId xmlns:a16="http://schemas.microsoft.com/office/drawing/2014/main" id="{DCE59BA2-208B-41FB-774D-71A10C2DBA48}"/>
              </a:ext>
            </a:extLst>
          </p:cNvPr>
          <p:cNvSpPr/>
          <p:nvPr/>
        </p:nvSpPr>
        <p:spPr>
          <a:xfrm>
            <a:off x="151860" y="4364086"/>
            <a:ext cx="1497326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 Planner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8" name="连接符: 肘形 207">
            <a:extLst>
              <a:ext uri="{FF2B5EF4-FFF2-40B4-BE49-F238E27FC236}">
                <a16:creationId xmlns:a16="http://schemas.microsoft.com/office/drawing/2014/main" id="{B7B3F6B0-553B-C72D-0B64-C7194B09D520}"/>
              </a:ext>
            </a:extLst>
          </p:cNvPr>
          <p:cNvCxnSpPr>
            <a:cxnSpLocks/>
            <a:stCxn id="207" idx="0"/>
            <a:endCxn id="9" idx="2"/>
          </p:cNvCxnSpPr>
          <p:nvPr/>
        </p:nvCxnSpPr>
        <p:spPr>
          <a:xfrm rot="16200000" flipV="1">
            <a:off x="668441" y="4132003"/>
            <a:ext cx="462930" cy="12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矩形 231">
            <a:extLst>
              <a:ext uri="{FF2B5EF4-FFF2-40B4-BE49-F238E27FC236}">
                <a16:creationId xmlns:a16="http://schemas.microsoft.com/office/drawing/2014/main" id="{E59368FE-2ACA-991E-3D99-80DC142862E7}"/>
              </a:ext>
            </a:extLst>
          </p:cNvPr>
          <p:cNvSpPr/>
          <p:nvPr/>
        </p:nvSpPr>
        <p:spPr>
          <a:xfrm>
            <a:off x="2193566" y="4364086"/>
            <a:ext cx="1142500" cy="55637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en-GB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EACDD530-715C-4F4D-5806-6E8DA8D935E1}"/>
              </a:ext>
            </a:extLst>
          </p:cNvPr>
          <p:cNvCxnSpPr>
            <a:cxnSpLocks/>
            <a:stCxn id="56" idx="2"/>
            <a:endCxn id="170" idx="0"/>
          </p:cNvCxnSpPr>
          <p:nvPr/>
        </p:nvCxnSpPr>
        <p:spPr>
          <a:xfrm>
            <a:off x="10466322" y="4030450"/>
            <a:ext cx="0" cy="333636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FEAB88DA-5D64-6147-FDF2-079594DFE802}"/>
              </a:ext>
            </a:extLst>
          </p:cNvPr>
          <p:cNvSpPr/>
          <p:nvPr/>
        </p:nvSpPr>
        <p:spPr>
          <a:xfrm>
            <a:off x="6746930" y="4157882"/>
            <a:ext cx="2450486" cy="64717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(rigid body) </a:t>
            </a:r>
            <a:r>
              <a:rPr lang="en-US" altLang="zh-CN" sz="16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i="1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E23FF857-D404-0A58-1714-3880A0FA149E}"/>
              </a:ext>
            </a:extLst>
          </p:cNvPr>
          <p:cNvCxnSpPr>
            <a:cxnSpLocks/>
            <a:stCxn id="232" idx="0"/>
            <a:endCxn id="7" idx="4"/>
          </p:cNvCxnSpPr>
          <p:nvPr/>
        </p:nvCxnSpPr>
        <p:spPr>
          <a:xfrm flipH="1" flipV="1">
            <a:off x="2762275" y="3843661"/>
            <a:ext cx="2541" cy="520425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751B55BF-A3F4-C98D-823A-1586D06194FC}"/>
              </a:ext>
            </a:extLst>
          </p:cNvPr>
          <p:cNvCxnSpPr>
            <a:cxnSpLocks/>
            <a:stCxn id="54" idx="1"/>
            <a:endCxn id="232" idx="3"/>
          </p:cNvCxnSpPr>
          <p:nvPr/>
        </p:nvCxnSpPr>
        <p:spPr>
          <a:xfrm flipH="1">
            <a:off x="3336066" y="4642271"/>
            <a:ext cx="1459379" cy="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46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D5CD-23B7-7000-92A4-585A5230B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>
            <a:extLst>
              <a:ext uri="{FF2B5EF4-FFF2-40B4-BE49-F238E27FC236}">
                <a16:creationId xmlns:a16="http://schemas.microsoft.com/office/drawing/2014/main" id="{7C4E5079-EDE0-C05B-6E87-D67124ED830C}"/>
              </a:ext>
            </a:extLst>
          </p:cNvPr>
          <p:cNvSpPr/>
          <p:nvPr/>
        </p:nvSpPr>
        <p:spPr>
          <a:xfrm>
            <a:off x="7239566" y="3248242"/>
            <a:ext cx="2209233" cy="838087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linear model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96B5B38D-4656-5C42-D376-547A51D56941}"/>
              </a:ext>
            </a:extLst>
          </p:cNvPr>
          <p:cNvSpPr/>
          <p:nvPr/>
        </p:nvSpPr>
        <p:spPr>
          <a:xfrm>
            <a:off x="7479478" y="4903959"/>
            <a:ext cx="1729408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Pitch-rate d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D7DE727-D343-907B-2A51-C15AAACF0154}"/>
                  </a:ext>
                </a:extLst>
              </p:cNvPr>
              <p:cNvSpPr/>
              <p:nvPr/>
            </p:nvSpPr>
            <p:spPr>
              <a:xfrm>
                <a:off x="10588925" y="3385570"/>
                <a:ext cx="541363" cy="556370"/>
              </a:xfrm>
              <a:prstGeom prst="rect">
                <a:avLst/>
              </a:prstGeom>
              <a:noFill/>
              <a:ln w="19050">
                <a:solidFill>
                  <a:srgbClr val="DC143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solidFill>
                            <a:srgbClr val="DC14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DC143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∫</m:t>
                      </m:r>
                    </m:oMath>
                  </m:oMathPara>
                </a14:m>
                <a:endParaRPr lang="en-GB" altLang="zh-CN" i="1" baseline="-25000" dirty="0">
                  <a:solidFill>
                    <a:srgbClr val="DC143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D7DE727-D343-907B-2A51-C15AAACF0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925" y="3385570"/>
                <a:ext cx="541363" cy="556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C143C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50FA0F3-487E-F76D-0E7C-D43F71A70CCD}"/>
              </a:ext>
            </a:extLst>
          </p:cNvPr>
          <p:cNvCxnSpPr>
            <a:cxnSpLocks/>
            <a:stCxn id="170" idx="3"/>
            <a:endCxn id="2" idx="1"/>
          </p:cNvCxnSpPr>
          <p:nvPr/>
        </p:nvCxnSpPr>
        <p:spPr>
          <a:xfrm flipV="1">
            <a:off x="9448799" y="3663755"/>
            <a:ext cx="1140126" cy="3531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AAAC271-D598-C810-1D91-45B7AC269455}"/>
                  </a:ext>
                </a:extLst>
              </p:cNvPr>
              <p:cNvSpPr/>
              <p:nvPr/>
            </p:nvSpPr>
            <p:spPr>
              <a:xfrm>
                <a:off x="8793619" y="3143514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600" b="1" i="1" dirty="0" smtClean="0">
                            <a:solidFill>
                              <a:srgbClr val="DC143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1600" b="1" i="0" dirty="0" smtClean="0">
                            <a:solidFill>
                              <a:srgbClr val="DC143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altLang="zh-CN" sz="1600" i="1" dirty="0">
                    <a:solidFill>
                      <a:srgbClr val="DC143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GB" sz="1400" i="1" noProof="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AAAC271-D598-C810-1D91-45B7AC2694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19" y="3143514"/>
                <a:ext cx="2450486" cy="6471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012F3DBE-4C9B-582C-2114-6014363A8235}"/>
                  </a:ext>
                </a:extLst>
              </p:cNvPr>
              <p:cNvSpPr/>
              <p:nvPr/>
            </p:nvSpPr>
            <p:spPr>
              <a:xfrm>
                <a:off x="7824344" y="2329583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0" dirty="0" smtClean="0">
                        <a:solidFill>
                          <a:srgbClr val="DC143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altLang="zh-CN" sz="1600" i="1" dirty="0">
                    <a:solidFill>
                      <a:srgbClr val="DC143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GB" sz="1400" i="1" noProof="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012F3DBE-4C9B-582C-2114-6014363A82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344" y="2329583"/>
                <a:ext cx="2450486" cy="64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6">
            <a:extLst>
              <a:ext uri="{FF2B5EF4-FFF2-40B4-BE49-F238E27FC236}">
                <a16:creationId xmlns:a16="http://schemas.microsoft.com/office/drawing/2014/main" id="{DD2C12F7-EEAD-82DE-E05F-908C257B8381}"/>
              </a:ext>
            </a:extLst>
          </p:cNvPr>
          <p:cNvSpPr/>
          <p:nvPr/>
        </p:nvSpPr>
        <p:spPr>
          <a:xfrm>
            <a:off x="5502765" y="2679818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7879D10-3D05-FC49-0DC2-5F000043D5E1}"/>
              </a:ext>
            </a:extLst>
          </p:cNvPr>
          <p:cNvSpPr/>
          <p:nvPr/>
        </p:nvSpPr>
        <p:spPr>
          <a:xfrm>
            <a:off x="5504520" y="3392670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4B54F60-A113-E45A-3C9E-92DD57BE4CB6}"/>
              </a:ext>
            </a:extLst>
          </p:cNvPr>
          <p:cNvSpPr/>
          <p:nvPr/>
        </p:nvSpPr>
        <p:spPr>
          <a:xfrm>
            <a:off x="5502765" y="4108667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i="1" dirty="0">
                <a:solidFill>
                  <a:srgbClr val="0000C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rgbClr val="0000C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</a:t>
            </a:r>
            <a:endParaRPr lang="en-GB" altLang="zh-CN" sz="1600" noProof="0" dirty="0">
              <a:solidFill>
                <a:srgbClr val="0000CD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80FC82AE-463D-5285-A709-28842671C9DB}"/>
              </a:ext>
            </a:extLst>
          </p:cNvPr>
          <p:cNvCxnSpPr>
            <a:cxnSpLocks/>
            <a:stCxn id="47" idx="3"/>
            <a:endCxn id="170" idx="1"/>
          </p:cNvCxnSpPr>
          <p:nvPr/>
        </p:nvCxnSpPr>
        <p:spPr>
          <a:xfrm>
            <a:off x="6099440" y="2952668"/>
            <a:ext cx="1140126" cy="714618"/>
          </a:xfrm>
          <a:prstGeom prst="bentConnector3">
            <a:avLst>
              <a:gd name="adj1" fmla="val 50000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41CA20B1-43AB-BBEA-83FA-32B170110F6B}"/>
              </a:ext>
            </a:extLst>
          </p:cNvPr>
          <p:cNvCxnSpPr>
            <a:cxnSpLocks/>
            <a:stCxn id="52" idx="3"/>
            <a:endCxn id="170" idx="1"/>
          </p:cNvCxnSpPr>
          <p:nvPr/>
        </p:nvCxnSpPr>
        <p:spPr>
          <a:xfrm flipV="1">
            <a:off x="6099440" y="3667286"/>
            <a:ext cx="1140126" cy="714231"/>
          </a:xfrm>
          <a:prstGeom prst="bentConnector3">
            <a:avLst>
              <a:gd name="adj1" fmla="val 50000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9632BBF7-72B2-9231-0B5D-1FA9B17F49BD}"/>
              </a:ext>
            </a:extLst>
          </p:cNvPr>
          <p:cNvSpPr/>
          <p:nvPr/>
        </p:nvSpPr>
        <p:spPr>
          <a:xfrm>
            <a:off x="4236728" y="3598649"/>
            <a:ext cx="703603" cy="847894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Blend</a:t>
            </a:r>
          </a:p>
          <a:p>
            <a:pPr algn="ctr">
              <a:lnSpc>
                <a:spcPct val="90000"/>
              </a:lnSpc>
            </a:pPr>
            <a:r>
              <a:rPr lang="en-US" altLang="zh-CN" sz="14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endParaRPr lang="en-GB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EA9B37BF-D4E0-22A0-4F7C-E6385E3746AB}"/>
              </a:ext>
            </a:extLst>
          </p:cNvPr>
          <p:cNvCxnSpPr>
            <a:cxnSpLocks/>
            <a:stCxn id="139" idx="3"/>
            <a:endCxn id="51" idx="1"/>
          </p:cNvCxnSpPr>
          <p:nvPr/>
        </p:nvCxnSpPr>
        <p:spPr>
          <a:xfrm flipV="1">
            <a:off x="4940331" y="3665520"/>
            <a:ext cx="564189" cy="357076"/>
          </a:xfrm>
          <a:prstGeom prst="bentConnector3">
            <a:avLst>
              <a:gd name="adj1" fmla="val 50000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FC40C564-A508-E8C6-14E9-731BF548A5F0}"/>
              </a:ext>
            </a:extLst>
          </p:cNvPr>
          <p:cNvCxnSpPr>
            <a:cxnSpLocks/>
            <a:stCxn id="139" idx="3"/>
            <a:endCxn id="52" idx="1"/>
          </p:cNvCxnSpPr>
          <p:nvPr/>
        </p:nvCxnSpPr>
        <p:spPr>
          <a:xfrm>
            <a:off x="4940331" y="4022596"/>
            <a:ext cx="562434" cy="358921"/>
          </a:xfrm>
          <a:prstGeom prst="bentConnector3">
            <a:avLst>
              <a:gd name="adj1" fmla="val 50000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A13D0A2F-6FFF-BC08-65AA-4B5B605DEF89}"/>
              </a:ext>
            </a:extLst>
          </p:cNvPr>
          <p:cNvCxnSpPr>
            <a:cxnSpLocks/>
            <a:stCxn id="2" idx="0"/>
            <a:endCxn id="207" idx="3"/>
          </p:cNvCxnSpPr>
          <p:nvPr/>
        </p:nvCxnSpPr>
        <p:spPr>
          <a:xfrm rot="16200000" flipH="1" flipV="1">
            <a:off x="9135960" y="3458496"/>
            <a:ext cx="1796574" cy="1650721"/>
          </a:xfrm>
          <a:prstGeom prst="bentConnector4">
            <a:avLst>
              <a:gd name="adj1" fmla="val -28074"/>
              <a:gd name="adj2" fmla="val -44236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3E3D74D4-620D-E832-AD9B-2E72702FF5D8}"/>
                  </a:ext>
                </a:extLst>
              </p:cNvPr>
              <p:cNvSpPr/>
              <p:nvPr/>
            </p:nvSpPr>
            <p:spPr>
              <a:xfrm>
                <a:off x="9208886" y="4618758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3E3D74D4-620D-E832-AD9B-2E72702FF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886" y="4618758"/>
                <a:ext cx="2450486" cy="647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连接符: 肘形 167">
            <a:extLst>
              <a:ext uri="{FF2B5EF4-FFF2-40B4-BE49-F238E27FC236}">
                <a16:creationId xmlns:a16="http://schemas.microsoft.com/office/drawing/2014/main" id="{ABDAB569-AAB5-1D87-844E-9C86EE02C58B}"/>
              </a:ext>
            </a:extLst>
          </p:cNvPr>
          <p:cNvCxnSpPr>
            <a:cxnSpLocks/>
            <a:stCxn id="207" idx="1"/>
            <a:endCxn id="139" idx="1"/>
          </p:cNvCxnSpPr>
          <p:nvPr/>
        </p:nvCxnSpPr>
        <p:spPr>
          <a:xfrm rot="10800000">
            <a:off x="4236728" y="4022596"/>
            <a:ext cx="3242750" cy="1159548"/>
          </a:xfrm>
          <a:prstGeom prst="bentConnector3">
            <a:avLst>
              <a:gd name="adj1" fmla="val 1083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A7D03E18-5F28-025E-C2E0-AC47C11F440C}"/>
              </a:ext>
            </a:extLst>
          </p:cNvPr>
          <p:cNvSpPr/>
          <p:nvPr/>
        </p:nvSpPr>
        <p:spPr>
          <a:xfrm>
            <a:off x="2152819" y="3744411"/>
            <a:ext cx="1603652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Pitch-attitude hold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63B74A33-3880-2043-5033-61B05B2F5FB4}"/>
              </a:ext>
            </a:extLst>
          </p:cNvPr>
          <p:cNvCxnSpPr>
            <a:cxnSpLocks/>
            <a:stCxn id="178" idx="3"/>
            <a:endCxn id="139" idx="1"/>
          </p:cNvCxnSpPr>
          <p:nvPr/>
        </p:nvCxnSpPr>
        <p:spPr>
          <a:xfrm>
            <a:off x="3756471" y="4022596"/>
            <a:ext cx="4802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矩形 184">
            <a:extLst>
              <a:ext uri="{FF2B5EF4-FFF2-40B4-BE49-F238E27FC236}">
                <a16:creationId xmlns:a16="http://schemas.microsoft.com/office/drawing/2014/main" id="{1A751972-4214-FC19-AC3F-E1A175B8D97D}"/>
              </a:ext>
            </a:extLst>
          </p:cNvPr>
          <p:cNvSpPr/>
          <p:nvPr/>
        </p:nvSpPr>
        <p:spPr>
          <a:xfrm>
            <a:off x="739693" y="3744411"/>
            <a:ext cx="1105340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trim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817D98A4-2021-8041-F40B-56D5FB7A07BE}"/>
              </a:ext>
            </a:extLst>
          </p:cNvPr>
          <p:cNvCxnSpPr>
            <a:cxnSpLocks/>
            <a:stCxn id="2" idx="0"/>
            <a:endCxn id="185" idx="2"/>
          </p:cNvCxnSpPr>
          <p:nvPr/>
        </p:nvCxnSpPr>
        <p:spPr>
          <a:xfrm rot="16200000" flipH="1" flipV="1">
            <a:off x="5618379" y="-940447"/>
            <a:ext cx="915211" cy="9567244"/>
          </a:xfrm>
          <a:prstGeom prst="bentConnector5">
            <a:avLst>
              <a:gd name="adj1" fmla="val -55586"/>
              <a:gd name="adj2" fmla="val -7606"/>
              <a:gd name="adj3" fmla="val 296535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66D83496-E1AB-5897-EDEC-6DF4CA377DA7}"/>
                  </a:ext>
                </a:extLst>
              </p:cNvPr>
              <p:cNvSpPr/>
              <p:nvPr/>
            </p:nvSpPr>
            <p:spPr>
              <a:xfrm>
                <a:off x="3558780" y="4523271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66D83496-E1AB-5897-EDEC-6DF4CA377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780" y="4523271"/>
                <a:ext cx="2450486" cy="6471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E1BAFEC2-4A06-2842-E233-5A6582D8D8A0}"/>
              </a:ext>
            </a:extLst>
          </p:cNvPr>
          <p:cNvCxnSpPr>
            <a:cxnSpLocks/>
            <a:stCxn id="185" idx="3"/>
            <a:endCxn id="178" idx="1"/>
          </p:cNvCxnSpPr>
          <p:nvPr/>
        </p:nvCxnSpPr>
        <p:spPr>
          <a:xfrm>
            <a:off x="1845033" y="4022596"/>
            <a:ext cx="30778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BA8E5177-E7D7-6CBF-94EC-7F0BC546B458}"/>
                  </a:ext>
                </a:extLst>
              </p:cNvPr>
              <p:cNvSpPr/>
              <p:nvPr/>
            </p:nvSpPr>
            <p:spPr>
              <a:xfrm>
                <a:off x="-861856" y="3497361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40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BA8E5177-E7D7-6CBF-94EC-7F0BC546B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1856" y="3497361"/>
                <a:ext cx="2450486" cy="6471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9A71CC04-665C-AF90-9773-53C86C8696D1}"/>
              </a:ext>
            </a:extLst>
          </p:cNvPr>
          <p:cNvCxnSpPr>
            <a:cxnSpLocks/>
            <a:endCxn id="185" idx="1"/>
          </p:cNvCxnSpPr>
          <p:nvPr/>
        </p:nvCxnSpPr>
        <p:spPr>
          <a:xfrm>
            <a:off x="0" y="4022596"/>
            <a:ext cx="739693" cy="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141C24AC-B4BF-CC73-771B-29FB8415F36A}"/>
              </a:ext>
            </a:extLst>
          </p:cNvPr>
          <p:cNvCxnSpPr>
            <a:cxnSpLocks/>
            <a:stCxn id="51" idx="3"/>
            <a:endCxn id="170" idx="1"/>
          </p:cNvCxnSpPr>
          <p:nvPr/>
        </p:nvCxnSpPr>
        <p:spPr>
          <a:xfrm>
            <a:off x="6101195" y="3665520"/>
            <a:ext cx="1138371" cy="1766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6E37F9CB-034E-00E3-190B-BECCA2660671}"/>
              </a:ext>
            </a:extLst>
          </p:cNvPr>
          <p:cNvCxnSpPr>
            <a:cxnSpLocks/>
          </p:cNvCxnSpPr>
          <p:nvPr/>
        </p:nvCxnSpPr>
        <p:spPr>
          <a:xfrm flipV="1">
            <a:off x="4588529" y="4451350"/>
            <a:ext cx="0" cy="1639207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EDF1AAE1-6EB6-08C9-7105-F1F3D50E1C09}"/>
              </a:ext>
            </a:extLst>
          </p:cNvPr>
          <p:cNvSpPr/>
          <p:nvPr/>
        </p:nvSpPr>
        <p:spPr>
          <a:xfrm>
            <a:off x="2089941" y="2123448"/>
            <a:ext cx="1729408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velocity hold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BD9D0986-560A-D567-AD1D-126E20E5AFAA}"/>
                  </a:ext>
                </a:extLst>
              </p:cNvPr>
              <p:cNvSpPr/>
              <p:nvPr/>
            </p:nvSpPr>
            <p:spPr>
              <a:xfrm>
                <a:off x="3925159" y="1873855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BD9D0986-560A-D567-AD1D-126E20E5AF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159" y="1873855"/>
                <a:ext cx="2450486" cy="647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矩形 257">
                <a:extLst>
                  <a:ext uri="{FF2B5EF4-FFF2-40B4-BE49-F238E27FC236}">
                    <a16:creationId xmlns:a16="http://schemas.microsoft.com/office/drawing/2014/main" id="{A7B5046B-35AE-6642-4A9A-35D15DDA6FC7}"/>
                  </a:ext>
                </a:extLst>
              </p:cNvPr>
              <p:cNvSpPr/>
              <p:nvPr/>
            </p:nvSpPr>
            <p:spPr>
              <a:xfrm>
                <a:off x="6588969" y="1313887"/>
                <a:ext cx="541363" cy="556370"/>
              </a:xfrm>
              <a:prstGeom prst="rect">
                <a:avLst/>
              </a:prstGeom>
              <a:noFill/>
              <a:ln w="19050">
                <a:solidFill>
                  <a:srgbClr val="000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∫</m:t>
                      </m:r>
                    </m:oMath>
                  </m:oMathPara>
                </a14:m>
                <a:endParaRPr lang="en-GB" altLang="zh-CN" i="1" baseline="-25000" dirty="0">
                  <a:solidFill>
                    <a:srgbClr val="0000CD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8" name="矩形 257">
                <a:extLst>
                  <a:ext uri="{FF2B5EF4-FFF2-40B4-BE49-F238E27FC236}">
                    <a16:creationId xmlns:a16="http://schemas.microsoft.com/office/drawing/2014/main" id="{A7B5046B-35AE-6642-4A9A-35D15DDA6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69" y="1313887"/>
                <a:ext cx="541363" cy="5563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0000C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5" name="连接符: 肘形 264">
            <a:extLst>
              <a:ext uri="{FF2B5EF4-FFF2-40B4-BE49-F238E27FC236}">
                <a16:creationId xmlns:a16="http://schemas.microsoft.com/office/drawing/2014/main" id="{436B1047-E2AB-238B-2FEB-C7E95BCC536D}"/>
              </a:ext>
            </a:extLst>
          </p:cNvPr>
          <p:cNvCxnSpPr>
            <a:cxnSpLocks/>
            <a:stCxn id="2" idx="0"/>
            <a:endCxn id="241" idx="3"/>
          </p:cNvCxnSpPr>
          <p:nvPr/>
        </p:nvCxnSpPr>
        <p:spPr>
          <a:xfrm rot="16200000" flipV="1">
            <a:off x="6847510" y="-626527"/>
            <a:ext cx="983937" cy="7040258"/>
          </a:xfrm>
          <a:prstGeom prst="bentConnector2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连接符: 肘形 267">
            <a:extLst>
              <a:ext uri="{FF2B5EF4-FFF2-40B4-BE49-F238E27FC236}">
                <a16:creationId xmlns:a16="http://schemas.microsoft.com/office/drawing/2014/main" id="{0C28F457-1106-A338-30E9-7BB97749CE21}"/>
              </a:ext>
            </a:extLst>
          </p:cNvPr>
          <p:cNvCxnSpPr>
            <a:cxnSpLocks/>
            <a:stCxn id="2" idx="0"/>
            <a:endCxn id="258" idx="3"/>
          </p:cNvCxnSpPr>
          <p:nvPr/>
        </p:nvCxnSpPr>
        <p:spPr>
          <a:xfrm rot="16200000" flipV="1">
            <a:off x="8098221" y="624183"/>
            <a:ext cx="1793498" cy="3729275"/>
          </a:xfrm>
          <a:prstGeom prst="bentConnector2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矩形 274">
            <a:extLst>
              <a:ext uri="{FF2B5EF4-FFF2-40B4-BE49-F238E27FC236}">
                <a16:creationId xmlns:a16="http://schemas.microsoft.com/office/drawing/2014/main" id="{4AEFA1D0-C7D5-2C33-C078-21365CAC5A20}"/>
              </a:ext>
            </a:extLst>
          </p:cNvPr>
          <p:cNvSpPr/>
          <p:nvPr/>
        </p:nvSpPr>
        <p:spPr>
          <a:xfrm>
            <a:off x="2361763" y="1318941"/>
            <a:ext cx="1185764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hold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3D506BA6-EA05-4C1D-AFB4-F794A9F2C6BA}"/>
              </a:ext>
            </a:extLst>
          </p:cNvPr>
          <p:cNvCxnSpPr>
            <a:cxnSpLocks/>
            <a:stCxn id="258" idx="1"/>
            <a:endCxn id="275" idx="3"/>
          </p:cNvCxnSpPr>
          <p:nvPr/>
        </p:nvCxnSpPr>
        <p:spPr>
          <a:xfrm flipH="1">
            <a:off x="3547527" y="1592072"/>
            <a:ext cx="3041442" cy="5054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5EB10D3C-B631-B604-56F4-F9EDD8A36D75}"/>
                  </a:ext>
                </a:extLst>
              </p:cNvPr>
              <p:cNvSpPr/>
              <p:nvPr/>
            </p:nvSpPr>
            <p:spPr>
              <a:xfrm>
                <a:off x="3925159" y="1066800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5EB10D3C-B631-B604-56F4-F9EDD8A36D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159" y="1066800"/>
                <a:ext cx="2450486" cy="6471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56518B6E-5A0E-D62F-1AB4-65B43462954A}"/>
              </a:ext>
            </a:extLst>
          </p:cNvPr>
          <p:cNvCxnSpPr>
            <a:cxnSpLocks/>
            <a:stCxn id="275" idx="2"/>
            <a:endCxn id="241" idx="0"/>
          </p:cNvCxnSpPr>
          <p:nvPr/>
        </p:nvCxnSpPr>
        <p:spPr>
          <a:xfrm>
            <a:off x="2954645" y="1875311"/>
            <a:ext cx="0" cy="2481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连接符: 肘形 285">
            <a:extLst>
              <a:ext uri="{FF2B5EF4-FFF2-40B4-BE49-F238E27FC236}">
                <a16:creationId xmlns:a16="http://schemas.microsoft.com/office/drawing/2014/main" id="{71DA928F-4D1D-FF35-BB4A-F5B15F2306E1}"/>
              </a:ext>
            </a:extLst>
          </p:cNvPr>
          <p:cNvCxnSpPr>
            <a:cxnSpLocks/>
            <a:stCxn id="241" idx="2"/>
            <a:endCxn id="47" idx="1"/>
          </p:cNvCxnSpPr>
          <p:nvPr/>
        </p:nvCxnSpPr>
        <p:spPr>
          <a:xfrm rot="16200000" flipH="1">
            <a:off x="4092280" y="1542183"/>
            <a:ext cx="272850" cy="25481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89B8ADD9-231C-9D97-256D-CF6F6B964EA0}"/>
              </a:ext>
            </a:extLst>
          </p:cNvPr>
          <p:cNvCxnSpPr>
            <a:cxnSpLocks/>
            <a:endCxn id="275" idx="1"/>
          </p:cNvCxnSpPr>
          <p:nvPr/>
        </p:nvCxnSpPr>
        <p:spPr>
          <a:xfrm>
            <a:off x="0" y="1592071"/>
            <a:ext cx="2361763" cy="5055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33FEF32D-1D03-72A9-0C7C-CCB0C2DBE9A2}"/>
                  </a:ext>
                </a:extLst>
              </p:cNvPr>
              <p:cNvSpPr/>
              <p:nvPr/>
            </p:nvSpPr>
            <p:spPr>
              <a:xfrm>
                <a:off x="-855397" y="1066800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40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33FEF32D-1D03-72A9-0C7C-CCB0C2DBE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5397" y="1066800"/>
                <a:ext cx="2450486" cy="647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矩形 293">
                <a:extLst>
                  <a:ext uri="{FF2B5EF4-FFF2-40B4-BE49-F238E27FC236}">
                    <a16:creationId xmlns:a16="http://schemas.microsoft.com/office/drawing/2014/main" id="{54CF83AF-2845-33FC-7865-2074E3734119}"/>
                  </a:ext>
                </a:extLst>
              </p:cNvPr>
              <p:cNvSpPr/>
              <p:nvPr/>
            </p:nvSpPr>
            <p:spPr>
              <a:xfrm>
                <a:off x="7824344" y="1059170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4" name="矩形 293">
                <a:extLst>
                  <a:ext uri="{FF2B5EF4-FFF2-40B4-BE49-F238E27FC236}">
                    <a16:creationId xmlns:a16="http://schemas.microsoft.com/office/drawing/2014/main" id="{54CF83AF-2845-33FC-7865-2074E3734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344" y="1059170"/>
                <a:ext cx="2450486" cy="6471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4AC7B2ED-C03E-F2B4-CF0B-98C6ADC72495}"/>
              </a:ext>
            </a:extLst>
          </p:cNvPr>
          <p:cNvCxnSpPr>
            <a:cxnSpLocks/>
            <a:stCxn id="2" idx="0"/>
            <a:endCxn id="178" idx="2"/>
          </p:cNvCxnSpPr>
          <p:nvPr/>
        </p:nvCxnSpPr>
        <p:spPr>
          <a:xfrm rot="16200000" flipH="1" flipV="1">
            <a:off x="6449520" y="-109306"/>
            <a:ext cx="915211" cy="7904962"/>
          </a:xfrm>
          <a:prstGeom prst="bentConnector5">
            <a:avLst>
              <a:gd name="adj1" fmla="val -55506"/>
              <a:gd name="adj2" fmla="val -9269"/>
              <a:gd name="adj3" fmla="val 253435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8D99A9A7-4DB1-CD51-6CDF-5B822F84EE0E}"/>
              </a:ext>
            </a:extLst>
          </p:cNvPr>
          <p:cNvCxnSpPr>
            <a:cxnSpLocks/>
            <a:stCxn id="2" idx="0"/>
            <a:endCxn id="170" idx="1"/>
          </p:cNvCxnSpPr>
          <p:nvPr/>
        </p:nvCxnSpPr>
        <p:spPr>
          <a:xfrm rot="16200000" flipH="1" flipV="1">
            <a:off x="8908729" y="1716407"/>
            <a:ext cx="281716" cy="3620041"/>
          </a:xfrm>
          <a:prstGeom prst="bentConnector4">
            <a:avLst>
              <a:gd name="adj1" fmla="val -180127"/>
              <a:gd name="adj2" fmla="val 110575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45D0BE7-225B-F706-E875-FEFB71DF3166}"/>
                  </a:ext>
                </a:extLst>
              </p:cNvPr>
              <p:cNvSpPr/>
              <p:nvPr/>
            </p:nvSpPr>
            <p:spPr>
              <a:xfrm>
                <a:off x="1986376" y="4900499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45D0BE7-225B-F706-E875-FEFB71DF3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76" y="4900499"/>
                <a:ext cx="2450486" cy="647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B7B088E-863D-70FA-C9E7-2790321527EA}"/>
                  </a:ext>
                </a:extLst>
              </p:cNvPr>
              <p:cNvSpPr/>
              <p:nvPr/>
            </p:nvSpPr>
            <p:spPr>
              <a:xfrm>
                <a:off x="285174" y="4900498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B7B088E-863D-70FA-C9E7-279032152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74" y="4900498"/>
                <a:ext cx="2450486" cy="647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60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8FE8-C4FB-6DE4-7A12-643B267A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>
            <a:extLst>
              <a:ext uri="{FF2B5EF4-FFF2-40B4-BE49-F238E27FC236}">
                <a16:creationId xmlns:a16="http://schemas.microsoft.com/office/drawing/2014/main" id="{C8E52423-7C6D-E79B-D50F-16BB2551FA47}"/>
              </a:ext>
            </a:extLst>
          </p:cNvPr>
          <p:cNvSpPr/>
          <p:nvPr/>
        </p:nvSpPr>
        <p:spPr>
          <a:xfrm>
            <a:off x="7270302" y="3248242"/>
            <a:ext cx="2209233" cy="838087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Lateral linear model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6F0152DD-369B-CFBE-52E4-337752F817F7}"/>
              </a:ext>
            </a:extLst>
          </p:cNvPr>
          <p:cNvSpPr/>
          <p:nvPr/>
        </p:nvSpPr>
        <p:spPr>
          <a:xfrm>
            <a:off x="7510214" y="4584646"/>
            <a:ext cx="1729408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Yaw-rate d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D8E6953-326B-E490-FF0C-F18C00D89829}"/>
                  </a:ext>
                </a:extLst>
              </p:cNvPr>
              <p:cNvSpPr/>
              <p:nvPr/>
            </p:nvSpPr>
            <p:spPr>
              <a:xfrm>
                <a:off x="10619661" y="3385570"/>
                <a:ext cx="541363" cy="556370"/>
              </a:xfrm>
              <a:prstGeom prst="rect">
                <a:avLst/>
              </a:prstGeom>
              <a:noFill/>
              <a:ln w="19050">
                <a:solidFill>
                  <a:srgbClr val="DC143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solidFill>
                            <a:srgbClr val="DC14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DC143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∫</m:t>
                      </m:r>
                    </m:oMath>
                  </m:oMathPara>
                </a14:m>
                <a:endParaRPr lang="en-GB" altLang="zh-CN" i="1" baseline="-25000" dirty="0">
                  <a:solidFill>
                    <a:srgbClr val="DC143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D8E6953-326B-E490-FF0C-F18C00D89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661" y="3385570"/>
                <a:ext cx="541363" cy="556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C143C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50C6D69-A3B5-65FB-1B06-6D5B6358C0D0}"/>
              </a:ext>
            </a:extLst>
          </p:cNvPr>
          <p:cNvCxnSpPr>
            <a:cxnSpLocks/>
            <a:stCxn id="170" idx="3"/>
            <a:endCxn id="2" idx="1"/>
          </p:cNvCxnSpPr>
          <p:nvPr/>
        </p:nvCxnSpPr>
        <p:spPr>
          <a:xfrm flipV="1">
            <a:off x="9479535" y="3663755"/>
            <a:ext cx="1140126" cy="3531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16E1D82-0288-FD0B-E896-64F7D277895E}"/>
                  </a:ext>
                </a:extLst>
              </p:cNvPr>
              <p:cNvSpPr/>
              <p:nvPr/>
            </p:nvSpPr>
            <p:spPr>
              <a:xfrm>
                <a:off x="8824355" y="3143514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600" b="1" i="1" dirty="0" smtClean="0">
                            <a:solidFill>
                              <a:srgbClr val="DC143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1600" b="1" i="0" dirty="0" smtClean="0">
                            <a:solidFill>
                              <a:srgbClr val="DC143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altLang="zh-CN" sz="1600" i="1" dirty="0">
                    <a:solidFill>
                      <a:srgbClr val="DC143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GB" sz="1400" i="1" noProof="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16E1D82-0288-FD0B-E896-64F7D2778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355" y="3143514"/>
                <a:ext cx="2450486" cy="6471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418D39D-50BE-573E-0CBD-0423FE20603A}"/>
                  </a:ext>
                </a:extLst>
              </p:cNvPr>
              <p:cNvSpPr/>
              <p:nvPr/>
            </p:nvSpPr>
            <p:spPr>
              <a:xfrm>
                <a:off x="7855080" y="2329583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0" dirty="0" smtClean="0">
                        <a:solidFill>
                          <a:srgbClr val="DC143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altLang="zh-CN" sz="1600" i="1" dirty="0">
                    <a:solidFill>
                      <a:srgbClr val="DC143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GB" sz="1400" i="1" noProof="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418D39D-50BE-573E-0CBD-0423FE206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080" y="2329583"/>
                <a:ext cx="2450486" cy="64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6">
            <a:extLst>
              <a:ext uri="{FF2B5EF4-FFF2-40B4-BE49-F238E27FC236}">
                <a16:creationId xmlns:a16="http://schemas.microsoft.com/office/drawing/2014/main" id="{18E1A159-037F-C5B3-2CA2-F306257D6FFC}"/>
              </a:ext>
            </a:extLst>
          </p:cNvPr>
          <p:cNvSpPr/>
          <p:nvPr/>
        </p:nvSpPr>
        <p:spPr>
          <a:xfrm>
            <a:off x="5533501" y="2679818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713F996-07E9-7DE0-967C-37CEAB05B24A}"/>
              </a:ext>
            </a:extLst>
          </p:cNvPr>
          <p:cNvSpPr/>
          <p:nvPr/>
        </p:nvSpPr>
        <p:spPr>
          <a:xfrm>
            <a:off x="5535256" y="3392670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C850873-B05E-F72C-921E-98C6C895BB8A}"/>
              </a:ext>
            </a:extLst>
          </p:cNvPr>
          <p:cNvSpPr/>
          <p:nvPr/>
        </p:nvSpPr>
        <p:spPr>
          <a:xfrm>
            <a:off x="5533501" y="4108667"/>
            <a:ext cx="596675" cy="545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1600" i="1" dirty="0">
                <a:solidFill>
                  <a:srgbClr val="0000C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rgbClr val="0000C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</a:t>
            </a:r>
            <a:endParaRPr lang="en-GB" altLang="zh-CN" sz="1600" noProof="0" dirty="0">
              <a:solidFill>
                <a:srgbClr val="0000CD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CE88D54D-DDB8-37CC-305F-C4CAC1F4EFDD}"/>
              </a:ext>
            </a:extLst>
          </p:cNvPr>
          <p:cNvCxnSpPr>
            <a:cxnSpLocks/>
          </p:cNvCxnSpPr>
          <p:nvPr/>
        </p:nvCxnSpPr>
        <p:spPr>
          <a:xfrm>
            <a:off x="6134934" y="2952668"/>
            <a:ext cx="1140126" cy="714618"/>
          </a:xfrm>
          <a:prstGeom prst="bentConnector3">
            <a:avLst>
              <a:gd name="adj1" fmla="val 50000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55A030CB-B283-199B-8DCF-4B48A2B3C6D8}"/>
              </a:ext>
            </a:extLst>
          </p:cNvPr>
          <p:cNvCxnSpPr>
            <a:cxnSpLocks/>
            <a:endCxn id="170" idx="1"/>
          </p:cNvCxnSpPr>
          <p:nvPr/>
        </p:nvCxnSpPr>
        <p:spPr>
          <a:xfrm flipV="1">
            <a:off x="6140890" y="3667286"/>
            <a:ext cx="1129412" cy="740541"/>
          </a:xfrm>
          <a:prstGeom prst="bentConnector3">
            <a:avLst>
              <a:gd name="adj1" fmla="val 50000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E4A2BFF0-78E2-8A84-DCF3-F070A9449EDA}"/>
              </a:ext>
            </a:extLst>
          </p:cNvPr>
          <p:cNvSpPr/>
          <p:nvPr/>
        </p:nvSpPr>
        <p:spPr>
          <a:xfrm>
            <a:off x="3808597" y="3168016"/>
            <a:ext cx="1140126" cy="991475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90000"/>
              </a:lnSpc>
            </a:pPr>
            <a:r>
              <a:rPr lang="en-US" sz="14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endParaRPr lang="en-GB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FCDFBB8B-BD5D-4BFA-ADC9-55889AA57A9F}"/>
              </a:ext>
            </a:extLst>
          </p:cNvPr>
          <p:cNvCxnSpPr>
            <a:cxnSpLocks/>
            <a:stCxn id="139" idx="3"/>
            <a:endCxn id="52" idx="1"/>
          </p:cNvCxnSpPr>
          <p:nvPr/>
        </p:nvCxnSpPr>
        <p:spPr>
          <a:xfrm>
            <a:off x="4948723" y="3663754"/>
            <a:ext cx="584778" cy="717763"/>
          </a:xfrm>
          <a:prstGeom prst="bentConnector3">
            <a:avLst>
              <a:gd name="adj1" fmla="val 50000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01A88738-E6AC-9479-13D9-9D319AC1FE3B}"/>
              </a:ext>
            </a:extLst>
          </p:cNvPr>
          <p:cNvCxnSpPr>
            <a:cxnSpLocks/>
            <a:stCxn id="2" idx="0"/>
            <a:endCxn id="207" idx="3"/>
          </p:cNvCxnSpPr>
          <p:nvPr/>
        </p:nvCxnSpPr>
        <p:spPr>
          <a:xfrm rot="16200000" flipH="1" flipV="1">
            <a:off x="9326352" y="3298839"/>
            <a:ext cx="1477261" cy="1650721"/>
          </a:xfrm>
          <a:prstGeom prst="bentConnector4">
            <a:avLst>
              <a:gd name="adj1" fmla="val -34044"/>
              <a:gd name="adj2" fmla="val -50171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80960CBA-27C2-C712-738A-97C8E00C1120}"/>
                  </a:ext>
                </a:extLst>
              </p:cNvPr>
              <p:cNvSpPr/>
              <p:nvPr/>
            </p:nvSpPr>
            <p:spPr>
              <a:xfrm>
                <a:off x="9300314" y="4380214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80960CBA-27C2-C712-738A-97C8E00C1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314" y="4380214"/>
                <a:ext cx="2450486" cy="647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D8189C85-08B8-0A7F-1213-3973FBDAF39E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rot="16200000" flipH="1" flipV="1">
            <a:off x="5763449" y="14122"/>
            <a:ext cx="1755446" cy="8498342"/>
          </a:xfrm>
          <a:prstGeom prst="bentConnector5">
            <a:avLst>
              <a:gd name="adj1" fmla="val -28897"/>
              <a:gd name="adj2" fmla="val -9794"/>
              <a:gd name="adj3" fmla="val 113022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9976F0A9-BEBF-CFC4-501B-5A0D5E7A7B07}"/>
                  </a:ext>
                </a:extLst>
              </p:cNvPr>
              <p:cNvSpPr/>
              <p:nvPr/>
            </p:nvSpPr>
            <p:spPr>
              <a:xfrm>
                <a:off x="9300314" y="4832092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𝜓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9976F0A9-BEBF-CFC4-501B-5A0D5E7A7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314" y="4832092"/>
                <a:ext cx="2450486" cy="6471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501AF25C-852B-3EA9-0ABB-E7715F514AEE}"/>
                  </a:ext>
                </a:extLst>
              </p:cNvPr>
              <p:cNvSpPr/>
              <p:nvPr/>
            </p:nvSpPr>
            <p:spPr>
              <a:xfrm>
                <a:off x="-855397" y="4328024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40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501AF25C-852B-3EA9-0ABB-E7715F514A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5397" y="4328024"/>
                <a:ext cx="2450486" cy="6471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F586D216-1335-EA8A-9880-C33123C0F24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0" y="4862831"/>
            <a:ext cx="1799119" cy="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C7F836F7-08AA-2DAA-EE46-D322052E5EA3}"/>
              </a:ext>
            </a:extLst>
          </p:cNvPr>
          <p:cNvCxnSpPr>
            <a:cxnSpLocks/>
            <a:stCxn id="51" idx="3"/>
            <a:endCxn id="170" idx="1"/>
          </p:cNvCxnSpPr>
          <p:nvPr/>
        </p:nvCxnSpPr>
        <p:spPr>
          <a:xfrm>
            <a:off x="6131931" y="3665520"/>
            <a:ext cx="1138371" cy="1766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324BC153-5B7D-F367-9023-2847AB33AA3C}"/>
              </a:ext>
            </a:extLst>
          </p:cNvPr>
          <p:cNvSpPr/>
          <p:nvPr/>
        </p:nvSpPr>
        <p:spPr>
          <a:xfrm>
            <a:off x="714499" y="1958751"/>
            <a:ext cx="1729408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Roll-attitude hold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5" name="连接符: 肘形 264">
            <a:extLst>
              <a:ext uri="{FF2B5EF4-FFF2-40B4-BE49-F238E27FC236}">
                <a16:creationId xmlns:a16="http://schemas.microsoft.com/office/drawing/2014/main" id="{A70FCDF5-B5F8-326B-3658-0B788BC21BFE}"/>
              </a:ext>
            </a:extLst>
          </p:cNvPr>
          <p:cNvCxnSpPr>
            <a:cxnSpLocks/>
            <a:endCxn id="241" idx="3"/>
          </p:cNvCxnSpPr>
          <p:nvPr/>
        </p:nvCxnSpPr>
        <p:spPr>
          <a:xfrm rot="10800000" flipV="1">
            <a:off x="2443908" y="1447664"/>
            <a:ext cx="973807" cy="789272"/>
          </a:xfrm>
          <a:prstGeom prst="bentConnector3">
            <a:avLst>
              <a:gd name="adj1" fmla="val 50000"/>
            </a:avLst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连接符: 肘形 267">
            <a:extLst>
              <a:ext uri="{FF2B5EF4-FFF2-40B4-BE49-F238E27FC236}">
                <a16:creationId xmlns:a16="http://schemas.microsoft.com/office/drawing/2014/main" id="{D1E115FB-168D-70C2-F16C-3BE5D80D7183}"/>
              </a:ext>
            </a:extLst>
          </p:cNvPr>
          <p:cNvCxnSpPr>
            <a:cxnSpLocks/>
            <a:stCxn id="2" idx="0"/>
            <a:endCxn id="275" idx="3"/>
          </p:cNvCxnSpPr>
          <p:nvPr/>
        </p:nvCxnSpPr>
        <p:spPr>
          <a:xfrm rot="16200000" flipV="1">
            <a:off x="5542156" y="-1962617"/>
            <a:ext cx="1937904" cy="8758470"/>
          </a:xfrm>
          <a:prstGeom prst="bentConnector2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矩形 274">
            <a:extLst>
              <a:ext uri="{FF2B5EF4-FFF2-40B4-BE49-F238E27FC236}">
                <a16:creationId xmlns:a16="http://schemas.microsoft.com/office/drawing/2014/main" id="{09342EE8-273F-5A2F-87FB-4CBAD22EC3AB}"/>
              </a:ext>
            </a:extLst>
          </p:cNvPr>
          <p:cNvSpPr/>
          <p:nvPr/>
        </p:nvSpPr>
        <p:spPr>
          <a:xfrm>
            <a:off x="1026533" y="1169481"/>
            <a:ext cx="1105340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trim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BD48A600-DA2D-7120-8017-8FE378582B83}"/>
              </a:ext>
            </a:extLst>
          </p:cNvPr>
          <p:cNvCxnSpPr>
            <a:cxnSpLocks/>
            <a:stCxn id="275" idx="2"/>
            <a:endCxn id="241" idx="0"/>
          </p:cNvCxnSpPr>
          <p:nvPr/>
        </p:nvCxnSpPr>
        <p:spPr>
          <a:xfrm>
            <a:off x="1579203" y="1725851"/>
            <a:ext cx="0" cy="23290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5F7EFA25-DE0D-2C74-FD89-0A1D26DD1E3D}"/>
              </a:ext>
            </a:extLst>
          </p:cNvPr>
          <p:cNvCxnSpPr>
            <a:cxnSpLocks/>
            <a:endCxn id="275" idx="1"/>
          </p:cNvCxnSpPr>
          <p:nvPr/>
        </p:nvCxnSpPr>
        <p:spPr>
          <a:xfrm>
            <a:off x="0" y="1447664"/>
            <a:ext cx="1026533" cy="2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DFAB918B-34EF-232A-39DE-5DA2ECE34FD7}"/>
                  </a:ext>
                </a:extLst>
              </p:cNvPr>
              <p:cNvSpPr/>
              <p:nvPr/>
            </p:nvSpPr>
            <p:spPr>
              <a:xfrm>
                <a:off x="-855397" y="849088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40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1400" b="0" i="1" noProof="0" smtClean="0">
                              <a:solidFill>
                                <a:srgbClr val="0000CD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DFAB918B-34EF-232A-39DE-5DA2ECE34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5397" y="849088"/>
                <a:ext cx="2450486" cy="647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AA03ADBC-2DAA-893B-B106-8DF8E52D36F0}"/>
              </a:ext>
            </a:extLst>
          </p:cNvPr>
          <p:cNvCxnSpPr>
            <a:cxnSpLocks/>
            <a:stCxn id="139" idx="3"/>
            <a:endCxn id="47" idx="1"/>
          </p:cNvCxnSpPr>
          <p:nvPr/>
        </p:nvCxnSpPr>
        <p:spPr>
          <a:xfrm flipV="1">
            <a:off x="4948723" y="2952668"/>
            <a:ext cx="584778" cy="711086"/>
          </a:xfrm>
          <a:prstGeom prst="bentConnector3">
            <a:avLst>
              <a:gd name="adj1" fmla="val 50000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A97D72C-D3EC-E9D6-BF39-D5B2BFBAEE1D}"/>
              </a:ext>
            </a:extLst>
          </p:cNvPr>
          <p:cNvCxnSpPr>
            <a:cxnSpLocks/>
            <a:stCxn id="139" idx="3"/>
            <a:endCxn id="51" idx="1"/>
          </p:cNvCxnSpPr>
          <p:nvPr/>
        </p:nvCxnSpPr>
        <p:spPr>
          <a:xfrm>
            <a:off x="4948723" y="3663754"/>
            <a:ext cx="586533" cy="1766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F41A7E2-82D0-4451-17CD-B68D2AF35D84}"/>
              </a:ext>
            </a:extLst>
          </p:cNvPr>
          <p:cNvSpPr/>
          <p:nvPr/>
        </p:nvSpPr>
        <p:spPr>
          <a:xfrm>
            <a:off x="1799119" y="4584646"/>
            <a:ext cx="1185764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Heading hold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4D77FBA-A41B-CB51-B800-830D0076FF14}"/>
              </a:ext>
            </a:extLst>
          </p:cNvPr>
          <p:cNvSpPr/>
          <p:nvPr/>
        </p:nvSpPr>
        <p:spPr>
          <a:xfrm>
            <a:off x="3513956" y="1994325"/>
            <a:ext cx="1729408" cy="5563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-rate d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8F85900C-B9F4-FFC1-ADC7-996807C0F7D3}"/>
                  </a:ext>
                </a:extLst>
              </p:cNvPr>
              <p:cNvSpPr/>
              <p:nvPr/>
            </p:nvSpPr>
            <p:spPr>
              <a:xfrm>
                <a:off x="2147758" y="845893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8F85900C-B9F4-FFC1-ADC7-996807C0F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758" y="845893"/>
                <a:ext cx="2450486" cy="6471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8419AB5E-87CC-5640-6AEB-328C473FD879}"/>
              </a:ext>
            </a:extLst>
          </p:cNvPr>
          <p:cNvCxnSpPr>
            <a:cxnSpLocks/>
            <a:stCxn id="2" idx="0"/>
            <a:endCxn id="44" idx="3"/>
          </p:cNvCxnSpPr>
          <p:nvPr/>
        </p:nvCxnSpPr>
        <p:spPr>
          <a:xfrm rot="16200000" flipV="1">
            <a:off x="7510324" y="5550"/>
            <a:ext cx="1113060" cy="5646979"/>
          </a:xfrm>
          <a:prstGeom prst="bentConnector2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AE2D472-EE8C-33AD-C9D9-607CFD472C8A}"/>
                  </a:ext>
                </a:extLst>
              </p:cNvPr>
              <p:cNvSpPr/>
              <p:nvPr/>
            </p:nvSpPr>
            <p:spPr>
              <a:xfrm>
                <a:off x="4642944" y="1723103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en-GB" sz="1400" i="1" noProof="0" dirty="0">
                  <a:solidFill>
                    <a:srgbClr val="0000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AE2D472-EE8C-33AD-C9D9-607CFD472C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44" y="1723103"/>
                <a:ext cx="2450486" cy="6471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03A54837-D22B-3942-75C3-1E2135158C48}"/>
              </a:ext>
            </a:extLst>
          </p:cNvPr>
          <p:cNvCxnSpPr>
            <a:cxnSpLocks/>
            <a:stCxn id="241" idx="2"/>
            <a:endCxn id="139" idx="0"/>
          </p:cNvCxnSpPr>
          <p:nvPr/>
        </p:nvCxnSpPr>
        <p:spPr>
          <a:xfrm rot="16200000" flipH="1">
            <a:off x="2652484" y="1441839"/>
            <a:ext cx="652895" cy="2799457"/>
          </a:xfrm>
          <a:prstGeom prst="bentConnector3">
            <a:avLst>
              <a:gd name="adj1" fmla="val 319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5FC9E5CE-CF0E-2B01-243F-195FDB0ADAA1}"/>
              </a:ext>
            </a:extLst>
          </p:cNvPr>
          <p:cNvCxnSpPr>
            <a:cxnSpLocks/>
            <a:stCxn id="44" idx="2"/>
            <a:endCxn id="139" idx="0"/>
          </p:cNvCxnSpPr>
          <p:nvPr/>
        </p:nvCxnSpPr>
        <p:spPr>
          <a:xfrm>
            <a:off x="4378660" y="2550695"/>
            <a:ext cx="0" cy="6173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76480B2C-8181-A2CB-0C3A-45F90D159F8C}"/>
              </a:ext>
            </a:extLst>
          </p:cNvPr>
          <p:cNvCxnSpPr>
            <a:cxnSpLocks/>
            <a:stCxn id="3" idx="3"/>
            <a:endCxn id="139" idx="2"/>
          </p:cNvCxnSpPr>
          <p:nvPr/>
        </p:nvCxnSpPr>
        <p:spPr>
          <a:xfrm flipV="1">
            <a:off x="2984883" y="4159491"/>
            <a:ext cx="1393777" cy="70334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A4243D09-C23B-C7B4-C298-8ABE03F41B9C}"/>
              </a:ext>
            </a:extLst>
          </p:cNvPr>
          <p:cNvCxnSpPr>
            <a:cxnSpLocks/>
            <a:stCxn id="207" idx="1"/>
            <a:endCxn id="139" idx="2"/>
          </p:cNvCxnSpPr>
          <p:nvPr/>
        </p:nvCxnSpPr>
        <p:spPr>
          <a:xfrm rot="10800000">
            <a:off x="4378660" y="4159491"/>
            <a:ext cx="3131554" cy="70334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3DBF7C38-B2BD-1AA7-007D-020C48C02640}"/>
              </a:ext>
            </a:extLst>
          </p:cNvPr>
          <p:cNvCxnSpPr>
            <a:cxnSpLocks/>
            <a:stCxn id="2" idx="0"/>
            <a:endCxn id="170" idx="1"/>
          </p:cNvCxnSpPr>
          <p:nvPr/>
        </p:nvCxnSpPr>
        <p:spPr>
          <a:xfrm rot="16200000" flipH="1" flipV="1">
            <a:off x="8939465" y="1716407"/>
            <a:ext cx="281716" cy="3620041"/>
          </a:xfrm>
          <a:prstGeom prst="bentConnector4">
            <a:avLst>
              <a:gd name="adj1" fmla="val -180127"/>
              <a:gd name="adj2" fmla="val 110575"/>
            </a:avLst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127BF47E-CB3F-7153-C712-362332FEBCB6}"/>
                  </a:ext>
                </a:extLst>
              </p:cNvPr>
              <p:cNvSpPr/>
              <p:nvPr/>
            </p:nvSpPr>
            <p:spPr>
              <a:xfrm>
                <a:off x="2965181" y="2601071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127BF47E-CB3F-7153-C712-362332FEB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181" y="2601071"/>
                <a:ext cx="2450486" cy="647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E974FD08-4DE2-3581-A1C7-8B079EE9510B}"/>
                  </a:ext>
                </a:extLst>
              </p:cNvPr>
              <p:cNvSpPr/>
              <p:nvPr/>
            </p:nvSpPr>
            <p:spPr>
              <a:xfrm>
                <a:off x="2993516" y="4082891"/>
                <a:ext cx="2450486" cy="64717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1400" i="1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E974FD08-4DE2-3581-A1C7-8B079EE951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516" y="4082891"/>
                <a:ext cx="2450486" cy="6471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64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8E30-55DC-357E-1DED-0CBB0AB7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2D83F3-2B99-7B69-CDE4-7112F0717ED4}"/>
              </a:ext>
            </a:extLst>
          </p:cNvPr>
          <p:cNvSpPr/>
          <p:nvPr/>
        </p:nvSpPr>
        <p:spPr>
          <a:xfrm>
            <a:off x="123576" y="3409018"/>
            <a:ext cx="2450486" cy="6471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(rigid body)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i="1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92A6F8-4002-EEC8-4309-36B4FA2FAE51}"/>
              </a:ext>
            </a:extLst>
          </p:cNvPr>
          <p:cNvSpPr/>
          <p:nvPr/>
        </p:nvSpPr>
        <p:spPr>
          <a:xfrm>
            <a:off x="123576" y="4282113"/>
            <a:ext cx="2450486" cy="6471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590047-5F7E-D3B7-0437-EC64FF5A89FB}"/>
              </a:ext>
            </a:extLst>
          </p:cNvPr>
          <p:cNvSpPr/>
          <p:nvPr/>
        </p:nvSpPr>
        <p:spPr>
          <a:xfrm>
            <a:off x="3266023" y="2435033"/>
            <a:ext cx="3507204" cy="355832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Fuselage aerodynamics model</a:t>
            </a:r>
            <a:endParaRPr lang="en-GB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6245F9E-90F6-2175-7F53-D92A15B076BE}"/>
              </a:ext>
            </a:extLst>
          </p:cNvPr>
          <p:cNvGrpSpPr/>
          <p:nvPr/>
        </p:nvGrpSpPr>
        <p:grpSpPr>
          <a:xfrm>
            <a:off x="3270296" y="2905902"/>
            <a:ext cx="3507204" cy="1620070"/>
            <a:chOff x="4372071" y="2018214"/>
            <a:chExt cx="3453491" cy="162007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A368C7-F133-006F-2EE4-4A453DB82C06}"/>
                </a:ext>
              </a:extLst>
            </p:cNvPr>
            <p:cNvSpPr/>
            <p:nvPr/>
          </p:nvSpPr>
          <p:spPr>
            <a:xfrm>
              <a:off x="4372071" y="2051546"/>
              <a:ext cx="3453491" cy="15867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C14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C42F6A9-BFCA-2578-C2BF-EA84B7A60BF4}"/>
                </a:ext>
              </a:extLst>
            </p:cNvPr>
            <p:cNvSpPr/>
            <p:nvPr/>
          </p:nvSpPr>
          <p:spPr>
            <a:xfrm>
              <a:off x="4504977" y="2346778"/>
              <a:ext cx="3235524" cy="5602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(rotor)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600" b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GB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GB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en-GB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GB" altLang="zh-CN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692AD78-E88C-A1AB-BFB3-5B6E5727B563}"/>
                </a:ext>
              </a:extLst>
            </p:cNvPr>
            <p:cNvSpPr/>
            <p:nvPr/>
          </p:nvSpPr>
          <p:spPr>
            <a:xfrm>
              <a:off x="4504978" y="2988310"/>
              <a:ext cx="3235523" cy="5602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(inflow) </a:t>
              </a: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GB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GB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en-GB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GB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83D8660-7E7D-CBAF-2B36-77722496D290}"/>
                </a:ext>
              </a:extLst>
            </p:cNvPr>
            <p:cNvSpPr/>
            <p:nvPr/>
          </p:nvSpPr>
          <p:spPr>
            <a:xfrm>
              <a:off x="4564123" y="2018214"/>
              <a:ext cx="3060971" cy="35583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Rotor aerodynamics &amp; dynamics model</a:t>
              </a:r>
              <a:endParaRPr lang="en-US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14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D4C339FF-6684-B742-8840-822513FC049B}"/>
              </a:ext>
            </a:extLst>
          </p:cNvPr>
          <p:cNvSpPr/>
          <p:nvPr/>
        </p:nvSpPr>
        <p:spPr>
          <a:xfrm>
            <a:off x="123576" y="5225032"/>
            <a:ext cx="2450486" cy="2952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&amp; Payload</a:t>
            </a:r>
            <a:endParaRPr lang="en-GB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2CB5D8F-F22F-126B-D14C-0C81A07116A0}"/>
              </a:ext>
            </a:extLst>
          </p:cNvPr>
          <p:cNvSpPr/>
          <p:nvPr/>
        </p:nvSpPr>
        <p:spPr>
          <a:xfrm>
            <a:off x="3266023" y="4696045"/>
            <a:ext cx="3511477" cy="355832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Empennage aerodynamics model</a:t>
            </a:r>
            <a:endParaRPr lang="en-GB" altLang="zh-CN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B5A88A0C-FFA8-B9A4-42A7-63D33D5A628F}"/>
              </a:ext>
            </a:extLst>
          </p:cNvPr>
          <p:cNvCxnSpPr>
            <a:cxnSpLocks/>
            <a:stCxn id="54" idx="3"/>
            <a:endCxn id="184" idx="1"/>
          </p:cNvCxnSpPr>
          <p:nvPr/>
        </p:nvCxnSpPr>
        <p:spPr>
          <a:xfrm>
            <a:off x="2574062" y="5372644"/>
            <a:ext cx="691961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698CC319-2F44-6E26-8D9D-B7858AABE69B}"/>
              </a:ext>
            </a:extLst>
          </p:cNvPr>
          <p:cNvSpPr/>
          <p:nvPr/>
        </p:nvSpPr>
        <p:spPr>
          <a:xfrm>
            <a:off x="10024490" y="2439866"/>
            <a:ext cx="2078327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</a:p>
          <a:p>
            <a:pPr algn="ctr"/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6CBE613-F8BF-0E9D-A5A2-BB72E0D54A35}"/>
              </a:ext>
            </a:extLst>
          </p:cNvPr>
          <p:cNvSpPr/>
          <p:nvPr/>
        </p:nvSpPr>
        <p:spPr>
          <a:xfrm>
            <a:off x="10028763" y="3656475"/>
            <a:ext cx="2074054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</a:p>
          <a:p>
            <a:pPr algn="ctr"/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A72FA9F1-F00F-1530-EBE1-F060B77FBCA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574062" y="3732603"/>
            <a:ext cx="696234" cy="8730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5B4969E-34B3-1173-B09D-C0A224B90D37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 flipV="1">
            <a:off x="2574062" y="2612949"/>
            <a:ext cx="691961" cy="11196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46">
            <a:extLst>
              <a:ext uri="{FF2B5EF4-FFF2-40B4-BE49-F238E27FC236}">
                <a16:creationId xmlns:a16="http://schemas.microsoft.com/office/drawing/2014/main" id="{4B58C3F5-A90E-3FF1-E07E-C527BC1A1B1D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>
            <a:off x="2574062" y="4605699"/>
            <a:ext cx="691961" cy="26826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67106AAF-CCBE-3AD5-9F3A-228CEE8E7728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2574062" y="2612949"/>
            <a:ext cx="691961" cy="19927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618624A8-38C9-495B-1476-145A4617EE6F}"/>
              </a:ext>
            </a:extLst>
          </p:cNvPr>
          <p:cNvSpPr/>
          <p:nvPr/>
        </p:nvSpPr>
        <p:spPr>
          <a:xfrm>
            <a:off x="10028763" y="4873084"/>
            <a:ext cx="2074054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 of inertia</a:t>
            </a:r>
          </a:p>
          <a:p>
            <a:pPr algn="ctr"/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yy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zz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xz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32875B37-5F0C-CCC0-F2F6-42CAA6CF8EB7}"/>
              </a:ext>
            </a:extLst>
          </p:cNvPr>
          <p:cNvSpPr/>
          <p:nvPr/>
        </p:nvSpPr>
        <p:spPr>
          <a:xfrm>
            <a:off x="3266023" y="5225033"/>
            <a:ext cx="3511477" cy="295223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structure model</a:t>
            </a:r>
            <a:endParaRPr lang="en-GB" altLang="zh-CN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8FF146E7-E6B6-42C2-DEA4-08259BA8CDC2}"/>
              </a:ext>
            </a:extLst>
          </p:cNvPr>
          <p:cNvCxnSpPr>
            <a:cxnSpLocks/>
            <a:stCxn id="184" idx="3"/>
            <a:endCxn id="171" idx="1"/>
          </p:cNvCxnSpPr>
          <p:nvPr/>
        </p:nvCxnSpPr>
        <p:spPr>
          <a:xfrm flipV="1">
            <a:off x="6777500" y="5196670"/>
            <a:ext cx="3251263" cy="175975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31A8E600-1480-77EE-21A4-D0DB7F34C97E}"/>
              </a:ext>
            </a:extLst>
          </p:cNvPr>
          <p:cNvCxnSpPr>
            <a:cxnSpLocks/>
            <a:stCxn id="184" idx="3"/>
            <a:endCxn id="131" idx="1"/>
          </p:cNvCxnSpPr>
          <p:nvPr/>
        </p:nvCxnSpPr>
        <p:spPr>
          <a:xfrm flipV="1">
            <a:off x="6777500" y="3980061"/>
            <a:ext cx="3251263" cy="1392584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790F3E20-B273-F92C-C0A6-01D67180B4A6}"/>
              </a:ext>
            </a:extLst>
          </p:cNvPr>
          <p:cNvCxnSpPr>
            <a:cxnSpLocks/>
            <a:stCxn id="59" idx="3"/>
            <a:endCxn id="131" idx="1"/>
          </p:cNvCxnSpPr>
          <p:nvPr/>
        </p:nvCxnSpPr>
        <p:spPr>
          <a:xfrm flipV="1">
            <a:off x="6777500" y="3980061"/>
            <a:ext cx="3251263" cy="893900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肘形 204">
            <a:extLst>
              <a:ext uri="{FF2B5EF4-FFF2-40B4-BE49-F238E27FC236}">
                <a16:creationId xmlns:a16="http://schemas.microsoft.com/office/drawing/2014/main" id="{227BB45A-27BA-CA44-FDD3-B906675D1500}"/>
              </a:ext>
            </a:extLst>
          </p:cNvPr>
          <p:cNvCxnSpPr>
            <a:cxnSpLocks/>
            <a:stCxn id="10" idx="3"/>
            <a:endCxn id="131" idx="1"/>
          </p:cNvCxnSpPr>
          <p:nvPr/>
        </p:nvCxnSpPr>
        <p:spPr>
          <a:xfrm>
            <a:off x="6777500" y="3732603"/>
            <a:ext cx="3251263" cy="247458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2C601BCE-AF91-4A24-3C73-135FD1E55F97}"/>
              </a:ext>
            </a:extLst>
          </p:cNvPr>
          <p:cNvCxnSpPr>
            <a:cxnSpLocks/>
            <a:stCxn id="15" idx="3"/>
            <a:endCxn id="129" idx="1"/>
          </p:cNvCxnSpPr>
          <p:nvPr/>
        </p:nvCxnSpPr>
        <p:spPr>
          <a:xfrm>
            <a:off x="6773227" y="2612949"/>
            <a:ext cx="3251263" cy="150503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连接符: 肘形 218">
            <a:extLst>
              <a:ext uri="{FF2B5EF4-FFF2-40B4-BE49-F238E27FC236}">
                <a16:creationId xmlns:a16="http://schemas.microsoft.com/office/drawing/2014/main" id="{B37B8396-161B-C1A6-302D-F0A23E82F290}"/>
              </a:ext>
            </a:extLst>
          </p:cNvPr>
          <p:cNvCxnSpPr>
            <a:cxnSpLocks/>
            <a:stCxn id="10" idx="3"/>
            <a:endCxn id="129" idx="1"/>
          </p:cNvCxnSpPr>
          <p:nvPr/>
        </p:nvCxnSpPr>
        <p:spPr>
          <a:xfrm flipV="1">
            <a:off x="6777500" y="2763452"/>
            <a:ext cx="3246990" cy="969151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矩形 253">
            <a:extLst>
              <a:ext uri="{FF2B5EF4-FFF2-40B4-BE49-F238E27FC236}">
                <a16:creationId xmlns:a16="http://schemas.microsoft.com/office/drawing/2014/main" id="{50357FFE-F36A-5C61-FA7A-8BBF4C5E445A}"/>
              </a:ext>
            </a:extLst>
          </p:cNvPr>
          <p:cNvSpPr/>
          <p:nvPr/>
        </p:nvSpPr>
        <p:spPr>
          <a:xfrm>
            <a:off x="6863884" y="4967280"/>
            <a:ext cx="1407452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3336CFB1-0632-8A19-3D76-7FB5E38F4D58}"/>
              </a:ext>
            </a:extLst>
          </p:cNvPr>
          <p:cNvSpPr/>
          <p:nvPr/>
        </p:nvSpPr>
        <p:spPr>
          <a:xfrm>
            <a:off x="5996763" y="3215239"/>
            <a:ext cx="3158556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(rotor)</a:t>
            </a:r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 &amp; 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534CF3E4-5264-A13F-D1ED-92FAAC6B0031}"/>
              </a:ext>
            </a:extLst>
          </p:cNvPr>
          <p:cNvSpPr/>
          <p:nvPr/>
        </p:nvSpPr>
        <p:spPr>
          <a:xfrm>
            <a:off x="5924686" y="4458504"/>
            <a:ext cx="3285847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82C3FFF0-D0CF-AB31-096A-584F1069CB55}"/>
              </a:ext>
            </a:extLst>
          </p:cNvPr>
          <p:cNvSpPr/>
          <p:nvPr/>
        </p:nvSpPr>
        <p:spPr>
          <a:xfrm>
            <a:off x="5996763" y="2203202"/>
            <a:ext cx="3158556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 &amp; 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F35876-B32C-B00B-7721-F4BFD0315F3C}"/>
              </a:ext>
            </a:extLst>
          </p:cNvPr>
          <p:cNvSpPr/>
          <p:nvPr/>
        </p:nvSpPr>
        <p:spPr>
          <a:xfrm>
            <a:off x="123576" y="2535923"/>
            <a:ext cx="2450486" cy="6471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Atmosphere</a:t>
            </a:r>
            <a:endParaRPr lang="en-GB" sz="1400" i="1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ρ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A7DA775C-5FC6-245B-CD76-3B0650874812}"/>
              </a:ext>
            </a:extLst>
          </p:cNvPr>
          <p:cNvCxnSpPr>
            <a:cxnSpLocks/>
            <a:stCxn id="25" idx="3"/>
            <a:endCxn id="15" idx="1"/>
          </p:cNvCxnSpPr>
          <p:nvPr/>
        </p:nvCxnSpPr>
        <p:spPr>
          <a:xfrm flipV="1">
            <a:off x="2574062" y="2612949"/>
            <a:ext cx="691961" cy="2465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83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1854</TotalTime>
  <Words>319</Words>
  <Application>Microsoft Office PowerPoint</Application>
  <PresentationFormat>宽屏</PresentationFormat>
  <Paragraphs>101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Hanchen Li</dc:creator>
  <cp:lastModifiedBy>Hanchen Li</cp:lastModifiedBy>
  <cp:revision>1</cp:revision>
  <cp:lastPrinted>2025-06-16T19:23:27Z</cp:lastPrinted>
  <dcterms:created xsi:type="dcterms:W3CDTF">2025-05-22T21:32:03Z</dcterms:created>
  <dcterms:modified xsi:type="dcterms:W3CDTF">2025-06-16T19:47:26Z</dcterms:modified>
</cp:coreProperties>
</file>
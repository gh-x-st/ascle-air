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D"/>
    <a:srgbClr val="FFFFFF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13" dt="2025-05-24T00:52:37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24" autoAdjust="0"/>
    <p:restoredTop sz="94156" autoAdjust="0"/>
  </p:normalViewPr>
  <p:slideViewPr>
    <p:cSldViewPr snapToGrid="0">
      <p:cViewPr varScale="1">
        <p:scale>
          <a:sx n="90" d="100"/>
          <a:sy n="90" d="100"/>
        </p:scale>
        <p:origin x="27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5-24T01:05:10.287" v="8733" actId="20577"/>
      <pc:docMkLst>
        <pc:docMk/>
      </pc:docMkLst>
      <pc:sldChg chg="addSp delSp modSp new mod">
        <pc:chgData name="Li, Hanchen F" userId="3aee791e-6a2d-4da7-a77b-fbdf7bf15886" providerId="ADAL" clId="{CDC5B0EF-6BEB-4658-A9FF-CB66F6FA6C1E}" dt="2025-05-24T00:53:12.071" v="8729" actId="1076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23T14:36:17.401" v="6689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23T23:40:04.556" v="8220" actId="107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23T23:40:01.476" v="8219" actId="1076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23T23:39:57.228" v="8217" actId="1076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23T23:39:59.387" v="8218" actId="107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23T23:40:07.182" v="8221" actId="1076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29:46.579" v="3485" actId="1076"/>
          <ac:spMkLst>
            <pc:docMk/>
            <pc:sldMk cId="2152317508" sldId="256"/>
            <ac:spMk id="671" creationId="{48721D70-ADC2-65F2-CF96-A9148310688B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2T23:45:44.734" v="4320" actId="207"/>
          <ac:spMkLst>
            <pc:docMk/>
            <pc:sldMk cId="2152317508" sldId="256"/>
            <ac:spMk id="673" creationId="{5A7B8730-BD7F-1D04-4A62-5FA63DD009A6}"/>
          </ac:spMkLst>
        </pc:spChg>
        <pc:spChg chg="add mod">
          <ac:chgData name="Li, Hanchen F" userId="3aee791e-6a2d-4da7-a77b-fbdf7bf15886" providerId="ADAL" clId="{CDC5B0EF-6BEB-4658-A9FF-CB66F6FA6C1E}" dt="2025-05-22T23:47:23.772" v="4881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22T23:34:04.617" v="3598" actId="103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22T23:34:07.702" v="3601" actId="1035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22T23:35:09.078" v="3625" actId="1076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22T23:39:38.538" v="3765" actId="1076"/>
          <ac:spMkLst>
            <pc:docMk/>
            <pc:sldMk cId="2152317508" sldId="256"/>
            <ac:spMk id="693" creationId="{3F9A48A1-BA63-64E8-1F9E-D38216DB2FFD}"/>
          </ac:spMkLst>
        </pc:spChg>
        <pc:spChg chg="add mod">
          <ac:chgData name="Li, Hanchen F" userId="3aee791e-6a2d-4da7-a77b-fbdf7bf15886" providerId="ADAL" clId="{CDC5B0EF-6BEB-4658-A9FF-CB66F6FA6C1E}" dt="2025-05-22T23:39:52.981" v="3772" actId="1076"/>
          <ac:spMkLst>
            <pc:docMk/>
            <pc:sldMk cId="2152317508" sldId="256"/>
            <ac:spMk id="694" creationId="{0B589E19-DFFC-1E39-CEEC-5F6428DEC4B7}"/>
          </ac:spMkLst>
        </pc:spChg>
        <pc:spChg chg="add mod">
          <ac:chgData name="Li, Hanchen F" userId="3aee791e-6a2d-4da7-a77b-fbdf7bf15886" providerId="ADAL" clId="{CDC5B0EF-6BEB-4658-A9FF-CB66F6FA6C1E}" dt="2025-05-22T23:46:06.214" v="4585" actId="20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22T23:46:08.041" v="4608" actId="207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22T23:42:42.066" v="3822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22T23:43:09.012" v="3836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24T00:53:08.040" v="872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2T23:46:38.614" v="4872" actId="207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34.616" v="4814" actId="207"/>
          <ac:spMkLst>
            <pc:docMk/>
            <pc:sldMk cId="2152317508" sldId="256"/>
            <ac:spMk id="737" creationId="{94D702E4-E09F-8517-606F-3C66E6865576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22T23:47:50.233" v="4892" actId="20577"/>
          <ac:spMkLst>
            <pc:docMk/>
            <pc:sldMk cId="2152317508" sldId="256"/>
            <ac:spMk id="740" creationId="{5C05FDFA-069A-1211-391D-6535C7B3AB3F}"/>
          </ac:spMkLst>
        </pc:spChg>
        <pc:spChg chg="add mo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741" creationId="{C3BB3AE5-380E-3C8F-7915-31796B6B7783}"/>
          </ac:spMkLst>
        </pc:spChg>
        <pc:spChg chg="add mod">
          <ac:chgData name="Li, Hanchen F" userId="3aee791e-6a2d-4da7-a77b-fbdf7bf15886" providerId="ADAL" clId="{CDC5B0EF-6BEB-4658-A9FF-CB66F6FA6C1E}" dt="2025-05-23T16:55:18.405" v="7846" actId="207"/>
          <ac:spMkLst>
            <pc:docMk/>
            <pc:sldMk cId="2152317508" sldId="256"/>
            <ac:spMk id="742" creationId="{52B53972-AFE9-F924-2D9E-BB933025E733}"/>
          </ac:spMkLst>
        </pc:spChg>
        <pc:spChg chg="add mod">
          <ac:chgData name="Li, Hanchen F" userId="3aee791e-6a2d-4da7-a77b-fbdf7bf15886" providerId="ADAL" clId="{CDC5B0EF-6BEB-4658-A9FF-CB66F6FA6C1E}" dt="2025-05-22T23:49:34.697" v="5009" actId="1076"/>
          <ac:spMkLst>
            <pc:docMk/>
            <pc:sldMk cId="2152317508" sldId="256"/>
            <ac:spMk id="743" creationId="{4A4AA55F-5428-4951-AFB7-460E89C61A98}"/>
          </ac:spMkLst>
        </pc:spChg>
        <pc:spChg chg="add mod">
          <ac:chgData name="Li, Hanchen F" userId="3aee791e-6a2d-4da7-a77b-fbdf7bf15886" providerId="ADAL" clId="{CDC5B0EF-6BEB-4658-A9FF-CB66F6FA6C1E}" dt="2025-05-22T23:48:52.825" v="5002" actId="107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22T23:49:26.070" v="5007" actId="1076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22T23:49:28.342" v="5008" actId="1076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5-23T21:51:39.489" v="8162" actId="1076"/>
          <ac:spMkLst>
            <pc:docMk/>
            <pc:sldMk cId="2152317508" sldId="256"/>
            <ac:spMk id="751" creationId="{8681218D-9205-44F7-6506-CC2120DF707D}"/>
          </ac:spMkLst>
        </pc:spChg>
        <pc:spChg chg="add mod">
          <ac:chgData name="Li, Hanchen F" userId="3aee791e-6a2d-4da7-a77b-fbdf7bf15886" providerId="ADAL" clId="{CDC5B0EF-6BEB-4658-A9FF-CB66F6FA6C1E}" dt="2025-05-22T23:53:20.828" v="5588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22T23:54:41.828" v="5815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22T23:54:34.384" v="5813" actId="107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22T23:17:33.494" v="3248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5-23T16:54:24.837" v="7717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23T16:54:39.979" v="7719" actId="107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22T23:17:33.494" v="3248" actId="1482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22T23:23:16.886" v="3356" actId="478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22T22:35:21.362" v="2531" actId="164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5-22T22:15:31.910" v="1304" actId="1035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22T22:27:21.828" v="2184" actId="1038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22T23:38:35.462" v="3733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22T23:39:10.400" v="3753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mod">
          <ac:chgData name="Li, Hanchen F" userId="3aee791e-6a2d-4da7-a77b-fbdf7bf15886" providerId="ADAL" clId="{CDC5B0EF-6BEB-4658-A9FF-CB66F6FA6C1E}" dt="2025-05-22T22:08:46.129" v="1101" actId="1076"/>
          <ac:cxnSpMkLst>
            <pc:docMk/>
            <pc:sldMk cId="2152317508" sldId="256"/>
            <ac:cxnSpMk id="84" creationId="{79D2A366-B413-8528-AC73-86E9F16DB2B7}"/>
          </ac:cxnSpMkLst>
        </pc:cxnChg>
        <pc:cxnChg chg="add mod">
          <ac:chgData name="Li, Hanchen F" userId="3aee791e-6a2d-4da7-a77b-fbdf7bf15886" providerId="ADAL" clId="{CDC5B0EF-6BEB-4658-A9FF-CB66F6FA6C1E}" dt="2025-05-22T23:40:57.291" v="3792" actId="1076"/>
          <ac:cxnSpMkLst>
            <pc:docMk/>
            <pc:sldMk cId="2152317508" sldId="256"/>
            <ac:cxnSpMk id="91" creationId="{E7FFA589-5910-415F-51D1-A5B2F512A967}"/>
          </ac:cxnSpMkLst>
        </pc:cxnChg>
        <pc:cxnChg chg="add mod">
          <ac:chgData name="Li, Hanchen F" userId="3aee791e-6a2d-4da7-a77b-fbdf7bf15886" providerId="ADAL" clId="{CDC5B0EF-6BEB-4658-A9FF-CB66F6FA6C1E}" dt="2025-05-22T22:34:52.852" v="2520" actId="164"/>
          <ac:cxnSpMkLst>
            <pc:docMk/>
            <pc:sldMk cId="2152317508" sldId="256"/>
            <ac:cxnSpMk id="94" creationId="{DA2ED6A2-FE0D-9D42-8814-4B6D1D221CDC}"/>
          </ac:cxnSpMkLst>
        </pc:cxnChg>
        <pc:cxnChg chg="add mod">
          <ac:chgData name="Li, Hanchen F" userId="3aee791e-6a2d-4da7-a77b-fbdf7bf15886" providerId="ADAL" clId="{CDC5B0EF-6BEB-4658-A9FF-CB66F6FA6C1E}" dt="2025-05-22T23:40:47.629" v="3791" actId="1076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15:28.854" v="1300" actId="14100"/>
          <ac:cxnSpMkLst>
            <pc:docMk/>
            <pc:sldMk cId="2152317508" sldId="256"/>
            <ac:cxnSpMk id="170" creationId="{DD6DD07B-470A-D2AF-3CC6-4334B7C92FD7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22T22:16:13.104" v="1363" actId="14100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22T22:17:03.109" v="1379" actId="14100"/>
          <ac:cxnSpMkLst>
            <pc:docMk/>
            <pc:sldMk cId="2152317508" sldId="256"/>
            <ac:cxnSpMk id="207" creationId="{4C46DF6A-5C94-74EB-A688-418C8D97B29B}"/>
          </ac:cxnSpMkLst>
        </pc:cxnChg>
        <pc:cxnChg chg="add mod">
          <ac:chgData name="Li, Hanchen F" userId="3aee791e-6a2d-4da7-a77b-fbdf7bf15886" providerId="ADAL" clId="{CDC5B0EF-6BEB-4658-A9FF-CB66F6FA6C1E}" dt="2025-05-22T22:17:05.963" v="1380" actId="14100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22T23:36:39.847" v="3682" actId="478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del mod">
          <ac:chgData name="Li, Hanchen F" userId="3aee791e-6a2d-4da7-a77b-fbdf7bf15886" providerId="ADAL" clId="{CDC5B0EF-6BEB-4658-A9FF-CB66F6FA6C1E}" dt="2025-05-22T23:36:40.186" v="3683" actId="478"/>
          <ac:cxnSpMkLst>
            <pc:docMk/>
            <pc:sldMk cId="2152317508" sldId="256"/>
            <ac:cxnSpMk id="230" creationId="{FF7C58E2-8271-6514-4188-11F6201F333C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22T22:24:28.680" v="2036" actId="1037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22T22:21:35.270" v="2019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01:05:10.287" v="8733" actId="20577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24T00:33:27.897" v="8254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24T00:35:36" v="8285" actId="1076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del mod">
          <ac:chgData name="Li, Hanchen F" userId="3aee791e-6a2d-4da7-a77b-fbdf7bf15886" providerId="ADAL" clId="{CDC5B0EF-6BEB-4658-A9FF-CB66F6FA6C1E}" dt="2025-05-24T00:35:27.987" v="8282" actId="478"/>
          <ac:spMkLst>
            <pc:docMk/>
            <pc:sldMk cId="3137520481" sldId="257"/>
            <ac:spMk id="21" creationId="{8D035917-F096-4DBF-E18C-4F6BA757D7F9}"/>
          </ac:spMkLst>
        </pc:spChg>
        <pc:spChg chg="add mod">
          <ac:chgData name="Li, Hanchen F" userId="3aee791e-6a2d-4da7-a77b-fbdf7bf15886" providerId="ADAL" clId="{CDC5B0EF-6BEB-4658-A9FF-CB66F6FA6C1E}" dt="2025-05-24T00:41:58.135" v="8407" actId="1076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24T00:41:13.792" v="8391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24T00:48:05.629" v="8668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3T00:03:07.943" v="5969" actId="1076"/>
          <ac:spMkLst>
            <pc:docMk/>
            <pc:sldMk cId="3137520481" sldId="257"/>
            <ac:spMk id="51" creationId="{BB95600C-A67E-3159-4646-4FDC9B0522BF}"/>
          </ac:spMkLst>
        </pc:spChg>
        <pc:spChg chg="add mod">
          <ac:chgData name="Li, Hanchen F" userId="3aee791e-6a2d-4da7-a77b-fbdf7bf15886" providerId="ADAL" clId="{CDC5B0EF-6BEB-4658-A9FF-CB66F6FA6C1E}" dt="2025-05-24T01:05:08.206" v="8732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01:05:10.287" v="8733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24T00:46:35.473" v="8552" actId="1076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24T00:45:55.994" v="8537" actId="1076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24T00:46:01.551" v="8539" actId="1076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5-24T00:49:23.872" v="8680" actId="1076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24T00:50:53.176" v="8718" actId="1035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24T00:49:14.429" v="8678" actId="107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23T16:58:02.232" v="7857" actId="1076"/>
          <ac:cxnSpMkLst>
            <pc:docMk/>
            <pc:sldMk cId="3137520481" sldId="257"/>
            <ac:cxnSpMk id="2" creationId="{D6C73526-2A7F-9DD3-3F80-406DA998A835}"/>
          </ac:cxnSpMkLst>
        </pc:cxnChg>
        <pc:cxnChg chg="add mod">
          <ac:chgData name="Li, Hanchen F" userId="3aee791e-6a2d-4da7-a77b-fbdf7bf15886" providerId="ADAL" clId="{CDC5B0EF-6BEB-4658-A9FF-CB66F6FA6C1E}" dt="2025-05-22T23:56:07.134" v="5833" actId="1076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24T01:02:26.893" v="8731" actId="1076"/>
          <ac:cxnSpMkLst>
            <pc:docMk/>
            <pc:sldMk cId="3137520481" sldId="257"/>
            <ac:cxnSpMk id="40" creationId="{484BEFF4-71E7-8955-B2B8-36A0C5284C4D}"/>
          </ac:cxnSpMkLst>
        </pc:cxnChg>
        <pc:cxnChg chg="add del mod">
          <ac:chgData name="Li, Hanchen F" userId="3aee791e-6a2d-4da7-a77b-fbdf7bf15886" providerId="ADAL" clId="{CDC5B0EF-6BEB-4658-A9FF-CB66F6FA6C1E}" dt="2025-05-24T00:47:38.439" v="8662" actId="478"/>
          <ac:cxnSpMkLst>
            <pc:docMk/>
            <pc:sldMk cId="3137520481" sldId="257"/>
            <ac:cxnSpMk id="42" creationId="{8701D711-4C16-8C03-77C8-7C73B02F717A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3T00:02:33.511" v="5959" actId="571"/>
          <ac:cxnSpMkLst>
            <pc:docMk/>
            <pc:sldMk cId="3137520481" sldId="257"/>
            <ac:cxnSpMk id="48" creationId="{32CB9493-0873-F5F2-8757-F63FD9EE7B8E}"/>
          </ac:cxnSpMkLst>
        </pc:cxnChg>
        <pc:cxnChg chg="add mod">
          <ac:chgData name="Li, Hanchen F" userId="3aee791e-6a2d-4da7-a77b-fbdf7bf15886" providerId="ADAL" clId="{CDC5B0EF-6BEB-4658-A9FF-CB66F6FA6C1E}" dt="2025-05-23T00:02:35.627" v="5961"/>
          <ac:cxnSpMkLst>
            <pc:docMk/>
            <pc:sldMk cId="3137520481" sldId="257"/>
            <ac:cxnSpMk id="49" creationId="{0FBCA506-360C-E9E1-0741-ADFB5D682755}"/>
          </ac:cxnSpMkLst>
        </pc:cxnChg>
        <pc:cxnChg chg="add del mod">
          <ac:chgData name="Li, Hanchen F" userId="3aee791e-6a2d-4da7-a77b-fbdf7bf15886" providerId="ADAL" clId="{CDC5B0EF-6BEB-4658-A9FF-CB66F6FA6C1E}" dt="2025-05-24T00:40:40.796" v="8382" actId="478"/>
          <ac:cxnSpMkLst>
            <pc:docMk/>
            <pc:sldMk cId="3137520481" sldId="257"/>
            <ac:cxnSpMk id="57" creationId="{A7D1F15E-D124-4F64-7F2D-EAE66D993939}"/>
          </ac:cxnSpMkLst>
        </pc:cxnChg>
        <pc:cxnChg chg="add del mod">
          <ac:chgData name="Li, Hanchen F" userId="3aee791e-6a2d-4da7-a77b-fbdf7bf15886" providerId="ADAL" clId="{CDC5B0EF-6BEB-4658-A9FF-CB66F6FA6C1E}" dt="2025-05-24T00:40:40.796" v="8382" actId="478"/>
          <ac:cxnSpMkLst>
            <pc:docMk/>
            <pc:sldMk cId="3137520481" sldId="257"/>
            <ac:cxnSpMk id="58" creationId="{EBFA7DC6-BCD5-A730-BCC8-F29C1B2565A5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24T00:45:30.413" v="8528" actId="14100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24T00:45:38.349" v="8531" actId="107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24T00:46:23.374" v="8550" actId="14100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24T00:50:49.367" v="8717" actId="1035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del">
          <ac:chgData name="Li, Hanchen F" userId="3aee791e-6a2d-4da7-a77b-fbdf7bf15886" providerId="ADAL" clId="{CDC5B0EF-6BEB-4658-A9FF-CB66F6FA6C1E}" dt="2025-05-23T00:07:21.674" v="6007" actId="478"/>
          <ac:spMkLst>
            <pc:docMk/>
            <pc:sldMk cId="3834972223" sldId="258"/>
            <ac:spMk id="2" creationId="{8ED1A22E-FB8F-422B-6D1E-7A5A89E6119C}"/>
          </ac:spMkLst>
        </pc:spChg>
        <pc:spChg chg="del">
          <ac:chgData name="Li, Hanchen F" userId="3aee791e-6a2d-4da7-a77b-fbdf7bf15886" providerId="ADAL" clId="{CDC5B0EF-6BEB-4658-A9FF-CB66F6FA6C1E}" dt="2025-05-23T00:07:20.935" v="6006" actId="478"/>
          <ac:spMkLst>
            <pc:docMk/>
            <pc:sldMk cId="3834972223" sldId="258"/>
            <ac:spMk id="3" creationId="{EA702C2E-A51C-0181-FF82-9D2749543A0D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09:40.295" v="6059" actId="1076"/>
          <ac:spMkLst>
            <pc:docMk/>
            <pc:sldMk cId="3834972223" sldId="258"/>
            <ac:spMk id="18" creationId="{B74AD992-1D06-95AD-0350-D9B0D76C9A52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del mod">
          <ac:chgData name="Li, Hanchen F" userId="3aee791e-6a2d-4da7-a77b-fbdf7bf15886" providerId="ADAL" clId="{CDC5B0EF-6BEB-4658-A9FF-CB66F6FA6C1E}" dt="2025-05-23T00:10:13.111" v="6079" actId="478"/>
          <ac:spMkLst>
            <pc:docMk/>
            <pc:sldMk cId="3834972223" sldId="258"/>
            <ac:spMk id="20" creationId="{B82F763E-3C46-1403-7BA7-ACBD456C450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del mod">
          <ac:chgData name="Li, Hanchen F" userId="3aee791e-6a2d-4da7-a77b-fbdf7bf15886" providerId="ADAL" clId="{CDC5B0EF-6BEB-4658-A9FF-CB66F6FA6C1E}" dt="2025-05-23T00:13:16.616" v="6124" actId="478"/>
          <ac:spMkLst>
            <pc:docMk/>
            <pc:sldMk cId="3834972223" sldId="258"/>
            <ac:spMk id="36" creationId="{8F5EC0E9-5322-D2DD-EC48-5E75D2578328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del mod">
          <ac:chgData name="Li, Hanchen F" userId="3aee791e-6a2d-4da7-a77b-fbdf7bf15886" providerId="ADAL" clId="{CDC5B0EF-6BEB-4658-A9FF-CB66F6FA6C1E}" dt="2025-05-23T00:16:23.367" v="6170" actId="478"/>
          <ac:spMkLst>
            <pc:docMk/>
            <pc:sldMk cId="3834972223" sldId="258"/>
            <ac:spMk id="42" creationId="{B1F910C0-C623-094F-7567-099BBB3D77B3}"/>
          </ac:spMkLst>
        </pc:spChg>
        <pc:spChg chg="add del mod">
          <ac:chgData name="Li, Hanchen F" userId="3aee791e-6a2d-4da7-a77b-fbdf7bf15886" providerId="ADAL" clId="{CDC5B0EF-6BEB-4658-A9FF-CB66F6FA6C1E}" dt="2025-05-23T00:16:22.602" v="6169" actId="478"/>
          <ac:spMkLst>
            <pc:docMk/>
            <pc:sldMk cId="3834972223" sldId="258"/>
            <ac:spMk id="43" creationId="{3CDB5943-6008-79F9-D86B-1DE02ADBC5C4}"/>
          </ac:spMkLst>
        </pc:spChg>
        <pc:spChg chg="add del mod">
          <ac:chgData name="Li, Hanchen F" userId="3aee791e-6a2d-4da7-a77b-fbdf7bf15886" providerId="ADAL" clId="{CDC5B0EF-6BEB-4658-A9FF-CB66F6FA6C1E}" dt="2025-05-23T00:16:36.536" v="6181" actId="478"/>
          <ac:spMkLst>
            <pc:docMk/>
            <pc:sldMk cId="3834972223" sldId="258"/>
            <ac:spMk id="44" creationId="{4236736E-6F7E-A09E-993A-4148595263C3}"/>
          </ac:spMkLst>
        </pc:spChg>
        <pc:spChg chg="add del mod">
          <ac:chgData name="Li, Hanchen F" userId="3aee791e-6a2d-4da7-a77b-fbdf7bf15886" providerId="ADAL" clId="{CDC5B0EF-6BEB-4658-A9FF-CB66F6FA6C1E}" dt="2025-05-23T00:16:37.391" v="6182" actId="478"/>
          <ac:spMkLst>
            <pc:docMk/>
            <pc:sldMk cId="3834972223" sldId="258"/>
            <ac:spMk id="45" creationId="{BACEBC52-72BE-68D1-B7E2-AA486FE0AF66}"/>
          </ac:spMkLst>
        </pc:spChg>
        <pc:spChg chg="add del mod">
          <ac:chgData name="Li, Hanchen F" userId="3aee791e-6a2d-4da7-a77b-fbdf7bf15886" providerId="ADAL" clId="{CDC5B0EF-6BEB-4658-A9FF-CB66F6FA6C1E}" dt="2025-05-23T00:16:42.757" v="6188" actId="478"/>
          <ac:spMkLst>
            <pc:docMk/>
            <pc:sldMk cId="3834972223" sldId="258"/>
            <ac:spMk id="46" creationId="{93B4F9CD-3FCF-17E3-0385-2D7321AEF0DB}"/>
          </ac:spMkLst>
        </pc:spChg>
        <pc:spChg chg="add del mod">
          <ac:chgData name="Li, Hanchen F" userId="3aee791e-6a2d-4da7-a77b-fbdf7bf15886" providerId="ADAL" clId="{CDC5B0EF-6BEB-4658-A9FF-CB66F6FA6C1E}" dt="2025-05-23T00:16:50.313" v="6193" actId="478"/>
          <ac:spMkLst>
            <pc:docMk/>
            <pc:sldMk cId="3834972223" sldId="258"/>
            <ac:spMk id="47" creationId="{3D5340FA-7EF1-E0D6-1CF2-7BD3306046FD}"/>
          </ac:spMkLst>
        </pc:spChg>
        <pc:spChg chg="del">
          <ac:chgData name="Li, Hanchen F" userId="3aee791e-6a2d-4da7-a77b-fbdf7bf15886" providerId="ADAL" clId="{CDC5B0EF-6BEB-4658-A9FF-CB66F6FA6C1E}" dt="2025-05-23T00:16:30.386" v="6175" actId="478"/>
          <ac:spMkLst>
            <pc:docMk/>
            <pc:sldMk cId="3834972223" sldId="258"/>
            <ac:spMk id="54" creationId="{EB879EBF-2574-0859-0C13-7961217DE684}"/>
          </ac:spMkLst>
        </pc:spChg>
        <pc:spChg chg="add del mod">
          <ac:chgData name="Li, Hanchen F" userId="3aee791e-6a2d-4da7-a77b-fbdf7bf15886" providerId="ADAL" clId="{CDC5B0EF-6BEB-4658-A9FF-CB66F6FA6C1E}" dt="2025-05-23T00:16:41.080" v="6186" actId="478"/>
          <ac:spMkLst>
            <pc:docMk/>
            <pc:sldMk cId="3834972223" sldId="258"/>
            <ac:spMk id="55" creationId="{172D3023-89FC-B769-8101-AAE5BBF9A808}"/>
          </ac:spMkLst>
        </pc:spChg>
        <pc:spChg chg="del">
          <ac:chgData name="Li, Hanchen F" userId="3aee791e-6a2d-4da7-a77b-fbdf7bf15886" providerId="ADAL" clId="{CDC5B0EF-6BEB-4658-A9FF-CB66F6FA6C1E}" dt="2025-05-23T00:16:27.769" v="6172" actId="478"/>
          <ac:spMkLst>
            <pc:docMk/>
            <pc:sldMk cId="3834972223" sldId="258"/>
            <ac:spMk id="56" creationId="{446EC50F-B77C-FBC9-06DF-6A7FC17E9501}"/>
          </ac:spMkLst>
        </pc:spChg>
        <pc:spChg chg="add del mod">
          <ac:chgData name="Li, Hanchen F" userId="3aee791e-6a2d-4da7-a77b-fbdf7bf15886" providerId="ADAL" clId="{CDC5B0EF-6BEB-4658-A9FF-CB66F6FA6C1E}" dt="2025-05-23T00:16:46.453" v="6190" actId="478"/>
          <ac:spMkLst>
            <pc:docMk/>
            <pc:sldMk cId="3834972223" sldId="258"/>
            <ac:spMk id="57" creationId="{9611B2E5-C63D-7249-F819-03620B1E8675}"/>
          </ac:spMkLst>
        </pc:spChg>
        <pc:spChg chg="add del mod">
          <ac:chgData name="Li, Hanchen F" userId="3aee791e-6a2d-4da7-a77b-fbdf7bf15886" providerId="ADAL" clId="{CDC5B0EF-6BEB-4658-A9FF-CB66F6FA6C1E}" dt="2025-05-23T00:16:30.389" v="6177"/>
          <ac:spMkLst>
            <pc:docMk/>
            <pc:sldMk cId="3834972223" sldId="258"/>
            <ac:spMk id="58" creationId="{489B747A-0342-191B-DEF7-AE8DCCE906FB}"/>
          </ac:spMkLst>
        </pc:spChg>
        <pc:spChg chg="add del mod">
          <ac:chgData name="Li, Hanchen F" userId="3aee791e-6a2d-4da7-a77b-fbdf7bf15886" providerId="ADAL" clId="{CDC5B0EF-6BEB-4658-A9FF-CB66F6FA6C1E}" dt="2025-05-23T00:16:40.129" v="6185" actId="478"/>
          <ac:spMkLst>
            <pc:docMk/>
            <pc:sldMk cId="3834972223" sldId="258"/>
            <ac:spMk id="59" creationId="{3EC77697-997E-E7B8-FFC4-AD485313A0F2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spChg chg="add mod">
          <ac:chgData name="Li, Hanchen F" userId="3aee791e-6a2d-4da7-a77b-fbdf7bf15886" providerId="ADAL" clId="{CDC5B0EF-6BEB-4658-A9FF-CB66F6FA6C1E}" dt="2025-05-23T00:19:42.259" v="6256" actId="571"/>
          <ac:spMkLst>
            <pc:docMk/>
            <pc:sldMk cId="3834972223" sldId="258"/>
            <ac:spMk id="96" creationId="{A956922A-D76A-2EB6-4CFB-A20173569114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7:32.558" v="6011" actId="571"/>
          <ac:cxnSpMkLst>
            <pc:docMk/>
            <pc:sldMk cId="3834972223" sldId="258"/>
            <ac:cxnSpMk id="6" creationId="{9C66AC33-0B5A-3E07-E7A0-DEB35F4B44DA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del">
          <ac:chgData name="Li, Hanchen F" userId="3aee791e-6a2d-4da7-a77b-fbdf7bf15886" providerId="ADAL" clId="{CDC5B0EF-6BEB-4658-A9FF-CB66F6FA6C1E}" dt="2025-05-23T00:16:28.601" v="6173" actId="478"/>
          <ac:cxnSpMkLst>
            <pc:docMk/>
            <pc:sldMk cId="3834972223" sldId="258"/>
            <ac:cxnSpMk id="48" creationId="{05574B9A-8495-B988-E834-D69532AB9CE3}"/>
          </ac:cxnSpMkLst>
        </pc:cxnChg>
        <pc:cxnChg chg="del">
          <ac:chgData name="Li, Hanchen F" userId="3aee791e-6a2d-4da7-a77b-fbdf7bf15886" providerId="ADAL" clId="{CDC5B0EF-6BEB-4658-A9FF-CB66F6FA6C1E}" dt="2025-05-23T00:16:45.212" v="6189" actId="478"/>
          <ac:cxnSpMkLst>
            <pc:docMk/>
            <pc:sldMk cId="3834972223" sldId="258"/>
            <ac:cxnSpMk id="49" creationId="{AE11AEC7-B0EC-35BF-3EC2-FA81436EA889}"/>
          </ac:cxnSpMkLst>
        </pc:cxnChg>
        <pc:cxnChg chg="del">
          <ac:chgData name="Li, Hanchen F" userId="3aee791e-6a2d-4da7-a77b-fbdf7bf15886" providerId="ADAL" clId="{CDC5B0EF-6BEB-4658-A9FF-CB66F6FA6C1E}" dt="2025-05-23T00:16:38.392" v="6183" actId="478"/>
          <ac:cxnSpMkLst>
            <pc:docMk/>
            <pc:sldMk cId="3834972223" sldId="258"/>
            <ac:cxnSpMk id="50" creationId="{C1E59E84-2212-A861-93B1-0C1D68FEDCC3}"/>
          </ac:cxnSpMkLst>
        </pc:cxnChg>
        <pc:cxnChg chg="del">
          <ac:chgData name="Li, Hanchen F" userId="3aee791e-6a2d-4da7-a77b-fbdf7bf15886" providerId="ADAL" clId="{CDC5B0EF-6BEB-4658-A9FF-CB66F6FA6C1E}" dt="2025-05-23T00:16:41.783" v="6187" actId="478"/>
          <ac:cxnSpMkLst>
            <pc:docMk/>
            <pc:sldMk cId="3834972223" sldId="258"/>
            <ac:cxnSpMk id="51" creationId="{27408277-587F-F12D-CAEB-27F6AC622EAB}"/>
          </ac:cxnSpMkLst>
        </pc:cxnChg>
        <pc:cxnChg chg="del">
          <ac:chgData name="Li, Hanchen F" userId="3aee791e-6a2d-4da7-a77b-fbdf7bf15886" providerId="ADAL" clId="{CDC5B0EF-6BEB-4658-A9FF-CB66F6FA6C1E}" dt="2025-05-23T00:16:32.959" v="6178" actId="478"/>
          <ac:cxnSpMkLst>
            <pc:docMk/>
            <pc:sldMk cId="3834972223" sldId="258"/>
            <ac:cxnSpMk id="52" creationId="{D7A417A7-5D8E-49A9-FC89-0D981241A837}"/>
          </ac:cxnSpMkLst>
        </pc:cxnChg>
        <pc:cxnChg chg="del">
          <ac:chgData name="Li, Hanchen F" userId="3aee791e-6a2d-4da7-a77b-fbdf7bf15886" providerId="ADAL" clId="{CDC5B0EF-6BEB-4658-A9FF-CB66F6FA6C1E}" dt="2025-05-23T00:16:25.027" v="6171" actId="478"/>
          <ac:cxnSpMkLst>
            <pc:docMk/>
            <pc:sldMk cId="3834972223" sldId="258"/>
            <ac:cxnSpMk id="53" creationId="{A1DDB7FF-5B24-4675-6907-7DC9FAF972E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00:38:25.595" v="8353" actId="1076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00:38:25.595" v="8353" actId="1076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4" creationId="{6B22E7D2-FA18-6905-A326-0CE796968AC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9" creationId="{FD655111-359C-395D-D65D-C1D3AD855C4B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37" creationId="{E021F8C4-8215-E448-B8C6-74DA771CCA1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5" creationId="{FD41AE33-12EE-7CD9-3518-5B941895E57D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6" creationId="{2E83CF09-4701-A45D-EAA3-9A5585E05ABE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9" creationId="{A83D819F-14A3-7131-79B5-AC4860029E6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0" creationId="{BBE5819F-494D-2F3F-EB6B-A317155DD7C2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3" creationId="{8C37A12D-076D-E22D-190F-BC80F30ACA4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3" creationId="{3D202B73-70A0-C800-E87D-90806A67C021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5" creationId="{D302B668-09ED-122A-67A8-991E4A88D935}"/>
          </ac:spMkLst>
        </pc:spChg>
        <pc:spChg chg="add mod">
          <ac:chgData name="Li, Hanchen F" userId="3aee791e-6a2d-4da7-a77b-fbdf7bf15886" providerId="ADAL" clId="{CDC5B0EF-6BEB-4658-A9FF-CB66F6FA6C1E}" dt="2025-05-24T00:37:56.522" v="8337" actId="94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21.624" v="6342" actId="164"/>
          <ac:grpSpMkLst>
            <pc:docMk/>
            <pc:sldMk cId="3652000193" sldId="259"/>
            <ac:grpSpMk id="50" creationId="{6A824F68-A360-05D3-2DB7-2D15E8688F77}"/>
          </ac:grpSpMkLst>
        </pc:gr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22:16:14.082" v="8200" actId="403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22:14:27.977" v="8181" actId="403"/>
          <ac:spMkLst>
            <pc:docMk/>
            <pc:sldMk cId="1584463432" sldId="260"/>
            <ac:spMk id="2" creationId="{AAF2876B-BAD6-F898-5EFF-FA8340A43036}"/>
          </ac:spMkLst>
        </pc:spChg>
        <pc:spChg chg="add del mod">
          <ac:chgData name="Li, Hanchen F" userId="3aee791e-6a2d-4da7-a77b-fbdf7bf15886" providerId="ADAL" clId="{CDC5B0EF-6BEB-4658-A9FF-CB66F6FA6C1E}" dt="2025-05-23T15:58:10.780" v="6755" actId="478"/>
          <ac:spMkLst>
            <pc:docMk/>
            <pc:sldMk cId="1584463432" sldId="260"/>
            <ac:spMk id="5" creationId="{684702EF-55A4-CFA5-1D2F-F9C0D12209B4}"/>
          </ac:spMkLst>
        </pc:spChg>
        <pc:spChg chg="add del mod">
          <ac:chgData name="Li, Hanchen F" userId="3aee791e-6a2d-4da7-a77b-fbdf7bf15886" providerId="ADAL" clId="{CDC5B0EF-6BEB-4658-A9FF-CB66F6FA6C1E}" dt="2025-05-23T16:04:54.590" v="6876" actId="478"/>
          <ac:spMkLst>
            <pc:docMk/>
            <pc:sldMk cId="1584463432" sldId="260"/>
            <ac:spMk id="6" creationId="{F72265FE-24DA-C3E9-1D3C-A9E6F121B3C1}"/>
          </ac:spMkLst>
        </pc:spChg>
        <pc:spChg chg="del">
          <ac:chgData name="Li, Hanchen F" userId="3aee791e-6a2d-4da7-a77b-fbdf7bf15886" providerId="ADAL" clId="{CDC5B0EF-6BEB-4658-A9FF-CB66F6FA6C1E}" dt="2025-05-23T15:56:22.779" v="6697" actId="478"/>
          <ac:spMkLst>
            <pc:docMk/>
            <pc:sldMk cId="1584463432" sldId="260"/>
            <ac:spMk id="7" creationId="{C15C0B3F-411B-B948-9420-66BBB07A0DF6}"/>
          </ac:spMkLst>
        </pc:spChg>
        <pc:spChg chg="add del mod">
          <ac:chgData name="Li, Hanchen F" userId="3aee791e-6a2d-4da7-a77b-fbdf7bf15886" providerId="ADAL" clId="{CDC5B0EF-6BEB-4658-A9FF-CB66F6FA6C1E}" dt="2025-05-23T16:04:50.980" v="6874" actId="478"/>
          <ac:spMkLst>
            <pc:docMk/>
            <pc:sldMk cId="1584463432" sldId="260"/>
            <ac:spMk id="8" creationId="{0CFE3C6A-5B60-AC72-7E58-9CBF415DB81F}"/>
          </ac:spMkLst>
        </pc:spChg>
        <pc:spChg chg="add mod">
          <ac:chgData name="Li, Hanchen F" userId="3aee791e-6a2d-4da7-a77b-fbdf7bf15886" providerId="ADAL" clId="{CDC5B0EF-6BEB-4658-A9FF-CB66F6FA6C1E}" dt="2025-05-23T22:14:25.795" v="8180" actId="403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1" creationId="{035FC631-1391-0EE5-EC5E-0C9DE95B3DF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2" creationId="{E578D8A9-D597-04FB-E328-EBCE6610A399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5" creationId="{A660F99D-A667-1157-0E3E-7E9D3C7C9C11}"/>
          </ac:spMkLst>
        </pc:spChg>
        <pc:spChg chg="add del mod">
          <ac:chgData name="Li, Hanchen F" userId="3aee791e-6a2d-4da7-a77b-fbdf7bf15886" providerId="ADAL" clId="{CDC5B0EF-6BEB-4658-A9FF-CB66F6FA6C1E}" dt="2025-05-23T16:16:54.715" v="7198" actId="478"/>
          <ac:spMkLst>
            <pc:docMk/>
            <pc:sldMk cId="1584463432" sldId="260"/>
            <ac:spMk id="16" creationId="{C6A9C31E-1E61-3564-1F1D-B364FFEBFC7B}"/>
          </ac:spMkLst>
        </pc:spChg>
        <pc:spChg chg="add del mod">
          <ac:chgData name="Li, Hanchen F" userId="3aee791e-6a2d-4da7-a77b-fbdf7bf15886" providerId="ADAL" clId="{CDC5B0EF-6BEB-4658-A9FF-CB66F6FA6C1E}" dt="2025-05-23T16:15:21.930" v="7137" actId="478"/>
          <ac:spMkLst>
            <pc:docMk/>
            <pc:sldMk cId="1584463432" sldId="260"/>
            <ac:spMk id="17" creationId="{ABE786CB-45BA-0E21-94AF-FF4D010A8014}"/>
          </ac:spMkLst>
        </pc:spChg>
        <pc:spChg chg="del">
          <ac:chgData name="Li, Hanchen F" userId="3aee791e-6a2d-4da7-a77b-fbdf7bf15886" providerId="ADAL" clId="{CDC5B0EF-6BEB-4658-A9FF-CB66F6FA6C1E}" dt="2025-05-23T15:56:24.274" v="6698" actId="478"/>
          <ac:spMkLst>
            <pc:docMk/>
            <pc:sldMk cId="1584463432" sldId="260"/>
            <ac:spMk id="20" creationId="{AA78E5CA-4621-2CD7-60D2-B6C13782566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3" creationId="{322CA0B6-E7C6-23FA-4D66-9142D0F1F71D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4" creationId="{3E31D628-65D2-1FD3-7C69-BD506ED2CF4F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8" creationId="{6FFB6D6B-B600-5A0A-5D46-71C224A459C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9" creationId="{767EC806-F7FA-A94A-B79A-EBAD1DADEC91}"/>
          </ac:spMkLst>
        </pc:spChg>
        <pc:spChg chg="add mod">
          <ac:chgData name="Li, Hanchen F" userId="3aee791e-6a2d-4da7-a77b-fbdf7bf15886" providerId="ADAL" clId="{CDC5B0EF-6BEB-4658-A9FF-CB66F6FA6C1E}" dt="2025-05-23T16:10:22.949" v="7014" actId="1076"/>
          <ac:spMkLst>
            <pc:docMk/>
            <pc:sldMk cId="1584463432" sldId="260"/>
            <ac:spMk id="30" creationId="{CBB96978-A4AE-E899-C48F-8A0806E69DC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31" creationId="{C3AEB81C-BD3B-A92E-62F0-B30F5BE3675B}"/>
          </ac:spMkLst>
        </pc:spChg>
        <pc:spChg chg="del mod">
          <ac:chgData name="Li, Hanchen F" userId="3aee791e-6a2d-4da7-a77b-fbdf7bf15886" providerId="ADAL" clId="{CDC5B0EF-6BEB-4658-A9FF-CB66F6FA6C1E}" dt="2025-05-23T15:57:18.857" v="6738" actId="478"/>
          <ac:spMkLst>
            <pc:docMk/>
            <pc:sldMk cId="1584463432" sldId="260"/>
            <ac:spMk id="32" creationId="{7B9D6849-61E2-17B3-3A21-CB30DD4C677E}"/>
          </ac:spMkLst>
        </pc:spChg>
        <pc:spChg chg="add mod">
          <ac:chgData name="Li, Hanchen F" userId="3aee791e-6a2d-4da7-a77b-fbdf7bf15886" providerId="ADAL" clId="{CDC5B0EF-6BEB-4658-A9FF-CB66F6FA6C1E}" dt="2025-05-23T22:15:57.088" v="81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5-23T22:16:14.082" v="8200" actId="403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5-23T22:14:33.522" v="8186" actId="20577"/>
          <ac:spMkLst>
            <pc:docMk/>
            <pc:sldMk cId="1584463432" sldId="260"/>
            <ac:spMk id="49" creationId="{A1060CE9-02C1-80AC-E6ED-E7A0742ED67A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0" creationId="{833FADE0-6619-25FD-F73C-AE61E894D557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2" creationId="{83436275-9370-E18B-5B54-AE80873119E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3" creationId="{CEEA90DB-D653-2675-6995-7B97CAFD3689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del mod">
          <ac:chgData name="Li, Hanchen F" userId="3aee791e-6a2d-4da7-a77b-fbdf7bf15886" providerId="ADAL" clId="{CDC5B0EF-6BEB-4658-A9FF-CB66F6FA6C1E}" dt="2025-05-23T16:32:32.314" v="7564" actId="478"/>
          <ac:spMkLst>
            <pc:docMk/>
            <pc:sldMk cId="1584463432" sldId="260"/>
            <ac:spMk id="58" creationId="{1FFEA000-03C3-CADF-0956-E2C7532FE86B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25:39.865" v="7340"/>
          <ac:spMkLst>
            <pc:docMk/>
            <pc:sldMk cId="1584463432" sldId="260"/>
            <ac:spMk id="126" creationId="{A502B73A-A1A0-76C5-1BFD-62CB32CD3FC7}"/>
          </ac:spMkLst>
        </pc:spChg>
        <pc:spChg chg="add del mod">
          <ac:chgData name="Li, Hanchen F" userId="3aee791e-6a2d-4da7-a77b-fbdf7bf15886" providerId="ADAL" clId="{CDC5B0EF-6BEB-4658-A9FF-CB66F6FA6C1E}" dt="2025-05-23T16:26:50.601" v="7377" actId="478"/>
          <ac:spMkLst>
            <pc:docMk/>
            <pc:sldMk cId="1584463432" sldId="260"/>
            <ac:spMk id="127" creationId="{E3670639-E5DA-4752-087D-EF0E0630D2B7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del mod">
          <ac:chgData name="Li, Hanchen F" userId="3aee791e-6a2d-4da7-a77b-fbdf7bf15886" providerId="ADAL" clId="{CDC5B0EF-6BEB-4658-A9FF-CB66F6FA6C1E}" dt="2025-05-23T16:27:26.257" v="7408" actId="478"/>
          <ac:spMkLst>
            <pc:docMk/>
            <pc:sldMk cId="1584463432" sldId="260"/>
            <ac:spMk id="130" creationId="{05C7F9BF-DA57-2AFC-E6E0-EDFD4433072D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5" creationId="{215CE413-DCA8-2C63-1850-71C30A64683E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7" creationId="{908E95F4-2561-DEE5-6705-87724A3A98C7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8" creationId="{A099CE58-70D0-95FC-140C-A64743ADFFB5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9" creationId="{B92FE556-8DBD-C7FB-08C2-004F3D469868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0" creationId="{9BC2613A-863A-87C1-517C-1AC74CF95450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1" creationId="{34EEFF6D-A9C9-BE98-DEBD-E8B99626AED6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2" creationId="{A5864EC1-76B1-AF11-9FFE-B23E54D1A649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del mod">
          <ac:chgData name="Li, Hanchen F" userId="3aee791e-6a2d-4da7-a77b-fbdf7bf15886" providerId="ADAL" clId="{CDC5B0EF-6BEB-4658-A9FF-CB66F6FA6C1E}" dt="2025-05-23T20:12:20.063" v="8076" actId="478"/>
          <ac:spMkLst>
            <pc:docMk/>
            <pc:sldMk cId="1584463432" sldId="260"/>
            <ac:spMk id="255" creationId="{4582AD9A-2DC3-92CE-5F4B-EE2D5A8AE8E2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2:06.865" v="8069" actId="571"/>
          <ac:spMkLst>
            <pc:docMk/>
            <pc:sldMk cId="1584463432" sldId="260"/>
            <ac:spMk id="258" creationId="{D92A412E-04F7-7441-47FB-4B8C4EB0AF63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7" creationId="{C32A2DC8-B411-7789-04C8-0E8ACE19077D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9" creationId="{09B0830C-F740-8EB8-B08D-E49488E7B6F5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0" creationId="{B8CA79DB-2539-1398-01C6-71A97421BAE1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1" creationId="{79F5345C-234A-8AB1-9AB1-B24FABB59622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2" creationId="{7D111463-DA7E-1348-435B-CC365742CBDA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3" creationId="{BE47B69D-DC72-636D-2C81-997DF609E204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4" creationId="{FA7EB1DC-9258-6227-1589-0C232B1A18A3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grpChg chg="add mod">
          <ac:chgData name="Li, Hanchen F" userId="3aee791e-6a2d-4da7-a77b-fbdf7bf15886" providerId="ADAL" clId="{CDC5B0EF-6BEB-4658-A9FF-CB66F6FA6C1E}" dt="2025-05-23T20:09:33.148" v="7965" actId="571"/>
          <ac:grpSpMkLst>
            <pc:docMk/>
            <pc:sldMk cId="1584463432" sldId="260"/>
            <ac:grpSpMk id="236" creationId="{82C087EC-1479-9297-78E1-5B8E0E11E377}"/>
          </ac:grpSpMkLst>
        </pc:grpChg>
        <pc:grpChg chg="add mod">
          <ac:chgData name="Li, Hanchen F" userId="3aee791e-6a2d-4da7-a77b-fbdf7bf15886" providerId="ADAL" clId="{CDC5B0EF-6BEB-4658-A9FF-CB66F6FA6C1E}" dt="2025-05-23T20:12:50.330" v="8097" actId="571"/>
          <ac:grpSpMkLst>
            <pc:docMk/>
            <pc:sldMk cId="1584463432" sldId="260"/>
            <ac:grpSpMk id="268" creationId="{7F2646B9-B3AE-E60F-E1F3-82151C3ECD53}"/>
          </ac:grpSpMkLst>
        </pc:grpChg>
        <pc:picChg chg="del mod">
          <ac:chgData name="Li, Hanchen F" userId="3aee791e-6a2d-4da7-a77b-fbdf7bf15886" providerId="ADAL" clId="{CDC5B0EF-6BEB-4658-A9FF-CB66F6FA6C1E}" dt="2025-05-23T15:56:19.789" v="6693" actId="478"/>
          <ac:picMkLst>
            <pc:docMk/>
            <pc:sldMk cId="1584463432" sldId="260"/>
            <ac:picMk id="3" creationId="{8503FABF-0327-8A44-5784-0CC1EE4367B6}"/>
          </ac:picMkLst>
        </pc:picChg>
        <pc:cxnChg chg="del">
          <ac:chgData name="Li, Hanchen F" userId="3aee791e-6a2d-4da7-a77b-fbdf7bf15886" providerId="ADAL" clId="{CDC5B0EF-6BEB-4658-A9FF-CB66F6FA6C1E}" dt="2025-05-23T15:56:21.796" v="6696" actId="478"/>
          <ac:cxnSpMkLst>
            <pc:docMk/>
            <pc:sldMk cId="1584463432" sldId="260"/>
            <ac:cxnSpMk id="4" creationId="{6E2CBDF1-A672-A701-60DD-94637F5B404D}"/>
          </ac:cxnSpMkLst>
        </pc:cxnChg>
        <pc:cxnChg chg="add del mod">
          <ac:chgData name="Li, Hanchen F" userId="3aee791e-6a2d-4da7-a77b-fbdf7bf15886" providerId="ADAL" clId="{CDC5B0EF-6BEB-4658-A9FF-CB66F6FA6C1E}" dt="2025-05-23T16:09:59.579" v="7004" actId="11529"/>
          <ac:cxnSpMkLst>
            <pc:docMk/>
            <pc:sldMk cId="1584463432" sldId="260"/>
            <ac:cxnSpMk id="19" creationId="{7FE74403-402A-6BEB-A25E-26D34C90EE1F}"/>
          </ac:cxnSpMkLst>
        </pc:cxnChg>
        <pc:cxnChg chg="add del mod">
          <ac:chgData name="Li, Hanchen F" userId="3aee791e-6a2d-4da7-a77b-fbdf7bf15886" providerId="ADAL" clId="{CDC5B0EF-6BEB-4658-A9FF-CB66F6FA6C1E}" dt="2025-05-23T16:28:36.026" v="7446" actId="478"/>
          <ac:cxnSpMkLst>
            <pc:docMk/>
            <pc:sldMk cId="1584463432" sldId="260"/>
            <ac:cxnSpMk id="22" creationId="{396D9843-5F6D-2E31-C099-E962B39D142E}"/>
          </ac:cxnSpMkLst>
        </pc:cxnChg>
        <pc:cxnChg chg="del">
          <ac:chgData name="Li, Hanchen F" userId="3aee791e-6a2d-4da7-a77b-fbdf7bf15886" providerId="ADAL" clId="{CDC5B0EF-6BEB-4658-A9FF-CB66F6FA6C1E}" dt="2025-05-23T15:56:20.561" v="6694" actId="478"/>
          <ac:cxnSpMkLst>
            <pc:docMk/>
            <pc:sldMk cId="1584463432" sldId="260"/>
            <ac:cxnSpMk id="40" creationId="{8CBD5324-2207-162F-1DE4-E6CE617831FA}"/>
          </ac:cxnSpMkLst>
        </pc:cxnChg>
        <pc:cxnChg chg="del">
          <ac:chgData name="Li, Hanchen F" userId="3aee791e-6a2d-4da7-a77b-fbdf7bf15886" providerId="ADAL" clId="{CDC5B0EF-6BEB-4658-A9FF-CB66F6FA6C1E}" dt="2025-05-23T15:56:21.294" v="6695" actId="478"/>
          <ac:cxnSpMkLst>
            <pc:docMk/>
            <pc:sldMk cId="1584463432" sldId="260"/>
            <ac:cxnSpMk id="42" creationId="{87126867-632B-3F03-6E84-EE77D48D5F4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del mod">
          <ac:chgData name="Li, Hanchen F" userId="3aee791e-6a2d-4da7-a77b-fbdf7bf15886" providerId="ADAL" clId="{CDC5B0EF-6BEB-4658-A9FF-CB66F6FA6C1E}" dt="2025-05-23T16:28:43.841" v="7450" actId="478"/>
          <ac:cxnSpMkLst>
            <pc:docMk/>
            <pc:sldMk cId="1584463432" sldId="260"/>
            <ac:cxnSpMk id="66" creationId="{D5FF7EFE-BDB9-4F48-E346-A4F81692CA48}"/>
          </ac:cxnSpMkLst>
        </pc:cxnChg>
        <pc:cxnChg chg="add del mod">
          <ac:chgData name="Li, Hanchen F" userId="3aee791e-6a2d-4da7-a77b-fbdf7bf15886" providerId="ADAL" clId="{CDC5B0EF-6BEB-4658-A9FF-CB66F6FA6C1E}" dt="2025-05-23T16:28:35.238" v="7445" actId="478"/>
          <ac:cxnSpMkLst>
            <pc:docMk/>
            <pc:sldMk cId="1584463432" sldId="260"/>
            <ac:cxnSpMk id="69" creationId="{4AD77737-FA3E-5AE3-E268-208D72BB1730}"/>
          </ac:cxnSpMkLst>
        </pc:cxnChg>
        <pc:cxnChg chg="add del mod">
          <ac:chgData name="Li, Hanchen F" userId="3aee791e-6a2d-4da7-a77b-fbdf7bf15886" providerId="ADAL" clId="{CDC5B0EF-6BEB-4658-A9FF-CB66F6FA6C1E}" dt="2025-05-23T16:28:34.074" v="7443" actId="478"/>
          <ac:cxnSpMkLst>
            <pc:docMk/>
            <pc:sldMk cId="1584463432" sldId="260"/>
            <ac:cxnSpMk id="73" creationId="{6C615112-F7FC-952D-4652-2CD95276ACA5}"/>
          </ac:cxnSpMkLst>
        </pc:cxnChg>
        <pc:cxnChg chg="add del mod">
          <ac:chgData name="Li, Hanchen F" userId="3aee791e-6a2d-4da7-a77b-fbdf7bf15886" providerId="ADAL" clId="{CDC5B0EF-6BEB-4658-A9FF-CB66F6FA6C1E}" dt="2025-05-23T16:28:34.721" v="7444" actId="478"/>
          <ac:cxnSpMkLst>
            <pc:docMk/>
            <pc:sldMk cId="1584463432" sldId="260"/>
            <ac:cxnSpMk id="90" creationId="{690C707A-5770-3DF6-8248-B93B1A3E9E7B}"/>
          </ac:cxnSpMkLst>
        </pc:cxnChg>
        <pc:cxnChg chg="add del mod">
          <ac:chgData name="Li, Hanchen F" userId="3aee791e-6a2d-4da7-a77b-fbdf7bf15886" providerId="ADAL" clId="{CDC5B0EF-6BEB-4658-A9FF-CB66F6FA6C1E}" dt="2025-05-23T16:31:24.157" v="7545" actId="478"/>
          <ac:cxnSpMkLst>
            <pc:docMk/>
            <pc:sldMk cId="1584463432" sldId="260"/>
            <ac:cxnSpMk id="132" creationId="{45FD4F0C-D9BB-85E2-A25D-8ECFF673E762}"/>
          </ac:cxnSpMkLst>
        </pc:cxnChg>
        <pc:cxnChg chg="add del mod">
          <ac:chgData name="Li, Hanchen F" userId="3aee791e-6a2d-4da7-a77b-fbdf7bf15886" providerId="ADAL" clId="{CDC5B0EF-6BEB-4658-A9FF-CB66F6FA6C1E}" dt="2025-05-23T16:31:23.631" v="7544" actId="478"/>
          <ac:cxnSpMkLst>
            <pc:docMk/>
            <pc:sldMk cId="1584463432" sldId="260"/>
            <ac:cxnSpMk id="135" creationId="{1EEFF99F-6C11-F2C4-38DD-CC0550A14213}"/>
          </ac:cxnSpMkLst>
        </pc:cxnChg>
        <pc:cxnChg chg="add del mod">
          <ac:chgData name="Li, Hanchen F" userId="3aee791e-6a2d-4da7-a77b-fbdf7bf15886" providerId="ADAL" clId="{CDC5B0EF-6BEB-4658-A9FF-CB66F6FA6C1E}" dt="2025-05-23T16:28:23.562" v="7438" actId="478"/>
          <ac:cxnSpMkLst>
            <pc:docMk/>
            <pc:sldMk cId="1584463432" sldId="260"/>
            <ac:cxnSpMk id="138" creationId="{C7F3ED52-0D5E-B2A6-7101-F12F1AFEDEB1}"/>
          </ac:cxnSpMkLst>
        </pc:cxnChg>
        <pc:cxnChg chg="add del mod">
          <ac:chgData name="Li, Hanchen F" userId="3aee791e-6a2d-4da7-a77b-fbdf7bf15886" providerId="ADAL" clId="{CDC5B0EF-6BEB-4658-A9FF-CB66F6FA6C1E}" dt="2025-05-23T16:31:22.964" v="7543" actId="478"/>
          <ac:cxnSpMkLst>
            <pc:docMk/>
            <pc:sldMk cId="1584463432" sldId="260"/>
            <ac:cxnSpMk id="139" creationId="{5B3EFE0D-9564-AEE1-B9DC-243B2DBF7EDE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del mod">
          <ac:chgData name="Li, Hanchen F" userId="3aee791e-6a2d-4da7-a77b-fbdf7bf15886" providerId="ADAL" clId="{CDC5B0EF-6BEB-4658-A9FF-CB66F6FA6C1E}" dt="2025-05-23T16:31:22.455" v="7542" actId="478"/>
          <ac:cxnSpMkLst>
            <pc:docMk/>
            <pc:sldMk cId="1584463432" sldId="260"/>
            <ac:cxnSpMk id="162" creationId="{CC231C5D-4C28-0638-50E1-28E448471AFF}"/>
          </ac:cxnSpMkLst>
        </pc:cxnChg>
        <pc:cxnChg chg="add del mod">
          <ac:chgData name="Li, Hanchen F" userId="3aee791e-6a2d-4da7-a77b-fbdf7bf15886" providerId="ADAL" clId="{CDC5B0EF-6BEB-4658-A9FF-CB66F6FA6C1E}" dt="2025-05-23T16:31:21.828" v="7541" actId="478"/>
          <ac:cxnSpMkLst>
            <pc:docMk/>
            <pc:sldMk cId="1584463432" sldId="260"/>
            <ac:cxnSpMk id="172" creationId="{2F27C024-0664-3ACF-5888-835C35001354}"/>
          </ac:cxnSpMkLst>
        </pc:cxnChg>
        <pc:cxnChg chg="add del mod">
          <ac:chgData name="Li, Hanchen F" userId="3aee791e-6a2d-4da7-a77b-fbdf7bf15886" providerId="ADAL" clId="{CDC5B0EF-6BEB-4658-A9FF-CB66F6FA6C1E}" dt="2025-05-23T16:31:21.376" v="7540" actId="478"/>
          <ac:cxnSpMkLst>
            <pc:docMk/>
            <pc:sldMk cId="1584463432" sldId="260"/>
            <ac:cxnSpMk id="174" creationId="{734AFDFC-A414-9D92-2527-6AF427594022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del mod">
          <ac:chgData name="Li, Hanchen F" userId="3aee791e-6a2d-4da7-a77b-fbdf7bf15886" providerId="ADAL" clId="{CDC5B0EF-6BEB-4658-A9FF-CB66F6FA6C1E}" dt="2025-05-23T16:41:46.026" v="7657" actId="478"/>
          <ac:cxnSpMkLst>
            <pc:docMk/>
            <pc:sldMk cId="1584463432" sldId="260"/>
            <ac:cxnSpMk id="202" creationId="{4F073178-BF1D-51C5-9DC7-9D3C97769ADF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del mod">
          <ac:chgData name="Li, Hanchen F" userId="3aee791e-6a2d-4da7-a77b-fbdf7bf15886" providerId="ADAL" clId="{CDC5B0EF-6BEB-4658-A9FF-CB66F6FA6C1E}" dt="2025-05-23T16:41:48.139" v="7658" actId="478"/>
          <ac:cxnSpMkLst>
            <pc:docMk/>
            <pc:sldMk cId="1584463432" sldId="260"/>
            <ac:cxnSpMk id="208" creationId="{9CD24189-018C-0180-4F2D-7D4083421338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69" y="719808"/>
            <a:ext cx="8512425" cy="5043294"/>
            <a:chOff x="-1265770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0" y="719808"/>
              <a:ext cx="8512425" cy="4864533"/>
              <a:chOff x="-1265770" y="719808"/>
              <a:chExt cx="8512425" cy="4864533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0" y="796341"/>
                <a:ext cx="8512425" cy="4788000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252779" y="4780198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335788" y="5218927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3983847" y="3592800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226308" y="2898608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79D2A366-B413-8528-AC73-86E9F16DB2B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741823" y="3064421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E7FFA589-5910-415F-51D1-A5B2F512A96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274367" y="3173032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870864" y="3061253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404648" y="3174878"/>
                <a:ext cx="0" cy="32812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DD6DD07B-470A-D2AF-3CC6-4334B7C92FD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266963" y="3332829"/>
                <a:ext cx="0" cy="1698132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000706" y="2559319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320138" y="2950948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322990" y="2949613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69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1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8" cy="4993868"/>
            <a:chOff x="6986023" y="751916"/>
            <a:chExt cx="4788638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8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61322" y="3462178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FF7C58E2-8271-6514-4188-11F6201F333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110976" y="3461455"/>
              <a:ext cx="0" cy="32812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35861" y="938105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9324" y="4773304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3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4272" y="54558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538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69691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文本框 670">
            <a:extLst>
              <a:ext uri="{FF2B5EF4-FFF2-40B4-BE49-F238E27FC236}">
                <a16:creationId xmlns:a16="http://schemas.microsoft.com/office/drawing/2014/main" id="{48721D70-ADC2-65F2-CF96-A9148310688B}"/>
              </a:ext>
            </a:extLst>
          </p:cNvPr>
          <p:cNvSpPr txBox="1"/>
          <p:nvPr/>
        </p:nvSpPr>
        <p:spPr>
          <a:xfrm>
            <a:off x="1737084" y="3990949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3" name="文本框 672">
            <a:extLst>
              <a:ext uri="{FF2B5EF4-FFF2-40B4-BE49-F238E27FC236}">
                <a16:creationId xmlns:a16="http://schemas.microsoft.com/office/drawing/2014/main" id="{5A7B8730-BD7F-1D04-4A62-5FA63DD009A6}"/>
              </a:ext>
            </a:extLst>
          </p:cNvPr>
          <p:cNvSpPr txBox="1"/>
          <p:nvPr/>
        </p:nvSpPr>
        <p:spPr>
          <a:xfrm>
            <a:off x="2215676" y="2809179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821" y="233243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4175643" y="4480268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4298745" y="491959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721182" y="36313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3" name="文本框 692">
            <a:extLst>
              <a:ext uri="{FF2B5EF4-FFF2-40B4-BE49-F238E27FC236}">
                <a16:creationId xmlns:a16="http://schemas.microsoft.com/office/drawing/2014/main" id="{3F9A48A1-BA63-64E8-1F9E-D38216DB2FFD}"/>
              </a:ext>
            </a:extLst>
          </p:cNvPr>
          <p:cNvSpPr txBox="1"/>
          <p:nvPr/>
        </p:nvSpPr>
        <p:spPr>
          <a:xfrm>
            <a:off x="4081426" y="3280481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189508" y="3258701"/>
            <a:ext cx="461986" cy="338554"/>
          </a:xfrm>
          <a:prstGeom prst="rect">
            <a:avLst/>
          </a:prstGeom>
          <a:gradFill flip="none" rotWithShape="1">
            <a:gsLst>
              <a:gs pos="22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5703416" y="3202793"/>
            <a:ext cx="461986" cy="338554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982856" y="2339198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6550947" y="272532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840000" y="3089424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51194" y="912193"/>
            <a:ext cx="633507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7" name="文本框 736">
            <a:extLst>
              <a:ext uri="{FF2B5EF4-FFF2-40B4-BE49-F238E27FC236}">
                <a16:creationId xmlns:a16="http://schemas.microsoft.com/office/drawing/2014/main" id="{94D702E4-E09F-8517-606F-3C66E6865576}"/>
              </a:ext>
            </a:extLst>
          </p:cNvPr>
          <p:cNvSpPr txBox="1"/>
          <p:nvPr/>
        </p:nvSpPr>
        <p:spPr>
          <a:xfrm>
            <a:off x="2560622" y="1823826"/>
            <a:ext cx="63350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0" name="文本框 739">
            <a:extLst>
              <a:ext uri="{FF2B5EF4-FFF2-40B4-BE49-F238E27FC236}">
                <a16:creationId xmlns:a16="http://schemas.microsoft.com/office/drawing/2014/main" id="{5C05FDFA-069A-1211-391D-6535C7B3AB3F}"/>
              </a:ext>
            </a:extLst>
          </p:cNvPr>
          <p:cNvSpPr txBox="1"/>
          <p:nvPr/>
        </p:nvSpPr>
        <p:spPr>
          <a:xfrm>
            <a:off x="9402771" y="2790673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1" name="文本框 740">
            <a:extLst>
              <a:ext uri="{FF2B5EF4-FFF2-40B4-BE49-F238E27FC236}">
                <a16:creationId xmlns:a16="http://schemas.microsoft.com/office/drawing/2014/main" id="{C3BB3AE5-380E-3C8F-7915-31796B6B7783}"/>
              </a:ext>
            </a:extLst>
          </p:cNvPr>
          <p:cNvSpPr txBox="1"/>
          <p:nvPr/>
        </p:nvSpPr>
        <p:spPr>
          <a:xfrm>
            <a:off x="9451093" y="226622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2" name="文本框 741">
            <a:extLst>
              <a:ext uri="{FF2B5EF4-FFF2-40B4-BE49-F238E27FC236}">
                <a16:creationId xmlns:a16="http://schemas.microsoft.com/office/drawing/2014/main" id="{52B53972-AFE9-F924-2D9E-BB933025E733}"/>
              </a:ext>
            </a:extLst>
          </p:cNvPr>
          <p:cNvSpPr txBox="1"/>
          <p:nvPr/>
        </p:nvSpPr>
        <p:spPr>
          <a:xfrm>
            <a:off x="10219853" y="992026"/>
            <a:ext cx="633507" cy="338554"/>
          </a:xfrm>
          <a:prstGeom prst="rect">
            <a:avLst/>
          </a:prstGeom>
          <a:gradFill>
            <a:gsLst>
              <a:gs pos="22000">
                <a:schemeClr val="bg1"/>
              </a:gs>
              <a:gs pos="4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3" name="文本框 742">
            <a:extLst>
              <a:ext uri="{FF2B5EF4-FFF2-40B4-BE49-F238E27FC236}">
                <a16:creationId xmlns:a16="http://schemas.microsoft.com/office/drawing/2014/main" id="{4A4AA55F-5428-4951-AFB7-460E89C61A98}"/>
              </a:ext>
            </a:extLst>
          </p:cNvPr>
          <p:cNvSpPr txBox="1"/>
          <p:nvPr/>
        </p:nvSpPr>
        <p:spPr>
          <a:xfrm>
            <a:off x="10055830" y="2022927"/>
            <a:ext cx="60144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55894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73570" y="418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58881" y="100154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1" name="文本框 750">
            <a:extLst>
              <a:ext uri="{FF2B5EF4-FFF2-40B4-BE49-F238E27FC236}">
                <a16:creationId xmlns:a16="http://schemas.microsoft.com/office/drawing/2014/main" id="{8681218D-9205-44F7-6506-CC2120DF707D}"/>
              </a:ext>
            </a:extLst>
          </p:cNvPr>
          <p:cNvSpPr txBox="1"/>
          <p:nvPr/>
        </p:nvSpPr>
        <p:spPr>
          <a:xfrm>
            <a:off x="10031115" y="3825505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30890" y="3382582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325689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02686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269" y="400803"/>
            <a:ext cx="10767461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9453377" y="1026160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9479550" y="856883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5109977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697852" y="1747311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30004" y="2503682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624877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181081" y="3556798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9798689" y="2113360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9798689" y="4793063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10329908" y="3274589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10204433" y="194408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10204433" y="4609748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9798689" y="3443866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9453377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9479550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893430"/>
            <a:ext cx="3507204" cy="1632542"/>
            <a:chOff x="4372071" y="2005742"/>
            <a:chExt cx="3453491" cy="163254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8" y="2323034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764589" y="2005742"/>
              <a:ext cx="2716300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578</TotalTime>
  <Words>371</Words>
  <Application>Microsoft Office PowerPoint</Application>
  <PresentationFormat>宽屏</PresentationFormat>
  <Paragraphs>152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2025-05-24T00:56:43Z</cp:lastPrinted>
  <dcterms:created xsi:type="dcterms:W3CDTF">2025-05-22T21:32:03Z</dcterms:created>
  <dcterms:modified xsi:type="dcterms:W3CDTF">2025-05-24T01:05:18Z</dcterms:modified>
</cp:coreProperties>
</file>
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D"/>
    <a:srgbClr val="FFFFFF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383" dt="2025-05-23T20:13:16.8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4156" autoAdjust="0"/>
  </p:normalViewPr>
  <p:slideViewPr>
    <p:cSldViewPr snapToGrid="0">
      <p:cViewPr>
        <p:scale>
          <a:sx n="66" d="100"/>
          <a:sy n="66" d="100"/>
        </p:scale>
        <p:origin x="1176" y="5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5-23T20:13:53.563" v="8153" actId="1076"/>
      <pc:docMkLst>
        <pc:docMk/>
      </pc:docMkLst>
      <pc:sldChg chg="addSp delSp modSp new mod">
        <pc:chgData name="Li, Hanchen F" userId="3aee791e-6a2d-4da7-a77b-fbdf7bf15886" providerId="ADAL" clId="{CDC5B0EF-6BEB-4658-A9FF-CB66F6FA6C1E}" dt="2025-05-23T16:55:18.405" v="7846" actId="207"/>
        <pc:sldMkLst>
          <pc:docMk/>
          <pc:sldMk cId="2152317508" sldId="256"/>
        </pc:sldMkLst>
        <pc:spChg chg="del">
          <ac:chgData name="Li, Hanchen F" userId="3aee791e-6a2d-4da7-a77b-fbdf7bf15886" providerId="ADAL" clId="{CDC5B0EF-6BEB-4658-A9FF-CB66F6FA6C1E}" dt="2025-05-22T21:35:51.853" v="1" actId="478"/>
          <ac:spMkLst>
            <pc:docMk/>
            <pc:sldMk cId="2152317508" sldId="256"/>
            <ac:spMk id="2" creationId="{5E1BDCFA-D225-49BA-B506-002C6E8C0841}"/>
          </ac:spMkLst>
        </pc:spChg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del">
          <ac:chgData name="Li, Hanchen F" userId="3aee791e-6a2d-4da7-a77b-fbdf7bf15886" providerId="ADAL" clId="{CDC5B0EF-6BEB-4658-A9FF-CB66F6FA6C1E}" dt="2025-05-22T21:35:52.793" v="2" actId="478"/>
          <ac:spMkLst>
            <pc:docMk/>
            <pc:sldMk cId="2152317508" sldId="256"/>
            <ac:spMk id="3" creationId="{162F48E0-E4FB-0EB9-A006-E867A159080D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23T14:36:17.401" v="6689" actId="1076"/>
          <ac:spMkLst>
            <pc:docMk/>
            <pc:sldMk cId="2152317508" sldId="256"/>
            <ac:spMk id="5" creationId="{5DBDA668-D12D-B5BA-A487-BD758F21D7F0}"/>
          </ac:spMkLst>
        </pc:spChg>
        <pc:spChg chg="add mo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30" creationId="{03E7375E-B3C1-217F-067E-365A732738CA}"/>
          </ac:spMkLst>
        </pc:spChg>
        <pc:spChg chg="add del mod">
          <ac:chgData name="Li, Hanchen F" userId="3aee791e-6a2d-4da7-a77b-fbdf7bf15886" providerId="ADAL" clId="{CDC5B0EF-6BEB-4658-A9FF-CB66F6FA6C1E}" dt="2025-05-22T22:16:22.014" v="1365" actId="478"/>
          <ac:spMkLst>
            <pc:docMk/>
            <pc:sldMk cId="2152317508" sldId="256"/>
            <ac:spMk id="31" creationId="{9D36162F-281C-C78D-3987-8F0E744FD048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34" creationId="{6100B307-914C-8BEC-6B3B-3C3AFCC6D832}"/>
          </ac:spMkLst>
        </pc:spChg>
        <pc:spChg chg="add del mod ord">
          <ac:chgData name="Li, Hanchen F" userId="3aee791e-6a2d-4da7-a77b-fbdf7bf15886" providerId="ADAL" clId="{CDC5B0EF-6BEB-4658-A9FF-CB66F6FA6C1E}" dt="2025-05-22T22:04:43.729" v="915" actId="478"/>
          <ac:spMkLst>
            <pc:docMk/>
            <pc:sldMk cId="2152317508" sldId="256"/>
            <ac:spMk id="150" creationId="{6A894B35-62C8-2FB6-E93B-1CB8CD75E5C8}"/>
          </ac:spMkLst>
        </pc:spChg>
        <pc:spChg chg="add del mod ord">
          <ac:chgData name="Li, Hanchen F" userId="3aee791e-6a2d-4da7-a77b-fbdf7bf15886" providerId="ADAL" clId="{CDC5B0EF-6BEB-4658-A9FF-CB66F6FA6C1E}" dt="2025-05-22T22:04:42.458" v="913" actId="478"/>
          <ac:spMkLst>
            <pc:docMk/>
            <pc:sldMk cId="2152317508" sldId="256"/>
            <ac:spMk id="151" creationId="{47CE325C-72FD-2A3D-7FE9-7CDC7D25B532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22T23:17:33.494" v="3248" actId="14826"/>
          <ac:spMkLst>
            <pc:docMk/>
            <pc:sldMk cId="2152317508" sldId="256"/>
            <ac:spMk id="158" creationId="{48E4F557-14D2-AE99-53EA-B93325EFF8D3}"/>
          </ac:spMkLst>
        </pc:spChg>
        <pc:spChg chg="add del mod">
          <ac:chgData name="Li, Hanchen F" userId="3aee791e-6a2d-4da7-a77b-fbdf7bf15886" providerId="ADAL" clId="{CDC5B0EF-6BEB-4658-A9FF-CB66F6FA6C1E}" dt="2025-05-22T22:11:37.608" v="1179" actId="478"/>
          <ac:spMkLst>
            <pc:docMk/>
            <pc:sldMk cId="2152317508" sldId="256"/>
            <ac:spMk id="175" creationId="{C5AE0CFD-CB69-8F84-37A8-5CEE88611564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23" creationId="{F85F9F5E-7F8C-D806-1208-A61EF4A432E9}"/>
          </ac:spMkLst>
        </pc:spChg>
        <pc:spChg chg="add mod">
          <ac:chgData name="Li, Hanchen F" userId="3aee791e-6a2d-4da7-a77b-fbdf7bf15886" providerId="ADAL" clId="{CDC5B0EF-6BEB-4658-A9FF-CB66F6FA6C1E}" dt="2025-05-22T22:18:26.597" v="1439" actId="571"/>
          <ac:spMkLst>
            <pc:docMk/>
            <pc:sldMk cId="2152317508" sldId="256"/>
            <ac:spMk id="232" creationId="{4B698B2A-D14F-7091-D747-A2A9BB9B24A0}"/>
          </ac:spMkLst>
        </pc:spChg>
        <pc:spChg chg="add mod">
          <ac:chgData name="Li, Hanchen F" userId="3aee791e-6a2d-4da7-a77b-fbdf7bf15886" providerId="ADAL" clId="{CDC5B0EF-6BEB-4658-A9FF-CB66F6FA6C1E}" dt="2025-05-22T22:18:26.597" v="1439" actId="571"/>
          <ac:spMkLst>
            <pc:docMk/>
            <pc:sldMk cId="2152317508" sldId="256"/>
            <ac:spMk id="233" creationId="{73F5420B-42AF-1756-FAB1-8C2E3326440F}"/>
          </ac:spMkLst>
        </pc:spChg>
        <pc:spChg chg="add mod">
          <ac:chgData name="Li, Hanchen F" userId="3aee791e-6a2d-4da7-a77b-fbdf7bf15886" providerId="ADAL" clId="{CDC5B0EF-6BEB-4658-A9FF-CB66F6FA6C1E}" dt="2025-05-22T22:18:26.597" v="1439" actId="571"/>
          <ac:spMkLst>
            <pc:docMk/>
            <pc:sldMk cId="2152317508" sldId="256"/>
            <ac:spMk id="234" creationId="{964DE85A-5BB3-31C5-0EFC-65983F647B19}"/>
          </ac:spMkLst>
        </pc:spChg>
        <pc:spChg chg="add mod">
          <ac:chgData name="Li, Hanchen F" userId="3aee791e-6a2d-4da7-a77b-fbdf7bf15886" providerId="ADAL" clId="{CDC5B0EF-6BEB-4658-A9FF-CB66F6FA6C1E}" dt="2025-05-22T22:27:49.491" v="2188" actId="1076"/>
          <ac:spMkLst>
            <pc:docMk/>
            <pc:sldMk cId="2152317508" sldId="256"/>
            <ac:spMk id="258" creationId="{1C366095-B703-2ED1-DDCE-4FFFABBC7B1A}"/>
          </ac:spMkLst>
        </pc:spChg>
        <pc:spChg chg="add mod">
          <ac:chgData name="Li, Hanchen F" userId="3aee791e-6a2d-4da7-a77b-fbdf7bf15886" providerId="ADAL" clId="{CDC5B0EF-6BEB-4658-A9FF-CB66F6FA6C1E}" dt="2025-05-22T22:27:49.491" v="2188" actId="1076"/>
          <ac:spMkLst>
            <pc:docMk/>
            <pc:sldMk cId="2152317508" sldId="256"/>
            <ac:spMk id="259" creationId="{6C934AC5-A5AB-341E-3867-A4A411C61BA4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22T23:18:22.360" v="3254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57" creationId="{2175F4C0-AAE7-52F8-B468-B7CEBEFDF7E0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58" creationId="{2FA36215-C607-8F57-D8A6-273051604FBB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59" creationId="{AF012E77-A5E7-F844-54B9-A734D895F077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0" creationId="{2DC47447-562C-8C93-BB18-061654159F31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5" creationId="{3DBE7F4C-4DA0-DF29-F66E-03BBF52ADB1F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6" creationId="{2F1D725F-B358-494F-76F0-344D10693BE9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68" creationId="{C18B9CCA-29CB-DC87-6E8F-BDA90463795D}"/>
          </ac:spMkLst>
        </pc:spChg>
        <pc:spChg chg="mod">
          <ac:chgData name="Li, Hanchen F" userId="3aee791e-6a2d-4da7-a77b-fbdf7bf15886" providerId="ADAL" clId="{CDC5B0EF-6BEB-4658-A9FF-CB66F6FA6C1E}" dt="2025-05-22T22:32:42.815" v="2492" actId="571"/>
          <ac:spMkLst>
            <pc:docMk/>
            <pc:sldMk cId="2152317508" sldId="256"/>
            <ac:spMk id="388" creationId="{424F4190-0A56-2B92-97D2-31147F10846A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4" creationId="{07F750D8-7617-D794-BADE-62CD8C275C25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5" creationId="{036F20E5-20B1-42C8-4F68-BFF03F42F355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6" creationId="{CAF03C03-7A49-F61F-D721-2CDC41BEC411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7" creationId="{88D69805-0619-C1C2-A81B-99806268B283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8" creationId="{77848363-FB64-2EAB-0AE9-77387CBE1C4F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399" creationId="{0A2EBE76-CBCD-D681-3657-50A740945322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401" creationId="{2CE87F69-A4F0-CE63-3EDE-19A8954C8151}"/>
          </ac:spMkLst>
        </pc:spChg>
        <pc:spChg chg="mod">
          <ac:chgData name="Li, Hanchen F" userId="3aee791e-6a2d-4da7-a77b-fbdf7bf15886" providerId="ADAL" clId="{CDC5B0EF-6BEB-4658-A9FF-CB66F6FA6C1E}" dt="2025-05-22T22:33:30.908" v="2505" actId="571"/>
          <ac:spMkLst>
            <pc:docMk/>
            <pc:sldMk cId="2152317508" sldId="256"/>
            <ac:spMk id="420" creationId="{4094F9DE-3818-A6F1-E176-6CEC61A1B147}"/>
          </ac:spMkLst>
        </pc:spChg>
        <pc:spChg chg="add del mod">
          <ac:chgData name="Li, Hanchen F" userId="3aee791e-6a2d-4da7-a77b-fbdf7bf15886" providerId="ADAL" clId="{CDC5B0EF-6BEB-4658-A9FF-CB66F6FA6C1E}" dt="2025-05-22T22:34:08.197" v="2512" actId="478"/>
          <ac:spMkLst>
            <pc:docMk/>
            <pc:sldMk cId="2152317508" sldId="256"/>
            <ac:spMk id="423" creationId="{2C2D2E47-3D6F-D5E2-C540-24FB1F2D2C26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0" creationId="{353C923F-0403-C17D-C94A-3DC830E73F7C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1" creationId="{CC894AE3-BB40-717B-9C3E-F2CC4F669645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2" creationId="{5F582C53-BBB8-E48D-F10C-3508F2A53512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3" creationId="{FE73281F-5EA3-9847-F092-7085082B6B2C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4" creationId="{B94B8BB4-E236-9AAC-BC93-9627B285EBD4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5" creationId="{6A451C46-A9A7-327B-7B77-1BF23D217C28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37" creationId="{41CE7D9F-5BD6-EF98-2389-471E0B885F8C}"/>
          </ac:spMkLst>
        </pc:spChg>
        <pc:spChg chg="mod">
          <ac:chgData name="Li, Hanchen F" userId="3aee791e-6a2d-4da7-a77b-fbdf7bf15886" providerId="ADAL" clId="{CDC5B0EF-6BEB-4658-A9FF-CB66F6FA6C1E}" dt="2025-05-22T22:35:52.716" v="2537" actId="571"/>
          <ac:spMkLst>
            <pc:docMk/>
            <pc:sldMk cId="2152317508" sldId="256"/>
            <ac:spMk id="457" creationId="{BB45642B-EE98-2D72-7B3C-B4A160C83D5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del">
          <ac:chgData name="Li, Hanchen F" userId="3aee791e-6a2d-4da7-a77b-fbdf7bf15886" providerId="ADAL" clId="{CDC5B0EF-6BEB-4658-A9FF-CB66F6FA6C1E}" dt="2025-05-22T22:45:25.050" v="2682" actId="11529"/>
          <ac:spMkLst>
            <pc:docMk/>
            <pc:sldMk cId="2152317508" sldId="256"/>
            <ac:spMk id="507" creationId="{3ADD458A-8BC0-4DF1-09EF-6F5DCA7F5F57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del">
          <ac:chgData name="Li, Hanchen F" userId="3aee791e-6a2d-4da7-a77b-fbdf7bf15886" providerId="ADAL" clId="{CDC5B0EF-6BEB-4658-A9FF-CB66F6FA6C1E}" dt="2025-05-22T22:46:08.893" v="2701" actId="11529"/>
          <ac:spMkLst>
            <pc:docMk/>
            <pc:sldMk cId="2152317508" sldId="256"/>
            <ac:spMk id="509" creationId="{74C7F0FB-50DA-EEA8-4696-F7C31C7EFA5E}"/>
          </ac:spMkLst>
        </pc:spChg>
        <pc:spChg chg="add del mod ord">
          <ac:chgData name="Li, Hanchen F" userId="3aee791e-6a2d-4da7-a77b-fbdf7bf15886" providerId="ADAL" clId="{CDC5B0EF-6BEB-4658-A9FF-CB66F6FA6C1E}" dt="2025-05-22T22:50:16.648" v="2842" actId="478"/>
          <ac:spMkLst>
            <pc:docMk/>
            <pc:sldMk cId="2152317508" sldId="256"/>
            <ac:spMk id="510" creationId="{4C6A66CD-D7D5-0196-D48B-2703939D23AE}"/>
          </ac:spMkLst>
        </pc:spChg>
        <pc:spChg chg="add mod">
          <ac:chgData name="Li, Hanchen F" userId="3aee791e-6a2d-4da7-a77b-fbdf7bf15886" providerId="ADAL" clId="{CDC5B0EF-6BEB-4658-A9FF-CB66F6FA6C1E}" dt="2025-05-22T22:48:17.614" v="2752" actId="1076"/>
          <ac:spMkLst>
            <pc:docMk/>
            <pc:sldMk cId="2152317508" sldId="256"/>
            <ac:spMk id="511" creationId="{3667B02B-11CA-3645-1CC4-5E824B6B2BE8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4" creationId="{5E62E6BA-4930-3D82-2DBC-A1FE2C4FA973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5" creationId="{18A35F65-8A14-55E9-0AA8-2FC4F5745A5E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6" creationId="{A89C7A44-EAFA-C4E8-7106-03FF109EF35D}"/>
          </ac:spMkLst>
        </pc:spChg>
        <pc:spChg chg="add del mod">
          <ac:chgData name="Li, Hanchen F" userId="3aee791e-6a2d-4da7-a77b-fbdf7bf15886" providerId="ADAL" clId="{CDC5B0EF-6BEB-4658-A9FF-CB66F6FA6C1E}" dt="2025-05-22T22:52:58.488" v="2919" actId="21"/>
          <ac:spMkLst>
            <pc:docMk/>
            <pc:sldMk cId="2152317508" sldId="256"/>
            <ac:spMk id="517" creationId="{EF685783-BB50-ABFA-F9E8-0F9ADB11FCD0}"/>
          </ac:spMkLst>
        </pc:spChg>
        <pc:spChg chg="add del">
          <ac:chgData name="Li, Hanchen F" userId="3aee791e-6a2d-4da7-a77b-fbdf7bf15886" providerId="ADAL" clId="{CDC5B0EF-6BEB-4658-A9FF-CB66F6FA6C1E}" dt="2025-05-22T22:50:50.145" v="2850" actId="478"/>
          <ac:spMkLst>
            <pc:docMk/>
            <pc:sldMk cId="2152317508" sldId="256"/>
            <ac:spMk id="520" creationId="{FA95078F-49E7-BD38-814B-032ACAF1B1C9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del mod">
          <ac:chgData name="Li, Hanchen F" userId="3aee791e-6a2d-4da7-a77b-fbdf7bf15886" providerId="ADAL" clId="{CDC5B0EF-6BEB-4658-A9FF-CB66F6FA6C1E}" dt="2025-05-22T23:08:32.562" v="3210" actId="478"/>
          <ac:spMkLst>
            <pc:docMk/>
            <pc:sldMk cId="2152317508" sldId="256"/>
            <ac:spMk id="526" creationId="{5E62E6BA-4930-3D82-2DBC-A1FE2C4FA973}"/>
          </ac:spMkLst>
        </pc:spChg>
        <pc:spChg chg="add del mod">
          <ac:chgData name="Li, Hanchen F" userId="3aee791e-6a2d-4da7-a77b-fbdf7bf15886" providerId="ADAL" clId="{CDC5B0EF-6BEB-4658-A9FF-CB66F6FA6C1E}" dt="2025-05-22T23:08:31.984" v="3209" actId="478"/>
          <ac:spMkLst>
            <pc:docMk/>
            <pc:sldMk cId="2152317508" sldId="256"/>
            <ac:spMk id="527" creationId="{18A35F65-8A14-55E9-0AA8-2FC4F5745A5E}"/>
          </ac:spMkLst>
        </pc:spChg>
        <pc:spChg chg="add del mod">
          <ac:chgData name="Li, Hanchen F" userId="3aee791e-6a2d-4da7-a77b-fbdf7bf15886" providerId="ADAL" clId="{CDC5B0EF-6BEB-4658-A9FF-CB66F6FA6C1E}" dt="2025-05-22T23:08:31.617" v="3208" actId="478"/>
          <ac:spMkLst>
            <pc:docMk/>
            <pc:sldMk cId="2152317508" sldId="256"/>
            <ac:spMk id="528" creationId="{A89C7A44-EAFA-C4E8-7106-03FF109EF35D}"/>
          </ac:spMkLst>
        </pc:spChg>
        <pc:spChg chg="add del mod">
          <ac:chgData name="Li, Hanchen F" userId="3aee791e-6a2d-4da7-a77b-fbdf7bf15886" providerId="ADAL" clId="{CDC5B0EF-6BEB-4658-A9FF-CB66F6FA6C1E}" dt="2025-05-22T23:08:32.925" v="3211" actId="478"/>
          <ac:spMkLst>
            <pc:docMk/>
            <pc:sldMk cId="2152317508" sldId="256"/>
            <ac:spMk id="529" creationId="{EF685783-BB50-ABFA-F9E8-0F9ADB11FCD0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0" creationId="{14E27340-A51B-AB5F-A43B-FEC7FD1EE39B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1" creationId="{6BB19850-9A69-0378-D665-500FF9D2338A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2" creationId="{8E015C2E-A406-B24E-73C4-92FD59E92B7C}"/>
          </ac:spMkLst>
        </pc:spChg>
        <pc:spChg chg="add del mod">
          <ac:chgData name="Li, Hanchen F" userId="3aee791e-6a2d-4da7-a77b-fbdf7bf15886" providerId="ADAL" clId="{CDC5B0EF-6BEB-4658-A9FF-CB66F6FA6C1E}" dt="2025-05-22T22:53:11.704" v="2924" actId="478"/>
          <ac:spMkLst>
            <pc:docMk/>
            <pc:sldMk cId="2152317508" sldId="256"/>
            <ac:spMk id="533" creationId="{2F21DF37-EE36-AB7C-4B9B-65E2823FA579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del mod">
          <ac:chgData name="Li, Hanchen F" userId="3aee791e-6a2d-4da7-a77b-fbdf7bf15886" providerId="ADAL" clId="{CDC5B0EF-6BEB-4658-A9FF-CB66F6FA6C1E}" dt="2025-05-22T22:55:45.563" v="2963" actId="478"/>
          <ac:spMkLst>
            <pc:docMk/>
            <pc:sldMk cId="2152317508" sldId="256"/>
            <ac:spMk id="544" creationId="{53AA62CE-CBE6-0141-C81B-0C2372E6F719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2" creationId="{D0564ACF-5985-7B21-A1EF-97FE138B230A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3" creationId="{835809D5-53CF-0F86-EFA1-85F9EC7F8A7F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4" creationId="{442B29EC-CA94-FBDB-7FAF-19D5ACEF5FA0}"/>
          </ac:spMkLst>
        </pc:spChg>
        <pc:spChg chg="mod">
          <ac:chgData name="Li, Hanchen F" userId="3aee791e-6a2d-4da7-a77b-fbdf7bf15886" providerId="ADAL" clId="{CDC5B0EF-6BEB-4658-A9FF-CB66F6FA6C1E}" dt="2025-05-22T22:56:36.295" v="2986"/>
          <ac:spMkLst>
            <pc:docMk/>
            <pc:sldMk cId="2152317508" sldId="256"/>
            <ac:spMk id="555" creationId="{586A0FC3-3929-9B05-1440-56BC29481F46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69" creationId="{DCCEA38E-1460-3AC7-6B9F-8BC5992745CC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70" creationId="{641A682E-3E04-F4D9-BD9B-8FBF24E517F9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71" creationId="{3A8C9D4D-97AF-B02C-1348-03B3732F8CA1}"/>
          </ac:spMkLst>
        </pc:spChg>
        <pc:spChg chg="mod ord topLvl">
          <ac:chgData name="Li, Hanchen F" userId="3aee791e-6a2d-4da7-a77b-fbdf7bf15886" providerId="ADAL" clId="{CDC5B0EF-6BEB-4658-A9FF-CB66F6FA6C1E}" dt="2025-05-22T23:00:49.041" v="3075" actId="165"/>
          <ac:spMkLst>
            <pc:docMk/>
            <pc:sldMk cId="2152317508" sldId="256"/>
            <ac:spMk id="572" creationId="{539F9509-72A7-B4B4-838F-F91E40E2ECE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22T23:20:39.951" v="3285" actId="1076"/>
          <ac:spMkLst>
            <pc:docMk/>
            <pc:sldMk cId="2152317508" sldId="256"/>
            <ac:spMk id="618" creationId="{AD6349BE-D1BE-C86E-46DB-009472548024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19" creationId="{79E206C2-73FC-BC8D-0BF4-6E0E80BC3ECC}"/>
          </ac:spMkLst>
        </pc:spChg>
        <pc:spChg chg="add del mod">
          <ac:chgData name="Li, Hanchen F" userId="3aee791e-6a2d-4da7-a77b-fbdf7bf15886" providerId="ADAL" clId="{CDC5B0EF-6BEB-4658-A9FF-CB66F6FA6C1E}" dt="2025-05-22T23:21:39.343" v="3317" actId="478"/>
          <ac:spMkLst>
            <pc:docMk/>
            <pc:sldMk cId="2152317508" sldId="256"/>
            <ac:spMk id="620" creationId="{8520F19A-8877-F896-9205-0A28EDDE5F1D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23" creationId="{BE97E01D-3E36-43CA-F999-3F23131BBA17}"/>
          </ac:spMkLst>
        </pc:spChg>
        <pc:spChg chg="add del mod">
          <ac:chgData name="Li, Hanchen F" userId="3aee791e-6a2d-4da7-a77b-fbdf7bf15886" providerId="ADAL" clId="{CDC5B0EF-6BEB-4658-A9FF-CB66F6FA6C1E}" dt="2025-05-22T23:23:27.646" v="3363" actId="478"/>
          <ac:spMkLst>
            <pc:docMk/>
            <pc:sldMk cId="2152317508" sldId="256"/>
            <ac:spMk id="624" creationId="{AE04DA84-3D05-723F-00E2-94C41788C5EE}"/>
          </ac:spMkLst>
        </pc:spChg>
        <pc:spChg chg="add mod">
          <ac:chgData name="Li, Hanchen F" userId="3aee791e-6a2d-4da7-a77b-fbdf7bf15886" providerId="ADAL" clId="{CDC5B0EF-6BEB-4658-A9FF-CB66F6FA6C1E}" dt="2025-05-23T16:54:39.979" v="7719" actId="1076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del mod ord">
          <ac:chgData name="Li, Hanchen F" userId="3aee791e-6a2d-4da7-a77b-fbdf7bf15886" providerId="ADAL" clId="{CDC5B0EF-6BEB-4658-A9FF-CB66F6FA6C1E}" dt="2025-05-22T23:28:37.363" v="3454" actId="478"/>
          <ac:spMkLst>
            <pc:docMk/>
            <pc:sldMk cId="2152317508" sldId="256"/>
            <ac:spMk id="633" creationId="{A5EA9904-2F7A-143D-3851-EE542688C081}"/>
          </ac:spMkLst>
        </pc:spChg>
        <pc:spChg chg="add del mod ord">
          <ac:chgData name="Li, Hanchen F" userId="3aee791e-6a2d-4da7-a77b-fbdf7bf15886" providerId="ADAL" clId="{CDC5B0EF-6BEB-4658-A9FF-CB66F6FA6C1E}" dt="2025-05-22T23:28:37.363" v="3454" actId="478"/>
          <ac:spMkLst>
            <pc:docMk/>
            <pc:sldMk cId="2152317508" sldId="256"/>
            <ac:spMk id="634" creationId="{3776F018-984A-D46B-EC3A-1F67CB89E4B4}"/>
          </ac:spMkLst>
        </pc:spChg>
        <pc:spChg chg="add del mod ord">
          <ac:chgData name="Li, Hanchen F" userId="3aee791e-6a2d-4da7-a77b-fbdf7bf15886" providerId="ADAL" clId="{CDC5B0EF-6BEB-4658-A9FF-CB66F6FA6C1E}" dt="2025-05-22T23:28:37.363" v="3454" actId="478"/>
          <ac:spMkLst>
            <pc:docMk/>
            <pc:sldMk cId="2152317508" sldId="256"/>
            <ac:spMk id="635" creationId="{07FE687C-46DE-6696-C290-B41856054B9E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39" creationId="{865AE519-2E30-7580-F7FF-AE57BE573C72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0" creationId="{8C734C80-AC5D-1919-948E-DC25393F44EF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1" creationId="{6ABAF754-27C9-904D-7BF0-2CCEA9A8D3DC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2" creationId="{7F343B53-B7FF-524D-4F69-D98C9338273E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7" creationId="{5619DFC7-A8CE-BED4-E6C5-9E44FB0FAEBD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48" creationId="{80F13ABF-AF37-F79A-78E6-42BCE4FBE54F}"/>
          </ac:spMkLst>
        </pc:spChg>
        <pc:spChg chg="mod">
          <ac:chgData name="Li, Hanchen F" userId="3aee791e-6a2d-4da7-a77b-fbdf7bf15886" providerId="ADAL" clId="{CDC5B0EF-6BEB-4658-A9FF-CB66F6FA6C1E}" dt="2025-05-22T23:28:40.007" v="3455"/>
          <ac:spMkLst>
            <pc:docMk/>
            <pc:sldMk cId="2152317508" sldId="256"/>
            <ac:spMk id="650" creationId="{9F0CADA7-60CB-8AE7-DEDC-283EDD36603F}"/>
          </ac:spMkLst>
        </pc:spChg>
        <pc:spChg chg="add mod">
          <ac:chgData name="Li, Hanchen F" userId="3aee791e-6a2d-4da7-a77b-fbdf7bf15886" providerId="ADAL" clId="{CDC5B0EF-6BEB-4658-A9FF-CB66F6FA6C1E}" dt="2025-05-22T23:34:17.088" v="3611" actId="1037"/>
          <ac:spMkLst>
            <pc:docMk/>
            <pc:sldMk cId="2152317508" sldId="256"/>
            <ac:spMk id="669" creationId="{A123FB79-41B3-6095-12D2-8997AD6F70A2}"/>
          </ac:spMkLst>
        </pc:spChg>
        <pc:spChg chg="add del mod">
          <ac:chgData name="Li, Hanchen F" userId="3aee791e-6a2d-4da7-a77b-fbdf7bf15886" providerId="ADAL" clId="{CDC5B0EF-6BEB-4658-A9FF-CB66F6FA6C1E}" dt="2025-05-22T23:29:18.480" v="3474" actId="478"/>
          <ac:spMkLst>
            <pc:docMk/>
            <pc:sldMk cId="2152317508" sldId="256"/>
            <ac:spMk id="670" creationId="{D63B6F7A-0D92-BDAC-9F6F-C77D466FCB9D}"/>
          </ac:spMkLst>
        </pc:spChg>
        <pc:spChg chg="add mod">
          <ac:chgData name="Li, Hanchen F" userId="3aee791e-6a2d-4da7-a77b-fbdf7bf15886" providerId="ADAL" clId="{CDC5B0EF-6BEB-4658-A9FF-CB66F6FA6C1E}" dt="2025-05-22T23:29:46.579" v="3485" actId="1076"/>
          <ac:spMkLst>
            <pc:docMk/>
            <pc:sldMk cId="2152317508" sldId="256"/>
            <ac:spMk id="671" creationId="{48721D70-ADC2-65F2-CF96-A9148310688B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2T23:45:44.734" v="4320" actId="207"/>
          <ac:spMkLst>
            <pc:docMk/>
            <pc:sldMk cId="2152317508" sldId="256"/>
            <ac:spMk id="673" creationId="{5A7B8730-BD7F-1D04-4A62-5FA63DD009A6}"/>
          </ac:spMkLst>
        </pc:spChg>
        <pc:spChg chg="add mod">
          <ac:chgData name="Li, Hanchen F" userId="3aee791e-6a2d-4da7-a77b-fbdf7bf15886" providerId="ADAL" clId="{CDC5B0EF-6BEB-4658-A9FF-CB66F6FA6C1E}" dt="2025-05-22T23:47:23.772" v="4881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2T23:33:14.083" v="3558" actId="1076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22T23:34:04.617" v="3598" actId="103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22T23:34:07.702" v="3601" actId="1035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22T23:34:45.395" v="3616"/>
          <ac:spMkLst>
            <pc:docMk/>
            <pc:sldMk cId="2152317508" sldId="256"/>
            <ac:spMk id="684" creationId="{BBD157F2-14D4-AFDA-6862-22C8F211621A}"/>
          </ac:spMkLst>
        </pc:spChg>
        <pc:spChg chg="add mod">
          <ac:chgData name="Li, Hanchen F" userId="3aee791e-6a2d-4da7-a77b-fbdf7bf15886" providerId="ADAL" clId="{CDC5B0EF-6BEB-4658-A9FF-CB66F6FA6C1E}" dt="2025-05-22T23:35:09.078" v="3625" actId="1076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22T23:38:32.254" v="3723" actId="1076"/>
          <ac:spMkLst>
            <pc:docMk/>
            <pc:sldMk cId="2152317508" sldId="256"/>
            <ac:spMk id="692" creationId="{7B3B7283-F52F-5539-6F3D-3356D5B84098}"/>
          </ac:spMkLst>
        </pc:spChg>
        <pc:spChg chg="add mod">
          <ac:chgData name="Li, Hanchen F" userId="3aee791e-6a2d-4da7-a77b-fbdf7bf15886" providerId="ADAL" clId="{CDC5B0EF-6BEB-4658-A9FF-CB66F6FA6C1E}" dt="2025-05-22T23:39:38.538" v="3765" actId="1076"/>
          <ac:spMkLst>
            <pc:docMk/>
            <pc:sldMk cId="2152317508" sldId="256"/>
            <ac:spMk id="693" creationId="{3F9A48A1-BA63-64E8-1F9E-D38216DB2FFD}"/>
          </ac:spMkLst>
        </pc:spChg>
        <pc:spChg chg="add mod">
          <ac:chgData name="Li, Hanchen F" userId="3aee791e-6a2d-4da7-a77b-fbdf7bf15886" providerId="ADAL" clId="{CDC5B0EF-6BEB-4658-A9FF-CB66F6FA6C1E}" dt="2025-05-22T23:39:52.981" v="3772" actId="1076"/>
          <ac:spMkLst>
            <pc:docMk/>
            <pc:sldMk cId="2152317508" sldId="256"/>
            <ac:spMk id="694" creationId="{0B589E19-DFFC-1E39-CEEC-5F6428DEC4B7}"/>
          </ac:spMkLst>
        </pc:spChg>
        <pc:spChg chg="add mod">
          <ac:chgData name="Li, Hanchen F" userId="3aee791e-6a2d-4da7-a77b-fbdf7bf15886" providerId="ADAL" clId="{CDC5B0EF-6BEB-4658-A9FF-CB66F6FA6C1E}" dt="2025-05-22T23:46:06.214" v="4585" actId="20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22T23:40:17.110" v="3785"/>
          <ac:spMkLst>
            <pc:docMk/>
            <pc:sldMk cId="2152317508" sldId="256"/>
            <ac:spMk id="696" creationId="{18A4729B-C9B6-38E0-2318-1BA03F457525}"/>
          </ac:spMkLst>
        </pc:spChg>
        <pc:spChg chg="add mod">
          <ac:chgData name="Li, Hanchen F" userId="3aee791e-6a2d-4da7-a77b-fbdf7bf15886" providerId="ADAL" clId="{CDC5B0EF-6BEB-4658-A9FF-CB66F6FA6C1E}" dt="2025-05-22T23:46:08.041" v="4608" actId="207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3" creationId="{CB0F317C-49D4-D8E0-97D8-3FBD929C9D87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4" creationId="{7165CA5F-BF3F-1749-DB18-A95A617230D6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5" creationId="{FE335AD4-DA3C-3121-2181-E45D5D4DFD88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6" creationId="{11BF934D-D6AA-C597-7839-6BA3994222B4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7" creationId="{47EB62D3-938B-7005-1830-AE573A6BED6B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08" creationId="{9D91AA31-946E-4172-60DC-A90E80C9F983}"/>
          </ac:spMkLst>
        </pc:spChg>
        <pc:spChg chg="mod">
          <ac:chgData name="Li, Hanchen F" userId="3aee791e-6a2d-4da7-a77b-fbdf7bf15886" providerId="ADAL" clId="{CDC5B0EF-6BEB-4658-A9FF-CB66F6FA6C1E}" dt="2025-05-22T23:41:51.460" v="3804" actId="571"/>
          <ac:spMkLst>
            <pc:docMk/>
            <pc:sldMk cId="2152317508" sldId="256"/>
            <ac:spMk id="710" creationId="{CFD8E652-F3A1-05FF-C4BE-FB7507D560A7}"/>
          </ac:spMkLst>
        </pc:spChg>
        <pc:spChg chg="add del mod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29" creationId="{71B2C373-AAB7-A6E5-0ECD-456D54D44C37}"/>
          </ac:spMkLst>
        </pc:spChg>
        <pc:spChg chg="add del mod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30" creationId="{6321BE6F-F697-A68B-6BD8-0DFC63A59984}"/>
          </ac:spMkLst>
        </pc:spChg>
        <pc:spChg chg="del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31" creationId="{FB7BCB4A-61E7-4A45-DE1B-6F319BD54F1D}"/>
          </ac:spMkLst>
        </pc:spChg>
        <pc:spChg chg="add del mod">
          <ac:chgData name="Li, Hanchen F" userId="3aee791e-6a2d-4da7-a77b-fbdf7bf15886" providerId="ADAL" clId="{CDC5B0EF-6BEB-4658-A9FF-CB66F6FA6C1E}" dt="2025-05-22T23:41:51.547" v="3805" actId="21"/>
          <ac:spMkLst>
            <pc:docMk/>
            <pc:sldMk cId="2152317508" sldId="256"/>
            <ac:spMk id="732" creationId="{998BA73F-9C3A-625D-E735-16200BBA8A9E}"/>
          </ac:spMkLst>
        </pc:spChg>
        <pc:spChg chg="add mod">
          <ac:chgData name="Li, Hanchen F" userId="3aee791e-6a2d-4da7-a77b-fbdf7bf15886" providerId="ADAL" clId="{CDC5B0EF-6BEB-4658-A9FF-CB66F6FA6C1E}" dt="2025-05-22T23:42:42.066" v="3822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22T23:43:09.012" v="3836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22T23:43:12.152" v="383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2T23:46:38.614" v="4872" actId="207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34.616" v="4814" actId="207"/>
          <ac:spMkLst>
            <pc:docMk/>
            <pc:sldMk cId="2152317508" sldId="256"/>
            <ac:spMk id="737" creationId="{94D702E4-E09F-8517-606F-3C66E6865576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22T23:47:50.233" v="4892" actId="20577"/>
          <ac:spMkLst>
            <pc:docMk/>
            <pc:sldMk cId="2152317508" sldId="256"/>
            <ac:spMk id="740" creationId="{5C05FDFA-069A-1211-391D-6535C7B3AB3F}"/>
          </ac:spMkLst>
        </pc:spChg>
        <pc:spChg chg="add mo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741" creationId="{C3BB3AE5-380E-3C8F-7915-31796B6B7783}"/>
          </ac:spMkLst>
        </pc:spChg>
        <pc:spChg chg="add mod">
          <ac:chgData name="Li, Hanchen F" userId="3aee791e-6a2d-4da7-a77b-fbdf7bf15886" providerId="ADAL" clId="{CDC5B0EF-6BEB-4658-A9FF-CB66F6FA6C1E}" dt="2025-05-23T16:55:18.405" v="7846" actId="207"/>
          <ac:spMkLst>
            <pc:docMk/>
            <pc:sldMk cId="2152317508" sldId="256"/>
            <ac:spMk id="742" creationId="{52B53972-AFE9-F924-2D9E-BB933025E733}"/>
          </ac:spMkLst>
        </pc:spChg>
        <pc:spChg chg="add mod">
          <ac:chgData name="Li, Hanchen F" userId="3aee791e-6a2d-4da7-a77b-fbdf7bf15886" providerId="ADAL" clId="{CDC5B0EF-6BEB-4658-A9FF-CB66F6FA6C1E}" dt="2025-05-22T23:49:34.697" v="5009" actId="1076"/>
          <ac:spMkLst>
            <pc:docMk/>
            <pc:sldMk cId="2152317508" sldId="256"/>
            <ac:spMk id="743" creationId="{4A4AA55F-5428-4951-AFB7-460E89C61A98}"/>
          </ac:spMkLst>
        </pc:spChg>
        <pc:spChg chg="add mod">
          <ac:chgData name="Li, Hanchen F" userId="3aee791e-6a2d-4da7-a77b-fbdf7bf15886" providerId="ADAL" clId="{CDC5B0EF-6BEB-4658-A9FF-CB66F6FA6C1E}" dt="2025-05-22T23:48:52.825" v="5002" actId="107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22T23:49:26.070" v="5007" actId="1076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22T23:49:28.342" v="5008" actId="1076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2T23:52:11.374" v="5363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5-22T23:52:15.683" v="5365" actId="1076"/>
          <ac:spMkLst>
            <pc:docMk/>
            <pc:sldMk cId="2152317508" sldId="256"/>
            <ac:spMk id="751" creationId="{8681218D-9205-44F7-6506-CC2120DF707D}"/>
          </ac:spMkLst>
        </pc:spChg>
        <pc:spChg chg="add mod">
          <ac:chgData name="Li, Hanchen F" userId="3aee791e-6a2d-4da7-a77b-fbdf7bf15886" providerId="ADAL" clId="{CDC5B0EF-6BEB-4658-A9FF-CB66F6FA6C1E}" dt="2025-05-22T23:53:20.828" v="5588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22T23:54:41.828" v="5815" actId="1076"/>
          <ac:spMkLst>
            <pc:docMk/>
            <pc:sldMk cId="2152317508" sldId="256"/>
            <ac:spMk id="754" creationId="{654F74DC-C54D-160E-7F76-CC6C6D091C52}"/>
          </ac:spMkLst>
        </pc:spChg>
        <pc:grpChg chg="add del mod">
          <ac:chgData name="Li, Hanchen F" userId="3aee791e-6a2d-4da7-a77b-fbdf7bf15886" providerId="ADAL" clId="{CDC5B0EF-6BEB-4658-A9FF-CB66F6FA6C1E}" dt="2025-05-22T22:34:42.509" v="2518" actId="165"/>
          <ac:grpSpMkLst>
            <pc:docMk/>
            <pc:sldMk cId="2152317508" sldId="256"/>
            <ac:grpSpMk id="355" creationId="{166B3321-36F6-B1B0-74A7-7921A5AFAE10}"/>
          </ac:grpSpMkLst>
        </pc:grpChg>
        <pc:grpChg chg="add mod">
          <ac:chgData name="Li, Hanchen F" userId="3aee791e-6a2d-4da7-a77b-fbdf7bf15886" providerId="ADAL" clId="{CDC5B0EF-6BEB-4658-A9FF-CB66F6FA6C1E}" dt="2025-05-22T22:32:42.815" v="2492" actId="571"/>
          <ac:grpSpMkLst>
            <pc:docMk/>
            <pc:sldMk cId="2152317508" sldId="256"/>
            <ac:grpSpMk id="356" creationId="{43093A2E-7AF8-5484-966E-77633E6BB8AB}"/>
          </ac:grpSpMkLst>
        </pc:grpChg>
        <pc:grpChg chg="add mod">
          <ac:chgData name="Li, Hanchen F" userId="3aee791e-6a2d-4da7-a77b-fbdf7bf15886" providerId="ADAL" clId="{CDC5B0EF-6BEB-4658-A9FF-CB66F6FA6C1E}" dt="2025-05-22T22:33:00.317" v="2499" actId="164"/>
          <ac:grpSpMkLst>
            <pc:docMk/>
            <pc:sldMk cId="2152317508" sldId="256"/>
            <ac:grpSpMk id="391" creationId="{B9C8AA83-18EE-4369-05C8-CC94C9DACD30}"/>
          </ac:grpSpMkLst>
        </pc:grpChg>
        <pc:grpChg chg="add del mod">
          <ac:chgData name="Li, Hanchen F" userId="3aee791e-6a2d-4da7-a77b-fbdf7bf15886" providerId="ADAL" clId="{CDC5B0EF-6BEB-4658-A9FF-CB66F6FA6C1E}" dt="2025-05-22T22:34:11.502" v="2513" actId="165"/>
          <ac:grpSpMkLst>
            <pc:docMk/>
            <pc:sldMk cId="2152317508" sldId="256"/>
            <ac:grpSpMk id="392" creationId="{655F10D5-D8FE-7751-2DB1-76133F4C0E9B}"/>
          </ac:grpSpMkLst>
        </pc:grpChg>
        <pc:grpChg chg="add mod">
          <ac:chgData name="Li, Hanchen F" userId="3aee791e-6a2d-4da7-a77b-fbdf7bf15886" providerId="ADAL" clId="{CDC5B0EF-6BEB-4658-A9FF-CB66F6FA6C1E}" dt="2025-05-22T22:33:30.908" v="2505" actId="571"/>
          <ac:grpSpMkLst>
            <pc:docMk/>
            <pc:sldMk cId="2152317508" sldId="256"/>
            <ac:grpSpMk id="393" creationId="{44E90F6F-25EB-C803-A7C9-6DCE04B4BCD9}"/>
          </ac:grpSpMkLst>
        </pc:grpChg>
        <pc:grpChg chg="add mod">
          <ac:chgData name="Li, Hanchen F" userId="3aee791e-6a2d-4da7-a77b-fbdf7bf15886" providerId="ADAL" clId="{CDC5B0EF-6BEB-4658-A9FF-CB66F6FA6C1E}" dt="2025-05-22T23:54:34.384" v="5813" actId="107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22T22:34:52.852" v="2520" actId="164"/>
          <ac:grpSpMkLst>
            <pc:docMk/>
            <pc:sldMk cId="2152317508" sldId="256"/>
            <ac:grpSpMk id="426" creationId="{E7755238-0C32-6E8B-567E-00133BA0B990}"/>
          </ac:grpSpMkLst>
        </pc:grpChg>
        <pc:grpChg chg="add mod ord">
          <ac:chgData name="Li, Hanchen F" userId="3aee791e-6a2d-4da7-a77b-fbdf7bf15886" providerId="ADAL" clId="{CDC5B0EF-6BEB-4658-A9FF-CB66F6FA6C1E}" dt="2025-05-22T22:35:17.683" v="2530" actId="164"/>
          <ac:grpSpMkLst>
            <pc:docMk/>
            <pc:sldMk cId="2152317508" sldId="256"/>
            <ac:grpSpMk id="427" creationId="{D6AC52BF-DF42-D89A-F1E3-6C820C4D4B0D}"/>
          </ac:grpSpMkLst>
        </pc:grpChg>
        <pc:grpChg chg="add mod">
          <ac:chgData name="Li, Hanchen F" userId="3aee791e-6a2d-4da7-a77b-fbdf7bf15886" providerId="ADAL" clId="{CDC5B0EF-6BEB-4658-A9FF-CB66F6FA6C1E}" dt="2025-05-22T23:17:33.494" v="3248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mod">
          <ac:chgData name="Li, Hanchen F" userId="3aee791e-6a2d-4da7-a77b-fbdf7bf15886" providerId="ADAL" clId="{CDC5B0EF-6BEB-4658-A9FF-CB66F6FA6C1E}" dt="2025-05-22T22:35:52.716" v="2537" actId="571"/>
          <ac:grpSpMkLst>
            <pc:docMk/>
            <pc:sldMk cId="2152317508" sldId="256"/>
            <ac:grpSpMk id="429" creationId="{0EDE0F1C-FA80-2D03-8E9C-F22DDD407B2F}"/>
          </ac:grpSpMkLst>
        </pc:grpChg>
        <pc:grpChg chg="add mod">
          <ac:chgData name="Li, Hanchen F" userId="3aee791e-6a2d-4da7-a77b-fbdf7bf15886" providerId="ADAL" clId="{CDC5B0EF-6BEB-4658-A9FF-CB66F6FA6C1E}" dt="2025-05-22T22:36:48.758" v="2549" actId="164"/>
          <ac:grpSpMkLst>
            <pc:docMk/>
            <pc:sldMk cId="2152317508" sldId="256"/>
            <ac:grpSpMk id="460" creationId="{354B14CC-D7B8-FDC6-3783-C4F423127C61}"/>
          </ac:grpSpMkLst>
        </pc:grpChg>
        <pc:grpChg chg="add del mod">
          <ac:chgData name="Li, Hanchen F" userId="3aee791e-6a2d-4da7-a77b-fbdf7bf15886" providerId="ADAL" clId="{CDC5B0EF-6BEB-4658-A9FF-CB66F6FA6C1E}" dt="2025-05-22T22:38:18.031" v="2575" actId="164"/>
          <ac:grpSpMkLst>
            <pc:docMk/>
            <pc:sldMk cId="2152317508" sldId="256"/>
            <ac:grpSpMk id="465" creationId="{6E65C25A-6CBF-ED57-2712-38D4A5541F0A}"/>
          </ac:grpSpMkLst>
        </pc:grpChg>
        <pc:grpChg chg="add mod">
          <ac:chgData name="Li, Hanchen F" userId="3aee791e-6a2d-4da7-a77b-fbdf7bf15886" providerId="ADAL" clId="{CDC5B0EF-6BEB-4658-A9FF-CB66F6FA6C1E}" dt="2025-05-22T22:38:52.491" v="2584" actId="164"/>
          <ac:grpSpMkLst>
            <pc:docMk/>
            <pc:sldMk cId="2152317508" sldId="256"/>
            <ac:grpSpMk id="470" creationId="{87ABD01C-67E9-17BE-2859-422B7E5B0449}"/>
          </ac:grpSpMkLst>
        </pc:grpChg>
        <pc:grpChg chg="add del mod ord">
          <ac:chgData name="Li, Hanchen F" userId="3aee791e-6a2d-4da7-a77b-fbdf7bf15886" providerId="ADAL" clId="{CDC5B0EF-6BEB-4658-A9FF-CB66F6FA6C1E}" dt="2025-05-23T16:54:24.837" v="7717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23T16:54:39.979" v="7719" actId="1076"/>
          <ac:grpSpMkLst>
            <pc:docMk/>
            <pc:sldMk cId="2152317508" sldId="256"/>
            <ac:grpSpMk id="481" creationId="{40A442D5-4219-0962-DA42-B84C6DC6D1B2}"/>
          </ac:grpSpMkLst>
        </pc:grpChg>
        <pc:grpChg chg="add del mod">
          <ac:chgData name="Li, Hanchen F" userId="3aee791e-6a2d-4da7-a77b-fbdf7bf15886" providerId="ADAL" clId="{CDC5B0EF-6BEB-4658-A9FF-CB66F6FA6C1E}" dt="2025-05-22T22:43:33.800" v="2657" actId="165"/>
          <ac:grpSpMkLst>
            <pc:docMk/>
            <pc:sldMk cId="2152317508" sldId="256"/>
            <ac:grpSpMk id="491" creationId="{DE0993C8-7E75-19F2-036F-F28D25E2A671}"/>
          </ac:grpSpMkLst>
        </pc:grpChg>
        <pc:grpChg chg="add del mod ord">
          <ac:chgData name="Li, Hanchen F" userId="3aee791e-6a2d-4da7-a77b-fbdf7bf15886" providerId="ADAL" clId="{CDC5B0EF-6BEB-4658-A9FF-CB66F6FA6C1E}" dt="2025-05-22T23:01:21.347" v="3088" actId="165"/>
          <ac:grpSpMkLst>
            <pc:docMk/>
            <pc:sldMk cId="2152317508" sldId="256"/>
            <ac:grpSpMk id="550" creationId="{A4522C79-5C54-514B-4D66-FA428EC3A1BC}"/>
          </ac:grpSpMkLst>
        </pc:grpChg>
        <pc:grpChg chg="add del mod">
          <ac:chgData name="Li, Hanchen F" userId="3aee791e-6a2d-4da7-a77b-fbdf7bf15886" providerId="ADAL" clId="{CDC5B0EF-6BEB-4658-A9FF-CB66F6FA6C1E}" dt="2025-05-22T22:56:42.102" v="2989" actId="478"/>
          <ac:grpSpMkLst>
            <pc:docMk/>
            <pc:sldMk cId="2152317508" sldId="256"/>
            <ac:grpSpMk id="551" creationId="{D3721C4B-DCCD-8808-5338-AFF6B165F3E1}"/>
          </ac:grpSpMkLst>
        </pc:grpChg>
        <pc:grpChg chg="add del mod">
          <ac:chgData name="Li, Hanchen F" userId="3aee791e-6a2d-4da7-a77b-fbdf7bf15886" providerId="ADAL" clId="{CDC5B0EF-6BEB-4658-A9FF-CB66F6FA6C1E}" dt="2025-05-22T22:57:06.505" v="2995" actId="165"/>
          <ac:grpSpMkLst>
            <pc:docMk/>
            <pc:sldMk cId="2152317508" sldId="256"/>
            <ac:grpSpMk id="556" creationId="{470BD3F7-2E0F-A9BF-DA62-5828AF9E78B7}"/>
          </ac:grpSpMkLst>
        </pc:grpChg>
        <pc:grpChg chg="add del mod">
          <ac:chgData name="Li, Hanchen F" userId="3aee791e-6a2d-4da7-a77b-fbdf7bf15886" providerId="ADAL" clId="{CDC5B0EF-6BEB-4658-A9FF-CB66F6FA6C1E}" dt="2025-05-22T23:00:49.791" v="3078" actId="1076"/>
          <ac:grpSpMkLst>
            <pc:docMk/>
            <pc:sldMk cId="2152317508" sldId="256"/>
            <ac:grpSpMk id="568" creationId="{33ECFEAF-4FFB-00A7-5F28-6572D3A7578B}"/>
          </ac:grpSpMkLst>
        </pc:grpChg>
        <pc:grpChg chg="add mod ord">
          <ac:chgData name="Li, Hanchen F" userId="3aee791e-6a2d-4da7-a77b-fbdf7bf15886" providerId="ADAL" clId="{CDC5B0EF-6BEB-4658-A9FF-CB66F6FA6C1E}" dt="2025-05-22T23:00:46.484" v="3071" actId="164"/>
          <ac:grpSpMkLst>
            <pc:docMk/>
            <pc:sldMk cId="2152317508" sldId="256"/>
            <ac:grpSpMk id="573" creationId="{AE8D1CE3-0A52-3B33-51A8-FD530B962FE8}"/>
          </ac:grpSpMkLst>
        </pc:grpChg>
        <pc:grpChg chg="add del mod">
          <ac:chgData name="Li, Hanchen F" userId="3aee791e-6a2d-4da7-a77b-fbdf7bf15886" providerId="ADAL" clId="{CDC5B0EF-6BEB-4658-A9FF-CB66F6FA6C1E}" dt="2025-05-22T23:07:51.464" v="3196" actId="165"/>
          <ac:grpSpMkLst>
            <pc:docMk/>
            <pc:sldMk cId="2152317508" sldId="256"/>
            <ac:grpSpMk id="598" creationId="{01078348-67D2-12A1-802D-942076DFB26A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grpChg chg="add mod">
          <ac:chgData name="Li, Hanchen F" userId="3aee791e-6a2d-4da7-a77b-fbdf7bf15886" providerId="ADAL" clId="{CDC5B0EF-6BEB-4658-A9FF-CB66F6FA6C1E}" dt="2025-05-22T23:28:40.007" v="3455"/>
          <ac:grpSpMkLst>
            <pc:docMk/>
            <pc:sldMk cId="2152317508" sldId="256"/>
            <ac:grpSpMk id="636" creationId="{19D87EE8-2A59-AE6E-B689-61C72F8B4736}"/>
          </ac:grpSpMkLst>
        </pc:grpChg>
        <pc:grpChg chg="mod">
          <ac:chgData name="Li, Hanchen F" userId="3aee791e-6a2d-4da7-a77b-fbdf7bf15886" providerId="ADAL" clId="{CDC5B0EF-6BEB-4658-A9FF-CB66F6FA6C1E}" dt="2025-05-22T23:28:40.007" v="3455"/>
          <ac:grpSpMkLst>
            <pc:docMk/>
            <pc:sldMk cId="2152317508" sldId="256"/>
            <ac:grpSpMk id="638" creationId="{033BF98B-2E5E-E941-4CB2-1880A07C5D19}"/>
          </ac:grpSpMkLst>
        </pc:grpChg>
        <pc:grpChg chg="del">
          <ac:chgData name="Li, Hanchen F" userId="3aee791e-6a2d-4da7-a77b-fbdf7bf15886" providerId="ADAL" clId="{CDC5B0EF-6BEB-4658-A9FF-CB66F6FA6C1E}" dt="2025-05-22T23:41:51.547" v="3805" actId="21"/>
          <ac:grpSpMkLst>
            <pc:docMk/>
            <pc:sldMk cId="2152317508" sldId="256"/>
            <ac:grpSpMk id="702" creationId="{E8D19BFC-8A26-B9BD-C208-D867A570943F}"/>
          </ac:grpSpMkLst>
        </pc:grpChg>
        <pc:picChg chg="add del mod modCrop">
          <ac:chgData name="Li, Hanchen F" userId="3aee791e-6a2d-4da7-a77b-fbdf7bf15886" providerId="ADAL" clId="{CDC5B0EF-6BEB-4658-A9FF-CB66F6FA6C1E}" dt="2025-05-22T22:00:32.909" v="826" actId="478"/>
          <ac:picMkLst>
            <pc:docMk/>
            <pc:sldMk cId="2152317508" sldId="256"/>
            <ac:picMk id="5" creationId="{B9BBEB48-71C0-CBB4-7797-E9A6D58DEDB8}"/>
          </ac:picMkLst>
        </pc:picChg>
        <pc:picChg chg="add del mod ord modCrop">
          <ac:chgData name="Li, Hanchen F" userId="3aee791e-6a2d-4da7-a77b-fbdf7bf15886" providerId="ADAL" clId="{CDC5B0EF-6BEB-4658-A9FF-CB66F6FA6C1E}" dt="2025-05-22T22:00:38.316" v="832" actId="478"/>
          <ac:picMkLst>
            <pc:docMk/>
            <pc:sldMk cId="2152317508" sldId="256"/>
            <ac:picMk id="7" creationId="{3013834A-AC33-0614-D3B0-B36AF64B8622}"/>
          </ac:picMkLst>
        </pc:picChg>
        <pc:picChg chg="add mod">
          <ac:chgData name="Li, Hanchen F" userId="3aee791e-6a2d-4da7-a77b-fbdf7bf15886" providerId="ADAL" clId="{CDC5B0EF-6BEB-4658-A9FF-CB66F6FA6C1E}" dt="2025-05-22T21:51:05.782" v="528"/>
          <ac:picMkLst>
            <pc:docMk/>
            <pc:sldMk cId="2152317508" sldId="256"/>
            <ac:picMk id="101" creationId="{59CBF0C9-B684-58D4-7E6D-B106C9EAD405}"/>
          </ac:picMkLst>
        </pc:picChg>
        <pc:picChg chg="add del mod">
          <ac:chgData name="Li, Hanchen F" userId="3aee791e-6a2d-4da7-a77b-fbdf7bf15886" providerId="ADAL" clId="{CDC5B0EF-6BEB-4658-A9FF-CB66F6FA6C1E}" dt="2025-05-22T21:57:38.338" v="699" actId="478"/>
          <ac:picMkLst>
            <pc:docMk/>
            <pc:sldMk cId="2152317508" sldId="256"/>
            <ac:picMk id="132" creationId="{01237896-ACDC-DA4D-584C-4D3E0CEEF3B4}"/>
          </ac:picMkLst>
        </pc:picChg>
        <pc:picChg chg="add mod">
          <ac:chgData name="Li, Hanchen F" userId="3aee791e-6a2d-4da7-a77b-fbdf7bf15886" providerId="ADAL" clId="{CDC5B0EF-6BEB-4658-A9FF-CB66F6FA6C1E}" dt="2025-05-22T21:59:25.552" v="714"/>
          <ac:picMkLst>
            <pc:docMk/>
            <pc:sldMk cId="2152317508" sldId="256"/>
            <ac:picMk id="136" creationId="{0443F2E1-8BEB-9150-977A-982E88E46458}"/>
          </ac:picMkLst>
        </pc:picChg>
        <pc:picChg chg="add mod">
          <ac:chgData name="Li, Hanchen F" userId="3aee791e-6a2d-4da7-a77b-fbdf7bf15886" providerId="ADAL" clId="{CDC5B0EF-6BEB-4658-A9FF-CB66F6FA6C1E}" dt="2025-05-22T21:59:25.552" v="714"/>
          <ac:picMkLst>
            <pc:docMk/>
            <pc:sldMk cId="2152317508" sldId="256"/>
            <ac:picMk id="138" creationId="{9ED084CC-1CD4-2086-DD57-2149A568E2C9}"/>
          </ac:picMkLst>
        </pc:picChg>
        <pc:picChg chg="add del mod">
          <ac:chgData name="Li, Hanchen F" userId="3aee791e-6a2d-4da7-a77b-fbdf7bf15886" providerId="ADAL" clId="{CDC5B0EF-6BEB-4658-A9FF-CB66F6FA6C1E}" dt="2025-05-22T22:01:37.625" v="840" actId="478"/>
          <ac:picMkLst>
            <pc:docMk/>
            <pc:sldMk cId="2152317508" sldId="256"/>
            <ac:picMk id="140" creationId="{23BC560E-FD06-FF4D-620E-FB641F841025}"/>
          </ac:picMkLst>
        </pc:picChg>
        <pc:picChg chg="add del mod ord">
          <ac:chgData name="Li, Hanchen F" userId="3aee791e-6a2d-4da7-a77b-fbdf7bf15886" providerId="ADAL" clId="{CDC5B0EF-6BEB-4658-A9FF-CB66F6FA6C1E}" dt="2025-05-22T22:01:36.700" v="839" actId="478"/>
          <ac:picMkLst>
            <pc:docMk/>
            <pc:sldMk cId="2152317508" sldId="256"/>
            <ac:picMk id="142" creationId="{6147E238-AD29-55BD-4C77-6FCA6F532265}"/>
          </ac:picMkLst>
        </pc:picChg>
        <pc:picChg chg="add mod">
          <ac:chgData name="Li, Hanchen F" userId="3aee791e-6a2d-4da7-a77b-fbdf7bf15886" providerId="ADAL" clId="{CDC5B0EF-6BEB-4658-A9FF-CB66F6FA6C1E}" dt="2025-05-22T22:00:52.291" v="838" actId="571"/>
          <ac:picMkLst>
            <pc:docMk/>
            <pc:sldMk cId="2152317508" sldId="256"/>
            <ac:picMk id="143" creationId="{064E2DB1-556D-1530-7CA3-44AC59DEFA54}"/>
          </ac:picMkLst>
        </pc:picChg>
        <pc:picChg chg="add mod ord topLvl">
          <ac:chgData name="Li, Hanchen F" userId="3aee791e-6a2d-4da7-a77b-fbdf7bf15886" providerId="ADAL" clId="{CDC5B0EF-6BEB-4658-A9FF-CB66F6FA6C1E}" dt="2025-05-22T23:17:33.494" v="3248" actId="1482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22T23:23:16.886" v="3356" actId="478"/>
          <ac:picMkLst>
            <pc:docMk/>
            <pc:sldMk cId="2152317508" sldId="256"/>
            <ac:picMk id="147" creationId="{F7890D1C-36FA-7F8E-9990-C3FA4573F15B}"/>
          </ac:picMkLst>
        </pc:picChg>
        <pc:picChg chg="mod">
          <ac:chgData name="Li, Hanchen F" userId="3aee791e-6a2d-4da7-a77b-fbdf7bf15886" providerId="ADAL" clId="{CDC5B0EF-6BEB-4658-A9FF-CB66F6FA6C1E}" dt="2025-05-22T22:32:42.815" v="2492" actId="571"/>
          <ac:picMkLst>
            <pc:docMk/>
            <pc:sldMk cId="2152317508" sldId="256"/>
            <ac:picMk id="361" creationId="{4C8E4AA8-55AF-5E9A-79F6-6641C3385484}"/>
          </ac:picMkLst>
        </pc:picChg>
        <pc:picChg chg="mod">
          <ac:chgData name="Li, Hanchen F" userId="3aee791e-6a2d-4da7-a77b-fbdf7bf15886" providerId="ADAL" clId="{CDC5B0EF-6BEB-4658-A9FF-CB66F6FA6C1E}" dt="2025-05-22T22:33:30.908" v="2505" actId="571"/>
          <ac:picMkLst>
            <pc:docMk/>
            <pc:sldMk cId="2152317508" sldId="256"/>
            <ac:picMk id="400" creationId="{8D23E045-EB36-8C18-8A4F-BE4947101A34}"/>
          </ac:picMkLst>
        </pc:picChg>
        <pc:picChg chg="mod">
          <ac:chgData name="Li, Hanchen F" userId="3aee791e-6a2d-4da7-a77b-fbdf7bf15886" providerId="ADAL" clId="{CDC5B0EF-6BEB-4658-A9FF-CB66F6FA6C1E}" dt="2025-05-22T22:35:52.716" v="2537" actId="571"/>
          <ac:picMkLst>
            <pc:docMk/>
            <pc:sldMk cId="2152317508" sldId="256"/>
            <ac:picMk id="436" creationId="{2B27DB95-4890-BF01-BD53-C750B540C67D}"/>
          </ac:picMkLst>
        </pc:picChg>
        <pc:picChg chg="mod">
          <ac:chgData name="Li, Hanchen F" userId="3aee791e-6a2d-4da7-a77b-fbdf7bf15886" providerId="ADAL" clId="{CDC5B0EF-6BEB-4658-A9FF-CB66F6FA6C1E}" dt="2025-05-22T23:28:40.007" v="3455"/>
          <ac:picMkLst>
            <pc:docMk/>
            <pc:sldMk cId="2152317508" sldId="256"/>
            <ac:picMk id="643" creationId="{BAD032B4-1C63-FF2F-FC55-F345D71AC24B}"/>
          </ac:picMkLst>
        </pc:pic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22T21:39:21.649" v="81" actId="1076"/>
          <ac:cxnSpMkLst>
            <pc:docMk/>
            <pc:sldMk cId="2152317508" sldId="256"/>
            <ac:cxnSpMk id="15" creationId="{0A6F2F36-655E-D471-11AA-0FF073426B68}"/>
          </ac:cxnSpMkLst>
        </pc:cxnChg>
        <pc:cxnChg chg="add del mod">
          <ac:chgData name="Li, Hanchen F" userId="3aee791e-6a2d-4da7-a77b-fbdf7bf15886" providerId="ADAL" clId="{CDC5B0EF-6BEB-4658-A9FF-CB66F6FA6C1E}" dt="2025-05-22T22:16:24.236" v="1368" actId="478"/>
          <ac:cxnSpMkLst>
            <pc:docMk/>
            <pc:sldMk cId="2152317508" sldId="256"/>
            <ac:cxnSpMk id="16" creationId="{24F1A102-C5B0-ABA3-06A0-3186E2F25D0E}"/>
          </ac:cxnSpMkLst>
        </pc:cxnChg>
        <pc:cxnChg chg="add mod">
          <ac:chgData name="Li, Hanchen F" userId="3aee791e-6a2d-4da7-a77b-fbdf7bf15886" providerId="ADAL" clId="{CDC5B0EF-6BEB-4658-A9FF-CB66F6FA6C1E}" dt="2025-05-22T22:35:21.362" v="2531" actId="164"/>
          <ac:cxnSpMkLst>
            <pc:docMk/>
            <pc:sldMk cId="2152317508" sldId="256"/>
            <ac:cxnSpMk id="18" creationId="{BFC97AB2-D586-B684-02F7-4904C316E565}"/>
          </ac:cxnSpMkLst>
        </pc:cxnChg>
        <pc:cxnChg chg="add del mod">
          <ac:chgData name="Li, Hanchen F" userId="3aee791e-6a2d-4da7-a77b-fbdf7bf15886" providerId="ADAL" clId="{CDC5B0EF-6BEB-4658-A9FF-CB66F6FA6C1E}" dt="2025-05-22T22:10:40.866" v="1135" actId="478"/>
          <ac:cxnSpMkLst>
            <pc:docMk/>
            <pc:sldMk cId="2152317508" sldId="256"/>
            <ac:cxnSpMk id="21" creationId="{FD38C3F5-681E-36CE-35E4-206AE6643E7E}"/>
          </ac:cxnSpMkLst>
        </pc:cxnChg>
        <pc:cxnChg chg="add del mod">
          <ac:chgData name="Li, Hanchen F" userId="3aee791e-6a2d-4da7-a77b-fbdf7bf15886" providerId="ADAL" clId="{CDC5B0EF-6BEB-4658-A9FF-CB66F6FA6C1E}" dt="2025-05-22T21:42:00.873" v="110" actId="478"/>
          <ac:cxnSpMkLst>
            <pc:docMk/>
            <pc:sldMk cId="2152317508" sldId="256"/>
            <ac:cxnSpMk id="26" creationId="{5146F454-6FEA-2120-B2D5-5E5F41647186}"/>
          </ac:cxnSpMkLst>
        </pc:cxnChg>
        <pc:cxnChg chg="add mod">
          <ac:chgData name="Li, Hanchen F" userId="3aee791e-6a2d-4da7-a77b-fbdf7bf15886" providerId="ADAL" clId="{CDC5B0EF-6BEB-4658-A9FF-CB66F6FA6C1E}" dt="2025-05-22T22:15:31.910" v="1304" actId="1035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22T21:44:03.295" v="141" actId="571"/>
          <ac:cxnSpMkLst>
            <pc:docMk/>
            <pc:sldMk cId="2152317508" sldId="256"/>
            <ac:cxnSpMk id="41" creationId="{5C92D918-B7B1-80FC-913C-B72DA8A13B39}"/>
          </ac:cxnSpMkLst>
        </pc:cxnChg>
        <pc:cxnChg chg="add mod">
          <ac:chgData name="Li, Hanchen F" userId="3aee791e-6a2d-4da7-a77b-fbdf7bf15886" providerId="ADAL" clId="{CDC5B0EF-6BEB-4658-A9FF-CB66F6FA6C1E}" dt="2025-05-22T22:27:21.828" v="2184" actId="1038"/>
          <ac:cxnSpMkLst>
            <pc:docMk/>
            <pc:sldMk cId="2152317508" sldId="256"/>
            <ac:cxnSpMk id="54" creationId="{C7815A4D-BE3D-0D36-EB69-D2583C6341AF}"/>
          </ac:cxnSpMkLst>
        </pc:cxnChg>
        <pc:cxnChg chg="add del mod">
          <ac:chgData name="Li, Hanchen F" userId="3aee791e-6a2d-4da7-a77b-fbdf7bf15886" providerId="ADAL" clId="{CDC5B0EF-6BEB-4658-A9FF-CB66F6FA6C1E}" dt="2025-05-22T21:47:23.135" v="331" actId="478"/>
          <ac:cxnSpMkLst>
            <pc:docMk/>
            <pc:sldMk cId="2152317508" sldId="256"/>
            <ac:cxnSpMk id="64" creationId="{12F59E88-9067-4580-058F-217B67AE9C08}"/>
          </ac:cxnSpMkLst>
        </pc:cxnChg>
        <pc:cxnChg chg="add del mod">
          <ac:chgData name="Li, Hanchen F" userId="3aee791e-6a2d-4da7-a77b-fbdf7bf15886" providerId="ADAL" clId="{CDC5B0EF-6BEB-4658-A9FF-CB66F6FA6C1E}" dt="2025-05-22T21:47:23.778" v="332" actId="478"/>
          <ac:cxnSpMkLst>
            <pc:docMk/>
            <pc:sldMk cId="2152317508" sldId="256"/>
            <ac:cxnSpMk id="65" creationId="{930069E3-B375-0548-C14E-F83C0A59512B}"/>
          </ac:cxnSpMkLst>
        </pc:cxnChg>
        <pc:cxnChg chg="add del mod">
          <ac:chgData name="Li, Hanchen F" userId="3aee791e-6a2d-4da7-a77b-fbdf7bf15886" providerId="ADAL" clId="{CDC5B0EF-6BEB-4658-A9FF-CB66F6FA6C1E}" dt="2025-05-22T21:47:24.629" v="333" actId="478"/>
          <ac:cxnSpMkLst>
            <pc:docMk/>
            <pc:sldMk cId="2152317508" sldId="256"/>
            <ac:cxnSpMk id="66" creationId="{368883D8-FD9E-CC07-4559-58E5720477DD}"/>
          </ac:cxnSpMkLst>
        </pc:cxnChg>
        <pc:cxnChg chg="add del">
          <ac:chgData name="Li, Hanchen F" userId="3aee791e-6a2d-4da7-a77b-fbdf7bf15886" providerId="ADAL" clId="{CDC5B0EF-6BEB-4658-A9FF-CB66F6FA6C1E}" dt="2025-05-22T21:46:56.882" v="319" actId="11529"/>
          <ac:cxnSpMkLst>
            <pc:docMk/>
            <pc:sldMk cId="2152317508" sldId="256"/>
            <ac:cxnSpMk id="68" creationId="{091A50EE-76C4-C2F0-5FB6-034FB37DE714}"/>
          </ac:cxnSpMkLst>
        </pc:cxnChg>
        <pc:cxnChg chg="add mod">
          <ac:chgData name="Li, Hanchen F" userId="3aee791e-6a2d-4da7-a77b-fbdf7bf15886" providerId="ADAL" clId="{CDC5B0EF-6BEB-4658-A9FF-CB66F6FA6C1E}" dt="2025-05-22T23:38:35.462" v="3733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22T23:39:10.400" v="3753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del mod">
          <ac:chgData name="Li, Hanchen F" userId="3aee791e-6a2d-4da7-a77b-fbdf7bf15886" providerId="ADAL" clId="{CDC5B0EF-6BEB-4658-A9FF-CB66F6FA6C1E}" dt="2025-05-22T21:49:17.991" v="365" actId="478"/>
          <ac:cxnSpMkLst>
            <pc:docMk/>
            <pc:sldMk cId="2152317508" sldId="256"/>
            <ac:cxnSpMk id="82" creationId="{B820E569-7208-420F-8AF8-E99615902D6B}"/>
          </ac:cxnSpMkLst>
        </pc:cxnChg>
        <pc:cxnChg chg="add mod">
          <ac:chgData name="Li, Hanchen F" userId="3aee791e-6a2d-4da7-a77b-fbdf7bf15886" providerId="ADAL" clId="{CDC5B0EF-6BEB-4658-A9FF-CB66F6FA6C1E}" dt="2025-05-22T22:08:46.129" v="1101" actId="1076"/>
          <ac:cxnSpMkLst>
            <pc:docMk/>
            <pc:sldMk cId="2152317508" sldId="256"/>
            <ac:cxnSpMk id="84" creationId="{79D2A366-B413-8528-AC73-86E9F16DB2B7}"/>
          </ac:cxnSpMkLst>
        </pc:cxnChg>
        <pc:cxnChg chg="add mod">
          <ac:chgData name="Li, Hanchen F" userId="3aee791e-6a2d-4da7-a77b-fbdf7bf15886" providerId="ADAL" clId="{CDC5B0EF-6BEB-4658-A9FF-CB66F6FA6C1E}" dt="2025-05-22T21:49:02.287" v="356" actId="1076"/>
          <ac:cxnSpMkLst>
            <pc:docMk/>
            <pc:sldMk cId="2152317508" sldId="256"/>
            <ac:cxnSpMk id="87" creationId="{EED98FDA-8BAF-3BA0-6B62-462DD27C1889}"/>
          </ac:cxnSpMkLst>
        </pc:cxnChg>
        <pc:cxnChg chg="add mod">
          <ac:chgData name="Li, Hanchen F" userId="3aee791e-6a2d-4da7-a77b-fbdf7bf15886" providerId="ADAL" clId="{CDC5B0EF-6BEB-4658-A9FF-CB66F6FA6C1E}" dt="2025-05-22T21:49:00.765" v="355"/>
          <ac:cxnSpMkLst>
            <pc:docMk/>
            <pc:sldMk cId="2152317508" sldId="256"/>
            <ac:cxnSpMk id="88" creationId="{6E98A819-42DB-5C30-D41A-67751644DF79}"/>
          </ac:cxnSpMkLst>
        </pc:cxnChg>
        <pc:cxnChg chg="add mod">
          <ac:chgData name="Li, Hanchen F" userId="3aee791e-6a2d-4da7-a77b-fbdf7bf15886" providerId="ADAL" clId="{CDC5B0EF-6BEB-4658-A9FF-CB66F6FA6C1E}" dt="2025-05-22T21:49:05.229" v="358"/>
          <ac:cxnSpMkLst>
            <pc:docMk/>
            <pc:sldMk cId="2152317508" sldId="256"/>
            <ac:cxnSpMk id="89" creationId="{C18C0C20-4328-F0A5-5405-6CF0F10579E2}"/>
          </ac:cxnSpMkLst>
        </pc:cxnChg>
        <pc:cxnChg chg="add mod">
          <ac:chgData name="Li, Hanchen F" userId="3aee791e-6a2d-4da7-a77b-fbdf7bf15886" providerId="ADAL" clId="{CDC5B0EF-6BEB-4658-A9FF-CB66F6FA6C1E}" dt="2025-05-22T23:40:57.291" v="3792" actId="1076"/>
          <ac:cxnSpMkLst>
            <pc:docMk/>
            <pc:sldMk cId="2152317508" sldId="256"/>
            <ac:cxnSpMk id="91" creationId="{E7FFA589-5910-415F-51D1-A5B2F512A967}"/>
          </ac:cxnSpMkLst>
        </pc:cxnChg>
        <pc:cxnChg chg="add mod">
          <ac:chgData name="Li, Hanchen F" userId="3aee791e-6a2d-4da7-a77b-fbdf7bf15886" providerId="ADAL" clId="{CDC5B0EF-6BEB-4658-A9FF-CB66F6FA6C1E}" dt="2025-05-22T22:34:52.852" v="2520" actId="164"/>
          <ac:cxnSpMkLst>
            <pc:docMk/>
            <pc:sldMk cId="2152317508" sldId="256"/>
            <ac:cxnSpMk id="94" creationId="{DA2ED6A2-FE0D-9D42-8814-4B6D1D221CDC}"/>
          </ac:cxnSpMkLst>
        </pc:cxnChg>
        <pc:cxnChg chg="add mod">
          <ac:chgData name="Li, Hanchen F" userId="3aee791e-6a2d-4da7-a77b-fbdf7bf15886" providerId="ADAL" clId="{CDC5B0EF-6BEB-4658-A9FF-CB66F6FA6C1E}" dt="2025-05-22T23:40:47.629" v="3791" actId="1076"/>
          <ac:cxnSpMkLst>
            <pc:docMk/>
            <pc:sldMk cId="2152317508" sldId="256"/>
            <ac:cxnSpMk id="96" creationId="{2BBF5184-413D-2598-FCC2-C84A6439D634}"/>
          </ac:cxnSpMkLst>
        </pc:cxnChg>
        <pc:cxnChg chg="add del mod">
          <ac:chgData name="Li, Hanchen F" userId="3aee791e-6a2d-4da7-a77b-fbdf7bf15886" providerId="ADAL" clId="{CDC5B0EF-6BEB-4658-A9FF-CB66F6FA6C1E}" dt="2025-05-22T22:16:23.702" v="1367" actId="478"/>
          <ac:cxnSpMkLst>
            <pc:docMk/>
            <pc:sldMk cId="2152317508" sldId="256"/>
            <ac:cxnSpMk id="98" creationId="{4FC2C294-20EE-7222-4C21-5256EF06ED10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99" creationId="{EB985349-41A9-B808-3D8E-66E7146D6BB6}"/>
          </ac:cxnSpMkLst>
        </pc:cxnChg>
        <pc:cxnChg chg="add del mod">
          <ac:chgData name="Li, Hanchen F" userId="3aee791e-6a2d-4da7-a77b-fbdf7bf15886" providerId="ADAL" clId="{CDC5B0EF-6BEB-4658-A9FF-CB66F6FA6C1E}" dt="2025-05-22T22:16:22.905" v="1366" actId="478"/>
          <ac:cxnSpMkLst>
            <pc:docMk/>
            <pc:sldMk cId="2152317508" sldId="256"/>
            <ac:cxnSpMk id="100" creationId="{D17DA1D0-AACD-0557-EA47-285FA4DABC8C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2" creationId="{A4DFBE38-1FA5-A73E-FE25-73EA45B36C10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3" creationId="{04BBE53E-0B85-8B66-C561-4B22FBA51184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4" creationId="{991EF7BD-60B4-F953-205C-A5F1DB5C0ED1}"/>
          </ac:cxnSpMkLst>
        </pc:cxnChg>
        <pc:cxnChg chg="add mod">
          <ac:chgData name="Li, Hanchen F" userId="3aee791e-6a2d-4da7-a77b-fbdf7bf15886" providerId="ADAL" clId="{CDC5B0EF-6BEB-4658-A9FF-CB66F6FA6C1E}" dt="2025-05-22T21:51:05.782" v="528"/>
          <ac:cxnSpMkLst>
            <pc:docMk/>
            <pc:sldMk cId="2152317508" sldId="256"/>
            <ac:cxnSpMk id="105" creationId="{F1423DB6-8A85-AE38-55D6-F3C133BA49B9}"/>
          </ac:cxnSpMkLst>
        </pc:cxnChg>
        <pc:cxnChg chg="add del mod">
          <ac:chgData name="Li, Hanchen F" userId="3aee791e-6a2d-4da7-a77b-fbdf7bf15886" providerId="ADAL" clId="{CDC5B0EF-6BEB-4658-A9FF-CB66F6FA6C1E}" dt="2025-05-22T21:51:30.135" v="570" actId="478"/>
          <ac:cxnSpMkLst>
            <pc:docMk/>
            <pc:sldMk cId="2152317508" sldId="256"/>
            <ac:cxnSpMk id="106" creationId="{85254D83-2245-DD10-2B4B-4152907F9F5A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07" creationId="{2CAA1E56-7B16-308C-F8CB-12E90559CEB8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08" creationId="{448A65EE-4C87-93EE-A90B-B74D46A120D0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09" creationId="{75BE30EC-CEEB-D5C6-02AE-7CB0E85F9C15}"/>
          </ac:cxnSpMkLst>
        </pc:cxnChg>
        <pc:cxnChg chg="add mod">
          <ac:chgData name="Li, Hanchen F" userId="3aee791e-6a2d-4da7-a77b-fbdf7bf15886" providerId="ADAL" clId="{CDC5B0EF-6BEB-4658-A9FF-CB66F6FA6C1E}" dt="2025-05-22T21:52:29.016" v="627"/>
          <ac:cxnSpMkLst>
            <pc:docMk/>
            <pc:sldMk cId="2152317508" sldId="256"/>
            <ac:cxnSpMk id="112" creationId="{CAAA6F5A-0CDA-ED44-878D-9018C627B6EE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del mod">
          <ac:chgData name="Li, Hanchen F" userId="3aee791e-6a2d-4da7-a77b-fbdf7bf15886" providerId="ADAL" clId="{CDC5B0EF-6BEB-4658-A9FF-CB66F6FA6C1E}" dt="2025-05-22T22:16:22.014" v="1365" actId="478"/>
          <ac:cxnSpMkLst>
            <pc:docMk/>
            <pc:sldMk cId="2152317508" sldId="256"/>
            <ac:cxnSpMk id="115" creationId="{09AA8BA6-28AC-2234-12F7-17045289497D}"/>
          </ac:cxnSpMkLst>
        </pc:cxnChg>
        <pc:cxnChg chg="add del">
          <ac:chgData name="Li, Hanchen F" userId="3aee791e-6a2d-4da7-a77b-fbdf7bf15886" providerId="ADAL" clId="{CDC5B0EF-6BEB-4658-A9FF-CB66F6FA6C1E}" dt="2025-05-22T21:53:40.377" v="639" actId="11529"/>
          <ac:cxnSpMkLst>
            <pc:docMk/>
            <pc:sldMk cId="2152317508" sldId="256"/>
            <ac:cxnSpMk id="119" creationId="{54E4C1D5-CA83-4022-EEA7-DED3D427BDD5}"/>
          </ac:cxnSpMkLst>
        </pc:cxnChg>
        <pc:cxnChg chg="add del mod">
          <ac:chgData name="Li, Hanchen F" userId="3aee791e-6a2d-4da7-a77b-fbdf7bf15886" providerId="ADAL" clId="{CDC5B0EF-6BEB-4658-A9FF-CB66F6FA6C1E}" dt="2025-05-22T21:56:17.521" v="682" actId="11529"/>
          <ac:cxnSpMkLst>
            <pc:docMk/>
            <pc:sldMk cId="2152317508" sldId="256"/>
            <ac:cxnSpMk id="123" creationId="{8E126466-EB91-34B5-EAB0-296E0EBCF3F6}"/>
          </ac:cxnSpMkLst>
        </pc:cxnChg>
        <pc:cxnChg chg="add del">
          <ac:chgData name="Li, Hanchen F" userId="3aee791e-6a2d-4da7-a77b-fbdf7bf15886" providerId="ADAL" clId="{CDC5B0EF-6BEB-4658-A9FF-CB66F6FA6C1E}" dt="2025-05-22T21:56:23.079" v="684" actId="11529"/>
          <ac:cxnSpMkLst>
            <pc:docMk/>
            <pc:sldMk cId="2152317508" sldId="256"/>
            <ac:cxnSpMk id="125" creationId="{53967D39-E595-4C9C-9881-48EE51F6AF40}"/>
          </ac:cxnSpMkLst>
        </pc:cxnChg>
        <pc:cxnChg chg="add del">
          <ac:chgData name="Li, Hanchen F" userId="3aee791e-6a2d-4da7-a77b-fbdf7bf15886" providerId="ADAL" clId="{CDC5B0EF-6BEB-4658-A9FF-CB66F6FA6C1E}" dt="2025-05-22T21:56:37.047" v="686" actId="11529"/>
          <ac:cxnSpMkLst>
            <pc:docMk/>
            <pc:sldMk cId="2152317508" sldId="256"/>
            <ac:cxnSpMk id="127" creationId="{B5B96FEF-1EAC-4D92-D16C-9F64FAF9F796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del mod ord">
          <ac:chgData name="Li, Hanchen F" userId="3aee791e-6a2d-4da7-a77b-fbdf7bf15886" providerId="ADAL" clId="{CDC5B0EF-6BEB-4658-A9FF-CB66F6FA6C1E}" dt="2025-05-22T22:04:43.173" v="914" actId="478"/>
          <ac:cxnSpMkLst>
            <pc:docMk/>
            <pc:sldMk cId="2152317508" sldId="256"/>
            <ac:cxnSpMk id="152" creationId="{A6F66CF3-9118-FD34-28C3-D1887E475CBC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15:28.854" v="1300" actId="14100"/>
          <ac:cxnSpMkLst>
            <pc:docMk/>
            <pc:sldMk cId="2152317508" sldId="256"/>
            <ac:cxnSpMk id="170" creationId="{DD6DD07B-470A-D2AF-3CC6-4334B7C92FD7}"/>
          </ac:cxnSpMkLst>
        </pc:cxnChg>
        <pc:cxnChg chg="add del mod">
          <ac:chgData name="Li, Hanchen F" userId="3aee791e-6a2d-4da7-a77b-fbdf7bf15886" providerId="ADAL" clId="{CDC5B0EF-6BEB-4658-A9FF-CB66F6FA6C1E}" dt="2025-05-22T22:13:59.436" v="1222" actId="478"/>
          <ac:cxnSpMkLst>
            <pc:docMk/>
            <pc:sldMk cId="2152317508" sldId="256"/>
            <ac:cxnSpMk id="182" creationId="{6B3FED2E-1665-A2EE-2F3E-0140394EF84A}"/>
          </ac:cxnSpMkLst>
        </pc:cxnChg>
        <pc:cxnChg chg="add del mod">
          <ac:chgData name="Li, Hanchen F" userId="3aee791e-6a2d-4da7-a77b-fbdf7bf15886" providerId="ADAL" clId="{CDC5B0EF-6BEB-4658-A9FF-CB66F6FA6C1E}" dt="2025-05-22T22:13:47.776" v="1219" actId="478"/>
          <ac:cxnSpMkLst>
            <pc:docMk/>
            <pc:sldMk cId="2152317508" sldId="256"/>
            <ac:cxnSpMk id="186" creationId="{36612256-4C37-7BDD-3782-4F2158862ABA}"/>
          </ac:cxnSpMkLst>
        </pc:cxnChg>
        <pc:cxnChg chg="add del mod">
          <ac:chgData name="Li, Hanchen F" userId="3aee791e-6a2d-4da7-a77b-fbdf7bf15886" providerId="ADAL" clId="{CDC5B0EF-6BEB-4658-A9FF-CB66F6FA6C1E}" dt="2025-05-22T22:14:44.552" v="1238" actId="478"/>
          <ac:cxnSpMkLst>
            <pc:docMk/>
            <pc:sldMk cId="2152317508" sldId="256"/>
            <ac:cxnSpMk id="188" creationId="{1BD0B5D4-6C5C-29A4-4F8F-F5ED3B7A6703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del mod">
          <ac:chgData name="Li, Hanchen F" userId="3aee791e-6a2d-4da7-a77b-fbdf7bf15886" providerId="ADAL" clId="{CDC5B0EF-6BEB-4658-A9FF-CB66F6FA6C1E}" dt="2025-05-22T22:14:43.633" v="1237" actId="478"/>
          <ac:cxnSpMkLst>
            <pc:docMk/>
            <pc:sldMk cId="2152317508" sldId="256"/>
            <ac:cxnSpMk id="194" creationId="{CEF76CB0-4BFA-C86F-7692-4C4D2CD78548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22T22:16:13.104" v="1363" actId="14100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22T22:17:03.109" v="1379" actId="14100"/>
          <ac:cxnSpMkLst>
            <pc:docMk/>
            <pc:sldMk cId="2152317508" sldId="256"/>
            <ac:cxnSpMk id="207" creationId="{4C46DF6A-5C94-74EB-A688-418C8D97B29B}"/>
          </ac:cxnSpMkLst>
        </pc:cxnChg>
        <pc:cxnChg chg="add mod">
          <ac:chgData name="Li, Hanchen F" userId="3aee791e-6a2d-4da7-a77b-fbdf7bf15886" providerId="ADAL" clId="{CDC5B0EF-6BEB-4658-A9FF-CB66F6FA6C1E}" dt="2025-05-22T22:17:05.963" v="1380" actId="14100"/>
          <ac:cxnSpMkLst>
            <pc:docMk/>
            <pc:sldMk cId="2152317508" sldId="256"/>
            <ac:cxnSpMk id="208" creationId="{91F191B3-8473-EA8B-D791-FFE8786B3AFB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4" creationId="{3C721E6C-5F32-B048-B405-B61C66A69617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5" creationId="{A4FD00C8-6CAB-56CB-5BCB-8EFA3FD87743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6" creationId="{672BE63A-75B6-6632-52EB-57B3F33D4F43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7" creationId="{C8E26735-6F08-C318-E17B-0764F143EE90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8" creationId="{9CEB4D75-4E1C-F514-6DE1-ED9567AF8503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19" creationId="{C6B10ED0-A98B-8F0B-2B20-646AEA0D035A}"/>
          </ac:cxnSpMkLst>
        </pc:cxnChg>
        <pc:cxnChg chg="add mod">
          <ac:chgData name="Li, Hanchen F" userId="3aee791e-6a2d-4da7-a77b-fbdf7bf15886" providerId="ADAL" clId="{CDC5B0EF-6BEB-4658-A9FF-CB66F6FA6C1E}" dt="2025-05-22T22:17:59.025" v="1434" actId="1076"/>
          <ac:cxnSpMkLst>
            <pc:docMk/>
            <pc:sldMk cId="2152317508" sldId="256"/>
            <ac:cxnSpMk id="220" creationId="{BA689186-E8E9-8EF1-EF8C-3221D77779E1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22T22:19:25.376" v="1859" actId="478"/>
          <ac:cxnSpMkLst>
            <pc:docMk/>
            <pc:sldMk cId="2152317508" sldId="256"/>
            <ac:cxnSpMk id="227" creationId="{0F712CCF-E6E3-80B6-6C01-26D91EE95B2C}"/>
          </ac:cxnSpMkLst>
        </pc:cxnChg>
        <pc:cxnChg chg="add del mod">
          <ac:chgData name="Li, Hanchen F" userId="3aee791e-6a2d-4da7-a77b-fbdf7bf15886" providerId="ADAL" clId="{CDC5B0EF-6BEB-4658-A9FF-CB66F6FA6C1E}" dt="2025-05-22T23:36:39.847" v="3682" actId="478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del mod">
          <ac:chgData name="Li, Hanchen F" userId="3aee791e-6a2d-4da7-a77b-fbdf7bf15886" providerId="ADAL" clId="{CDC5B0EF-6BEB-4658-A9FF-CB66F6FA6C1E}" dt="2025-05-22T23:36:40.186" v="3683" actId="478"/>
          <ac:cxnSpMkLst>
            <pc:docMk/>
            <pc:sldMk cId="2152317508" sldId="256"/>
            <ac:cxnSpMk id="230" creationId="{FF7C58E2-8271-6514-4188-11F6201F333C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5" creationId="{D1864796-738D-0955-5012-D53EFFCEEF2C}"/>
          </ac:cxnSpMkLst>
        </pc:cxnChg>
        <pc:cxnChg chg="add mod">
          <ac:chgData name="Li, Hanchen F" userId="3aee791e-6a2d-4da7-a77b-fbdf7bf15886" providerId="ADAL" clId="{CDC5B0EF-6BEB-4658-A9FF-CB66F6FA6C1E}" dt="2025-05-22T22:18:26.074" v="1437" actId="1076"/>
          <ac:cxnSpMkLst>
            <pc:docMk/>
            <pc:sldMk cId="2152317508" sldId="256"/>
            <ac:cxnSpMk id="236" creationId="{077B5C13-2B99-6C27-5BED-97BCD274F5DE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7" creationId="{CEC5EBCE-1FB4-7F3D-1B80-F9CCCB62AFB0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8" creationId="{AFE419DA-69F5-BD42-6F2F-4940B9ABC520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39" creationId="{3616B7D3-09DA-DB27-5053-0B49D6E20193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40" creationId="{4300023D-4CAD-0176-8B60-5498EE8D44EC}"/>
          </ac:cxnSpMkLst>
        </pc:cxnChg>
        <pc:cxnChg chg="add 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41" creationId="{BD36A716-50D0-070A-EFCA-BB7864640979}"/>
          </ac:cxnSpMkLst>
        </pc:cxnChg>
        <pc:cxnChg chg="mod">
          <ac:chgData name="Li, Hanchen F" userId="3aee791e-6a2d-4da7-a77b-fbdf7bf15886" providerId="ADAL" clId="{CDC5B0EF-6BEB-4658-A9FF-CB66F6FA6C1E}" dt="2025-05-22T22:18:26.597" v="1439" actId="571"/>
          <ac:cxnSpMkLst>
            <pc:docMk/>
            <pc:sldMk cId="2152317508" sldId="256"/>
            <ac:cxnSpMk id="242" creationId="{D79CC868-176E-622A-2585-201FB8C7770F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2T22:21:14.332" v="2015" actId="1076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22T22:24:28.680" v="2036" actId="1037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22T22:21:35.270" v="2019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0" creationId="{2C3F8D1B-5DD9-58B3-A1FF-54AF55FC1B86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1" creationId="{E6BF069A-DAE6-B493-2B3F-A6C2564EA4E0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2" creationId="{12EAE7CC-9526-4C1C-0733-75D640AA55CF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3" creationId="{79712BF8-57A0-9A36-6963-9AC943B14A11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4" creationId="{0FF4D336-BF74-3F6F-FB5E-75ED9AD38312}"/>
          </ac:cxnSpMkLst>
        </pc:cxnChg>
        <pc:cxnChg chg="add mod">
          <ac:chgData name="Li, Hanchen F" userId="3aee791e-6a2d-4da7-a77b-fbdf7bf15886" providerId="ADAL" clId="{CDC5B0EF-6BEB-4658-A9FF-CB66F6FA6C1E}" dt="2025-05-22T22:27:49.491" v="2188" actId="1076"/>
          <ac:cxnSpMkLst>
            <pc:docMk/>
            <pc:sldMk cId="2152317508" sldId="256"/>
            <ac:cxnSpMk id="265" creationId="{DC42E367-2196-8E86-BC5F-11656845C41A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del mod">
          <ac:chgData name="Li, Hanchen F" userId="3aee791e-6a2d-4da7-a77b-fbdf7bf15886" providerId="ADAL" clId="{CDC5B0EF-6BEB-4658-A9FF-CB66F6FA6C1E}" dt="2025-05-22T22:31:52.744" v="2481" actId="478"/>
          <ac:cxnSpMkLst>
            <pc:docMk/>
            <pc:sldMk cId="2152317508" sldId="256"/>
            <ac:cxnSpMk id="289" creationId="{0EC4F635-7AB7-2813-9B6D-98F3214CE2F9}"/>
          </ac:cxnSpMkLst>
        </pc:cxnChg>
        <pc:cxnChg chg="add del mod">
          <ac:chgData name="Li, Hanchen F" userId="3aee791e-6a2d-4da7-a77b-fbdf7bf15886" providerId="ADAL" clId="{CDC5B0EF-6BEB-4658-A9FF-CB66F6FA6C1E}" dt="2025-05-22T22:31:52.744" v="2481" actId="478"/>
          <ac:cxnSpMkLst>
            <pc:docMk/>
            <pc:sldMk cId="2152317508" sldId="256"/>
            <ac:cxnSpMk id="290" creationId="{F3427408-D9D3-0FE6-BE08-78493103B793}"/>
          </ac:cxnSpMkLst>
        </pc:cxnChg>
        <pc:cxnChg chg="add mod">
          <ac:chgData name="Li, Hanchen F" userId="3aee791e-6a2d-4da7-a77b-fbdf7bf15886" providerId="ADAL" clId="{CDC5B0EF-6BEB-4658-A9FF-CB66F6FA6C1E}" dt="2025-05-22T22:31:42.395" v="2478"/>
          <ac:cxnSpMkLst>
            <pc:docMk/>
            <pc:sldMk cId="2152317508" sldId="256"/>
            <ac:cxnSpMk id="293" creationId="{A82B62C9-245E-94F4-3D1F-2080C95922D7}"/>
          </ac:cxnSpMkLst>
        </pc:cxnChg>
        <pc:cxnChg chg="add mod">
          <ac:chgData name="Li, Hanchen F" userId="3aee791e-6a2d-4da7-a77b-fbdf7bf15886" providerId="ADAL" clId="{CDC5B0EF-6BEB-4658-A9FF-CB66F6FA6C1E}" dt="2025-05-22T22:31:42.395" v="2478"/>
          <ac:cxnSpMkLst>
            <pc:docMk/>
            <pc:sldMk cId="2152317508" sldId="256"/>
            <ac:cxnSpMk id="294" creationId="{2C661D81-D1D1-284D-276D-65537A692618}"/>
          </ac:cxnSpMkLst>
        </pc:cxnChg>
        <pc:cxnChg chg="add mod">
          <ac:chgData name="Li, Hanchen F" userId="3aee791e-6a2d-4da7-a77b-fbdf7bf15886" providerId="ADAL" clId="{CDC5B0EF-6BEB-4658-A9FF-CB66F6FA6C1E}" dt="2025-05-22T22:31:48.356" v="2480"/>
          <ac:cxnSpMkLst>
            <pc:docMk/>
            <pc:sldMk cId="2152317508" sldId="256"/>
            <ac:cxnSpMk id="297" creationId="{10CD96D7-1E97-FEE7-9DBE-D9F9665700FC}"/>
          </ac:cxnSpMkLst>
        </pc:cxnChg>
        <pc:cxnChg chg="add mod">
          <ac:chgData name="Li, Hanchen F" userId="3aee791e-6a2d-4da7-a77b-fbdf7bf15886" providerId="ADAL" clId="{CDC5B0EF-6BEB-4658-A9FF-CB66F6FA6C1E}" dt="2025-05-22T22:31:48.356" v="2480"/>
          <ac:cxnSpMkLst>
            <pc:docMk/>
            <pc:sldMk cId="2152317508" sldId="256"/>
            <ac:cxnSpMk id="298" creationId="{55B50AA2-D1AC-5C70-99AF-33CDD9E6367B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23T16:54:39.979" v="7719" actId="107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del mod topLvl">
          <ac:chgData name="Li, Hanchen F" userId="3aee791e-6a2d-4da7-a77b-fbdf7bf15886" providerId="ADAL" clId="{CDC5B0EF-6BEB-4658-A9FF-CB66F6FA6C1E}" dt="2025-05-22T23:32:31.317" v="3540" actId="478"/>
          <ac:cxnSpMkLst>
            <pc:docMk/>
            <pc:sldMk cId="2152317508" sldId="256"/>
            <ac:cxnSpMk id="462" creationId="{C0A4462B-678B-31AC-9304-CED8F2F55AD7}"/>
          </ac:cxnSpMkLst>
        </pc:cxnChg>
        <pc:cxnChg chg="add mod topLvl">
          <ac:chgData name="Li, Hanchen F" userId="3aee791e-6a2d-4da7-a77b-fbdf7bf15886" providerId="ADAL" clId="{CDC5B0EF-6BEB-4658-A9FF-CB66F6FA6C1E}" dt="2025-05-22T22:43:53.687" v="2661" actId="1076"/>
          <ac:cxnSpMkLst>
            <pc:docMk/>
            <pc:sldMk cId="2152317508" sldId="256"/>
            <ac:cxnSpMk id="463" creationId="{10451E52-E204-D840-CB8B-B13B2966A110}"/>
          </ac:cxnSpMkLst>
        </pc:cxnChg>
        <pc:cxnChg chg="add del mod">
          <ac:chgData name="Li, Hanchen F" userId="3aee791e-6a2d-4da7-a77b-fbdf7bf15886" providerId="ADAL" clId="{CDC5B0EF-6BEB-4658-A9FF-CB66F6FA6C1E}" dt="2025-05-22T22:41:36.075" v="2620" actId="478"/>
          <ac:cxnSpMkLst>
            <pc:docMk/>
            <pc:sldMk cId="2152317508" sldId="256"/>
            <ac:cxnSpMk id="472" creationId="{261A8699-D505-A90A-C2E6-F209D3666136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del mod">
          <ac:chgData name="Li, Hanchen F" userId="3aee791e-6a2d-4da7-a77b-fbdf7bf15886" providerId="ADAL" clId="{CDC5B0EF-6BEB-4658-A9FF-CB66F6FA6C1E}" dt="2025-05-22T22:44:31.422" v="2669" actId="11529"/>
          <ac:cxnSpMkLst>
            <pc:docMk/>
            <pc:sldMk cId="2152317508" sldId="256"/>
            <ac:cxnSpMk id="493" creationId="{39B7CA80-F88D-F41F-EC08-0FB2C1336A93}"/>
          </ac:cxnSpMkLst>
        </pc:cxnChg>
        <pc:cxnChg chg="add del mod">
          <ac:chgData name="Li, Hanchen F" userId="3aee791e-6a2d-4da7-a77b-fbdf7bf15886" providerId="ADAL" clId="{CDC5B0EF-6BEB-4658-A9FF-CB66F6FA6C1E}" dt="2025-05-22T22:45:10.372" v="2680" actId="478"/>
          <ac:cxnSpMkLst>
            <pc:docMk/>
            <pc:sldMk cId="2152317508" sldId="256"/>
            <ac:cxnSpMk id="498" creationId="{4C7A0A6F-9A50-30BF-2B4F-BD5DD212EA30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del mod">
          <ac:chgData name="Li, Hanchen F" userId="3aee791e-6a2d-4da7-a77b-fbdf7bf15886" providerId="ADAL" clId="{CDC5B0EF-6BEB-4658-A9FF-CB66F6FA6C1E}" dt="2025-05-22T22:57:37.868" v="3001" actId="478"/>
          <ac:cxnSpMkLst>
            <pc:docMk/>
            <pc:sldMk cId="2152317508" sldId="256"/>
            <ac:cxnSpMk id="561" creationId="{66BDEC67-9807-7EB0-1D2F-0E548FBFE800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  <pc:cxnChg chg="mod">
          <ac:chgData name="Li, Hanchen F" userId="3aee791e-6a2d-4da7-a77b-fbdf7bf15886" providerId="ADAL" clId="{CDC5B0EF-6BEB-4658-A9FF-CB66F6FA6C1E}" dt="2025-05-22T23:41:51.547" v="3805" actId="21"/>
          <ac:cxnSpMkLst>
            <pc:docMk/>
            <pc:sldMk cId="2152317508" sldId="256"/>
            <ac:cxnSpMk id="722" creationId="{84B8A443-77A0-9DF4-F52D-40D4E67FB021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3T16:58:46.410" v="7922" actId="14100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22T23:56:20.213" v="5838" actId="20577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mod">
          <ac:chgData name="Li, Hanchen F" userId="3aee791e-6a2d-4da7-a77b-fbdf7bf15886" providerId="ADAL" clId="{CDC5B0EF-6BEB-4658-A9FF-CB66F6FA6C1E}" dt="2025-05-22T23:57:22.554" v="5854"/>
          <ac:spMkLst>
            <pc:docMk/>
            <pc:sldMk cId="3137520481" sldId="257"/>
            <ac:spMk id="16" creationId="{69B6103D-9E2E-44B5-2772-5DAFDEB0B2B1}"/>
          </ac:spMkLst>
        </pc:spChg>
        <pc:spChg chg="add del mod">
          <ac:chgData name="Li, Hanchen F" userId="3aee791e-6a2d-4da7-a77b-fbdf7bf15886" providerId="ADAL" clId="{CDC5B0EF-6BEB-4658-A9FF-CB66F6FA6C1E}" dt="2025-05-22T23:57:50.856" v="5867" actId="1076"/>
          <ac:spMkLst>
            <pc:docMk/>
            <pc:sldMk cId="3137520481" sldId="257"/>
            <ac:spMk id="20" creationId="{9FDBF980-E1E1-B0A3-D564-A2844E7C95E4}"/>
          </ac:spMkLst>
        </pc:spChg>
        <pc:spChg chg="add del mod">
          <ac:chgData name="Li, Hanchen F" userId="3aee791e-6a2d-4da7-a77b-fbdf7bf15886" providerId="ADAL" clId="{CDC5B0EF-6BEB-4658-A9FF-CB66F6FA6C1E}" dt="2025-05-22T23:57:53.110" v="5868" actId="478"/>
          <ac:spMkLst>
            <pc:docMk/>
            <pc:sldMk cId="3137520481" sldId="257"/>
            <ac:spMk id="21" creationId="{68BD032E-8C12-E0C8-3F10-A544E66D3BC5}"/>
          </ac:spMkLst>
        </pc:spChg>
        <pc:spChg chg="add del mod">
          <ac:chgData name="Li, Hanchen F" userId="3aee791e-6a2d-4da7-a77b-fbdf7bf15886" providerId="ADAL" clId="{CDC5B0EF-6BEB-4658-A9FF-CB66F6FA6C1E}" dt="2025-05-22T23:57:54.344" v="5869" actId="478"/>
          <ac:spMkLst>
            <pc:docMk/>
            <pc:sldMk cId="3137520481" sldId="257"/>
            <ac:spMk id="22" creationId="{3FB4E32F-E293-472D-6102-2BDE0FCD7D71}"/>
          </ac:spMkLst>
        </pc:spChg>
        <pc:spChg chg="add del mod">
          <ac:chgData name="Li, Hanchen F" userId="3aee791e-6a2d-4da7-a77b-fbdf7bf15886" providerId="ADAL" clId="{CDC5B0EF-6BEB-4658-A9FF-CB66F6FA6C1E}" dt="2025-05-22T23:58:08.725" v="5874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2T23:58:19.125" v="5878" actId="1076"/>
          <ac:spMkLst>
            <pc:docMk/>
            <pc:sldMk cId="3137520481" sldId="257"/>
            <ac:spMk id="24" creationId="{353B4A2E-4D26-C115-B554-FEEE96FAC67E}"/>
          </ac:spMkLst>
        </pc:spChg>
        <pc:spChg chg="add del mod">
          <ac:chgData name="Li, Hanchen F" userId="3aee791e-6a2d-4da7-a77b-fbdf7bf15886" providerId="ADAL" clId="{CDC5B0EF-6BEB-4658-A9FF-CB66F6FA6C1E}" dt="2025-05-22T23:57:46.846" v="5866" actId="478"/>
          <ac:spMkLst>
            <pc:docMk/>
            <pc:sldMk cId="3137520481" sldId="257"/>
            <ac:spMk id="25" creationId="{82C1C871-CBF8-5981-0A77-F2619FBE08D9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3T00:02:54.172" v="5964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3T00:03:07.943" v="5969" actId="1076"/>
          <ac:spMkLst>
            <pc:docMk/>
            <pc:sldMk cId="3137520481" sldId="257"/>
            <ac:spMk id="51" creationId="{BB95600C-A67E-3159-4646-4FDC9B0522BF}"/>
          </ac:spMkLst>
        </pc:spChg>
        <pc:spChg chg="add mod">
          <ac:chgData name="Li, Hanchen F" userId="3aee791e-6a2d-4da7-a77b-fbdf7bf15886" providerId="ADAL" clId="{CDC5B0EF-6BEB-4658-A9FF-CB66F6FA6C1E}" dt="2025-05-23T00:04:50.392" v="6003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3T00:04:53.432" v="6004" actId="1076"/>
          <ac:spMkLst>
            <pc:docMk/>
            <pc:sldMk cId="3137520481" sldId="257"/>
            <ac:spMk id="53" creationId="{044A02A3-8FD4-9AA5-F9D6-8FC76EED89B4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13" creationId="{CC70CC15-81F3-831C-1F5B-8BADE05D2440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57" creationId="{66515051-D552-F32C-022A-79ADC602B748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74" creationId="{7FF54E02-5EF4-907F-FB1C-C0D0F409B93C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78" creationId="{803CCF95-7BDF-7A8F-B05C-45583BB4AC9C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589" creationId="{125A4915-84E0-9BE4-A82E-72692BD5DD13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674" creationId="{74E941D2-F751-191B-532C-4948E903A9E1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676" creationId="{D3BE6559-755D-78AD-2AC7-7921EE886AFC}"/>
          </ac:spMkLst>
        </pc:spChg>
        <pc:spChg chg="del">
          <ac:chgData name="Li, Hanchen F" userId="3aee791e-6a2d-4da7-a77b-fbdf7bf15886" providerId="ADAL" clId="{CDC5B0EF-6BEB-4658-A9FF-CB66F6FA6C1E}" dt="2025-05-22T23:55:28.546" v="5822" actId="478"/>
          <ac:spMkLst>
            <pc:docMk/>
            <pc:sldMk cId="3137520481" sldId="257"/>
            <ac:spMk id="685" creationId="{85BB7845-0E68-4C3B-22D0-B05E4447C648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699" creationId="{61A5D2FF-0570-8015-F40B-1A8B6807CC37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733" creationId="{B7B937E8-0247-B63B-0DEF-3E52064A7B62}"/>
          </ac:spMkLst>
        </pc:spChg>
        <pc:spChg chg="del">
          <ac:chgData name="Li, Hanchen F" userId="3aee791e-6a2d-4da7-a77b-fbdf7bf15886" providerId="ADAL" clId="{CDC5B0EF-6BEB-4658-A9FF-CB66F6FA6C1E}" dt="2025-05-22T23:55:25.259" v="5818" actId="478"/>
          <ac:spMkLst>
            <pc:docMk/>
            <pc:sldMk cId="3137520481" sldId="257"/>
            <ac:spMk id="738" creationId="{D8B67F8D-5BC8-D250-2EC7-2E9BC501D33F}"/>
          </ac:spMkLst>
        </pc:spChg>
        <pc:spChg chg="del">
          <ac:chgData name="Li, Hanchen F" userId="3aee791e-6a2d-4da7-a77b-fbdf7bf15886" providerId="ADAL" clId="{CDC5B0EF-6BEB-4658-A9FF-CB66F6FA6C1E}" dt="2025-05-22T23:55:26.594" v="5819" actId="478"/>
          <ac:spMkLst>
            <pc:docMk/>
            <pc:sldMk cId="3137520481" sldId="257"/>
            <ac:spMk id="745" creationId="{D4BA42E6-D900-1C7E-63AC-DB6E716824F5}"/>
          </ac:spMkLst>
        </pc:spChg>
        <pc:grpChg chg="add del mod">
          <ac:chgData name="Li, Hanchen F" userId="3aee791e-6a2d-4da7-a77b-fbdf7bf15886" providerId="ADAL" clId="{CDC5B0EF-6BEB-4658-A9FF-CB66F6FA6C1E}" dt="2025-05-22T23:57:45" v="5865" actId="478"/>
          <ac:grpSpMkLst>
            <pc:docMk/>
            <pc:sldMk cId="3137520481" sldId="257"/>
            <ac:grpSpMk id="15" creationId="{0E0BC0E4-8790-CA17-0C47-FAA07F664D84}"/>
          </ac:grpSpMkLst>
        </pc:grpChg>
        <pc:grpChg chg="del mod">
          <ac:chgData name="Li, Hanchen F" userId="3aee791e-6a2d-4da7-a77b-fbdf7bf15886" providerId="ADAL" clId="{CDC5B0EF-6BEB-4658-A9FF-CB66F6FA6C1E}" dt="2025-05-22T23:55:27.653" v="5821" actId="478"/>
          <ac:grpSpMkLst>
            <pc:docMk/>
            <pc:sldMk cId="3137520481" sldId="257"/>
            <ac:grpSpMk id="478" creationId="{69001A84-224C-161A-735E-D43B68617784}"/>
          </ac:grpSpMkLst>
        </pc:grpChg>
        <pc:picChg chg="add mod">
          <ac:chgData name="Li, Hanchen F" userId="3aee791e-6a2d-4da7-a77b-fbdf7bf15886" providerId="ADAL" clId="{CDC5B0EF-6BEB-4658-A9FF-CB66F6FA6C1E}" dt="2025-05-23T00:03:03.309" v="5967" actId="107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3T16:58:02.232" v="7857" actId="1076"/>
          <ac:cxnSpMkLst>
            <pc:docMk/>
            <pc:sldMk cId="3137520481" sldId="257"/>
            <ac:cxnSpMk id="2" creationId="{D6C73526-2A7F-9DD3-3F80-406DA998A835}"/>
          </ac:cxnSpMkLst>
        </pc:cxnChg>
        <pc:cxnChg chg="add mod">
          <ac:chgData name="Li, Hanchen F" userId="3aee791e-6a2d-4da7-a77b-fbdf7bf15886" providerId="ADAL" clId="{CDC5B0EF-6BEB-4658-A9FF-CB66F6FA6C1E}" dt="2025-05-22T23:56:07.134" v="5833" actId="1076"/>
          <ac:cxnSpMkLst>
            <pc:docMk/>
            <pc:sldMk cId="3137520481" sldId="257"/>
            <ac:cxnSpMk id="4" creationId="{0E43F9AE-287E-36BB-34F6-C6F92169902D}"/>
          </ac:cxnSpMkLst>
        </pc:cxnChg>
        <pc:cxnChg chg="add del">
          <ac:chgData name="Li, Hanchen F" userId="3aee791e-6a2d-4da7-a77b-fbdf7bf15886" providerId="ADAL" clId="{CDC5B0EF-6BEB-4658-A9FF-CB66F6FA6C1E}" dt="2025-05-22T23:56:47.766" v="5840" actId="478"/>
          <ac:cxnSpMkLst>
            <pc:docMk/>
            <pc:sldMk cId="3137520481" sldId="257"/>
            <ac:cxnSpMk id="10" creationId="{078D4133-A84D-577D-111B-C035DA0D5290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2T23:59:54.843" v="5901" actId="14100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3T16:58:46.410" v="7922" actId="14100"/>
          <ac:cxnSpMkLst>
            <pc:docMk/>
            <pc:sldMk cId="3137520481" sldId="257"/>
            <ac:cxnSpMk id="40" creationId="{484BEFF4-71E7-8955-B2B8-36A0C5284C4D}"/>
          </ac:cxnSpMkLst>
        </pc:cxnChg>
        <pc:cxnChg chg="add mod">
          <ac:chgData name="Li, Hanchen F" userId="3aee791e-6a2d-4da7-a77b-fbdf7bf15886" providerId="ADAL" clId="{CDC5B0EF-6BEB-4658-A9FF-CB66F6FA6C1E}" dt="2025-05-23T00:02:08.312" v="5951" actId="14100"/>
          <ac:cxnSpMkLst>
            <pc:docMk/>
            <pc:sldMk cId="3137520481" sldId="257"/>
            <ac:cxnSpMk id="42" creationId="{8701D711-4C16-8C03-77C8-7C73B02F717A}"/>
          </ac:cxnSpMkLst>
        </pc:cxnChg>
        <pc:cxnChg chg="add mod">
          <ac:chgData name="Li, Hanchen F" userId="3aee791e-6a2d-4da7-a77b-fbdf7bf15886" providerId="ADAL" clId="{CDC5B0EF-6BEB-4658-A9FF-CB66F6FA6C1E}" dt="2025-05-23T16:58:45.916" v="7921" actId="1076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3T00:02:33.511" v="5959" actId="571"/>
          <ac:cxnSpMkLst>
            <pc:docMk/>
            <pc:sldMk cId="3137520481" sldId="257"/>
            <ac:cxnSpMk id="48" creationId="{32CB9493-0873-F5F2-8757-F63FD9EE7B8E}"/>
          </ac:cxnSpMkLst>
        </pc:cxnChg>
        <pc:cxnChg chg="add mod">
          <ac:chgData name="Li, Hanchen F" userId="3aee791e-6a2d-4da7-a77b-fbdf7bf15886" providerId="ADAL" clId="{CDC5B0EF-6BEB-4658-A9FF-CB66F6FA6C1E}" dt="2025-05-23T00:02:35.627" v="5961"/>
          <ac:cxnSpMkLst>
            <pc:docMk/>
            <pc:sldMk cId="3137520481" sldId="257"/>
            <ac:cxnSpMk id="49" creationId="{0FBCA506-360C-E9E1-0741-ADFB5D682755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299" creationId="{444EF53C-2C27-69D3-BE2D-1463AF267515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08" creationId="{6D0F9164-561D-48CD-7581-FBEC2DC5AC87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13" creationId="{8B6602DB-0608-D0E4-2503-7612F3B8EF20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23" creationId="{251191F4-0844-95B4-CA79-8467043AC12A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25" creationId="{D665E02C-4ADA-7551-1349-7289F70DDEBF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46" creationId="{D394E27E-1EE5-B9DB-F64B-E0342F8ACEB0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48" creationId="{BEA5D0DC-61F0-320A-FEF7-911BD8D313EE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74" creationId="{9EA73AD2-417E-5C97-37E0-0922FE9A0BA2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583" creationId="{67430E88-1EFC-FE48-7578-31C0CA1D6F79}"/>
          </ac:spMkLst>
        </pc:spChg>
        <pc:spChg chg="add del">
          <ac:chgData name="Li, Hanchen F" userId="3aee791e-6a2d-4da7-a77b-fbdf7bf15886" providerId="ADAL" clId="{CDC5B0EF-6BEB-4658-A9FF-CB66F6FA6C1E}" dt="2025-05-22T23:23:18.333" v="3360" actId="478"/>
          <ac:spMkLst>
            <pc:docMk/>
            <pc:sldMk cId="4277506326" sldId="257"/>
            <ac:spMk id="619" creationId="{6B379CFF-15D4-9EC0-3D8C-B4ED636488F1}"/>
          </ac:spMkLst>
        </pc:spChg>
        <pc:spChg chg="add del">
          <ac:chgData name="Li, Hanchen F" userId="3aee791e-6a2d-4da7-a77b-fbdf7bf15886" providerId="ADAL" clId="{CDC5B0EF-6BEB-4658-A9FF-CB66F6FA6C1E}" dt="2025-05-22T23:23:17.363" v="3358" actId="478"/>
          <ac:spMkLst>
            <pc:docMk/>
            <pc:sldMk cId="4277506326" sldId="257"/>
            <ac:spMk id="621" creationId="{4C73F73F-246E-AD97-D9B6-02ADA5E7E9D0}"/>
          </ac:spMkLst>
        </pc:spChg>
        <pc:spChg chg="add del">
          <ac:chgData name="Li, Hanchen F" userId="3aee791e-6a2d-4da7-a77b-fbdf7bf15886" providerId="ADAL" clId="{CDC5B0EF-6BEB-4658-A9FF-CB66F6FA6C1E}" dt="2025-05-22T23:23:17.835" v="3359" actId="478"/>
          <ac:spMkLst>
            <pc:docMk/>
            <pc:sldMk cId="4277506326" sldId="257"/>
            <ac:spMk id="622" creationId="{EC249BE6-2C36-718D-75FC-93791336F6DE}"/>
          </ac:spMkLst>
        </pc:spChg>
        <pc:grpChg chg="add del">
          <ac:chgData name="Li, Hanchen F" userId="3aee791e-6a2d-4da7-a77b-fbdf7bf15886" providerId="ADAL" clId="{CDC5B0EF-6BEB-4658-A9FF-CB66F6FA6C1E}" dt="2025-05-22T23:23:18.627" v="3361" actId="478"/>
          <ac:grpSpMkLst>
            <pc:docMk/>
            <pc:sldMk cId="4277506326" sldId="257"/>
            <ac:grpSpMk id="478" creationId="{0C58BD6A-E0F4-DCAA-BD65-100DAFA29F32}"/>
          </ac:grpSpMkLst>
        </pc:grpChg>
        <pc:grpChg chg="add del">
          <ac:chgData name="Li, Hanchen F" userId="3aee791e-6a2d-4da7-a77b-fbdf7bf15886" providerId="ADAL" clId="{CDC5B0EF-6BEB-4658-A9FF-CB66F6FA6C1E}" dt="2025-05-22T23:23:17.835" v="3359" actId="478"/>
          <ac:grpSpMkLst>
            <pc:docMk/>
            <pc:sldMk cId="4277506326" sldId="257"/>
            <ac:grpSpMk id="481" creationId="{7A6A397E-F226-5317-3EE5-1D59A8066B79}"/>
          </ac:grpSpMkLst>
        </pc:grpChg>
        <pc:cxnChg chg="add del">
          <ac:chgData name="Li, Hanchen F" userId="3aee791e-6a2d-4da7-a77b-fbdf7bf15886" providerId="ADAL" clId="{CDC5B0EF-6BEB-4658-A9FF-CB66F6FA6C1E}" dt="2025-05-22T23:23:17.835" v="3359" actId="478"/>
          <ac:cxnSpMkLst>
            <pc:docMk/>
            <pc:sldMk cId="4277506326" sldId="257"/>
            <ac:cxnSpMk id="301" creationId="{9BBA46A3-64AC-00F5-F418-D892885B254F}"/>
          </ac:cxnSpMkLst>
        </pc:cxnChg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del">
          <ac:chgData name="Li, Hanchen F" userId="3aee791e-6a2d-4da7-a77b-fbdf7bf15886" providerId="ADAL" clId="{CDC5B0EF-6BEB-4658-A9FF-CB66F6FA6C1E}" dt="2025-05-23T00:07:21.674" v="6007" actId="478"/>
          <ac:spMkLst>
            <pc:docMk/>
            <pc:sldMk cId="3834972223" sldId="258"/>
            <ac:spMk id="2" creationId="{8ED1A22E-FB8F-422B-6D1E-7A5A89E6119C}"/>
          </ac:spMkLst>
        </pc:spChg>
        <pc:spChg chg="del">
          <ac:chgData name="Li, Hanchen F" userId="3aee791e-6a2d-4da7-a77b-fbdf7bf15886" providerId="ADAL" clId="{CDC5B0EF-6BEB-4658-A9FF-CB66F6FA6C1E}" dt="2025-05-23T00:07:20.935" v="6006" actId="478"/>
          <ac:spMkLst>
            <pc:docMk/>
            <pc:sldMk cId="3834972223" sldId="258"/>
            <ac:spMk id="3" creationId="{EA702C2E-A51C-0181-FF82-9D2749543A0D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09:40.295" v="6059" actId="1076"/>
          <ac:spMkLst>
            <pc:docMk/>
            <pc:sldMk cId="3834972223" sldId="258"/>
            <ac:spMk id="18" creationId="{B74AD992-1D06-95AD-0350-D9B0D76C9A52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del mod">
          <ac:chgData name="Li, Hanchen F" userId="3aee791e-6a2d-4da7-a77b-fbdf7bf15886" providerId="ADAL" clId="{CDC5B0EF-6BEB-4658-A9FF-CB66F6FA6C1E}" dt="2025-05-23T00:10:13.111" v="6079" actId="478"/>
          <ac:spMkLst>
            <pc:docMk/>
            <pc:sldMk cId="3834972223" sldId="258"/>
            <ac:spMk id="20" creationId="{B82F763E-3C46-1403-7BA7-ACBD456C450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del mod">
          <ac:chgData name="Li, Hanchen F" userId="3aee791e-6a2d-4da7-a77b-fbdf7bf15886" providerId="ADAL" clId="{CDC5B0EF-6BEB-4658-A9FF-CB66F6FA6C1E}" dt="2025-05-23T00:13:16.616" v="6124" actId="478"/>
          <ac:spMkLst>
            <pc:docMk/>
            <pc:sldMk cId="3834972223" sldId="258"/>
            <ac:spMk id="36" creationId="{8F5EC0E9-5322-D2DD-EC48-5E75D2578328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del mod">
          <ac:chgData name="Li, Hanchen F" userId="3aee791e-6a2d-4da7-a77b-fbdf7bf15886" providerId="ADAL" clId="{CDC5B0EF-6BEB-4658-A9FF-CB66F6FA6C1E}" dt="2025-05-23T00:16:23.367" v="6170" actId="478"/>
          <ac:spMkLst>
            <pc:docMk/>
            <pc:sldMk cId="3834972223" sldId="258"/>
            <ac:spMk id="42" creationId="{B1F910C0-C623-094F-7567-099BBB3D77B3}"/>
          </ac:spMkLst>
        </pc:spChg>
        <pc:spChg chg="add del mod">
          <ac:chgData name="Li, Hanchen F" userId="3aee791e-6a2d-4da7-a77b-fbdf7bf15886" providerId="ADAL" clId="{CDC5B0EF-6BEB-4658-A9FF-CB66F6FA6C1E}" dt="2025-05-23T00:16:22.602" v="6169" actId="478"/>
          <ac:spMkLst>
            <pc:docMk/>
            <pc:sldMk cId="3834972223" sldId="258"/>
            <ac:spMk id="43" creationId="{3CDB5943-6008-79F9-D86B-1DE02ADBC5C4}"/>
          </ac:spMkLst>
        </pc:spChg>
        <pc:spChg chg="add del mod">
          <ac:chgData name="Li, Hanchen F" userId="3aee791e-6a2d-4da7-a77b-fbdf7bf15886" providerId="ADAL" clId="{CDC5B0EF-6BEB-4658-A9FF-CB66F6FA6C1E}" dt="2025-05-23T00:16:36.536" v="6181" actId="478"/>
          <ac:spMkLst>
            <pc:docMk/>
            <pc:sldMk cId="3834972223" sldId="258"/>
            <ac:spMk id="44" creationId="{4236736E-6F7E-A09E-993A-4148595263C3}"/>
          </ac:spMkLst>
        </pc:spChg>
        <pc:spChg chg="add del mod">
          <ac:chgData name="Li, Hanchen F" userId="3aee791e-6a2d-4da7-a77b-fbdf7bf15886" providerId="ADAL" clId="{CDC5B0EF-6BEB-4658-A9FF-CB66F6FA6C1E}" dt="2025-05-23T00:16:37.391" v="6182" actId="478"/>
          <ac:spMkLst>
            <pc:docMk/>
            <pc:sldMk cId="3834972223" sldId="258"/>
            <ac:spMk id="45" creationId="{BACEBC52-72BE-68D1-B7E2-AA486FE0AF66}"/>
          </ac:spMkLst>
        </pc:spChg>
        <pc:spChg chg="add del mod">
          <ac:chgData name="Li, Hanchen F" userId="3aee791e-6a2d-4da7-a77b-fbdf7bf15886" providerId="ADAL" clId="{CDC5B0EF-6BEB-4658-A9FF-CB66F6FA6C1E}" dt="2025-05-23T00:16:42.757" v="6188" actId="478"/>
          <ac:spMkLst>
            <pc:docMk/>
            <pc:sldMk cId="3834972223" sldId="258"/>
            <ac:spMk id="46" creationId="{93B4F9CD-3FCF-17E3-0385-2D7321AEF0DB}"/>
          </ac:spMkLst>
        </pc:spChg>
        <pc:spChg chg="add del mod">
          <ac:chgData name="Li, Hanchen F" userId="3aee791e-6a2d-4da7-a77b-fbdf7bf15886" providerId="ADAL" clId="{CDC5B0EF-6BEB-4658-A9FF-CB66F6FA6C1E}" dt="2025-05-23T00:16:50.313" v="6193" actId="478"/>
          <ac:spMkLst>
            <pc:docMk/>
            <pc:sldMk cId="3834972223" sldId="258"/>
            <ac:spMk id="47" creationId="{3D5340FA-7EF1-E0D6-1CF2-7BD3306046FD}"/>
          </ac:spMkLst>
        </pc:spChg>
        <pc:spChg chg="del">
          <ac:chgData name="Li, Hanchen F" userId="3aee791e-6a2d-4da7-a77b-fbdf7bf15886" providerId="ADAL" clId="{CDC5B0EF-6BEB-4658-A9FF-CB66F6FA6C1E}" dt="2025-05-23T00:16:30.386" v="6175" actId="478"/>
          <ac:spMkLst>
            <pc:docMk/>
            <pc:sldMk cId="3834972223" sldId="258"/>
            <ac:spMk id="54" creationId="{EB879EBF-2574-0859-0C13-7961217DE684}"/>
          </ac:spMkLst>
        </pc:spChg>
        <pc:spChg chg="add del mod">
          <ac:chgData name="Li, Hanchen F" userId="3aee791e-6a2d-4da7-a77b-fbdf7bf15886" providerId="ADAL" clId="{CDC5B0EF-6BEB-4658-A9FF-CB66F6FA6C1E}" dt="2025-05-23T00:16:41.080" v="6186" actId="478"/>
          <ac:spMkLst>
            <pc:docMk/>
            <pc:sldMk cId="3834972223" sldId="258"/>
            <ac:spMk id="55" creationId="{172D3023-89FC-B769-8101-AAE5BBF9A808}"/>
          </ac:spMkLst>
        </pc:spChg>
        <pc:spChg chg="del">
          <ac:chgData name="Li, Hanchen F" userId="3aee791e-6a2d-4da7-a77b-fbdf7bf15886" providerId="ADAL" clId="{CDC5B0EF-6BEB-4658-A9FF-CB66F6FA6C1E}" dt="2025-05-23T00:16:27.769" v="6172" actId="478"/>
          <ac:spMkLst>
            <pc:docMk/>
            <pc:sldMk cId="3834972223" sldId="258"/>
            <ac:spMk id="56" creationId="{446EC50F-B77C-FBC9-06DF-6A7FC17E9501}"/>
          </ac:spMkLst>
        </pc:spChg>
        <pc:spChg chg="add del mod">
          <ac:chgData name="Li, Hanchen F" userId="3aee791e-6a2d-4da7-a77b-fbdf7bf15886" providerId="ADAL" clId="{CDC5B0EF-6BEB-4658-A9FF-CB66F6FA6C1E}" dt="2025-05-23T00:16:46.453" v="6190" actId="478"/>
          <ac:spMkLst>
            <pc:docMk/>
            <pc:sldMk cId="3834972223" sldId="258"/>
            <ac:spMk id="57" creationId="{9611B2E5-C63D-7249-F819-03620B1E8675}"/>
          </ac:spMkLst>
        </pc:spChg>
        <pc:spChg chg="add del mod">
          <ac:chgData name="Li, Hanchen F" userId="3aee791e-6a2d-4da7-a77b-fbdf7bf15886" providerId="ADAL" clId="{CDC5B0EF-6BEB-4658-A9FF-CB66F6FA6C1E}" dt="2025-05-23T00:16:30.389" v="6177"/>
          <ac:spMkLst>
            <pc:docMk/>
            <pc:sldMk cId="3834972223" sldId="258"/>
            <ac:spMk id="58" creationId="{489B747A-0342-191B-DEF7-AE8DCCE906FB}"/>
          </ac:spMkLst>
        </pc:spChg>
        <pc:spChg chg="add del mod">
          <ac:chgData name="Li, Hanchen F" userId="3aee791e-6a2d-4da7-a77b-fbdf7bf15886" providerId="ADAL" clId="{CDC5B0EF-6BEB-4658-A9FF-CB66F6FA6C1E}" dt="2025-05-23T00:16:40.129" v="6185" actId="478"/>
          <ac:spMkLst>
            <pc:docMk/>
            <pc:sldMk cId="3834972223" sldId="258"/>
            <ac:spMk id="59" creationId="{3EC77697-997E-E7B8-FFC4-AD485313A0F2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spChg chg="add mod">
          <ac:chgData name="Li, Hanchen F" userId="3aee791e-6a2d-4da7-a77b-fbdf7bf15886" providerId="ADAL" clId="{CDC5B0EF-6BEB-4658-A9FF-CB66F6FA6C1E}" dt="2025-05-23T00:19:42.259" v="6256" actId="571"/>
          <ac:spMkLst>
            <pc:docMk/>
            <pc:sldMk cId="3834972223" sldId="258"/>
            <ac:spMk id="96" creationId="{A956922A-D76A-2EB6-4CFB-A20173569114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7:32.558" v="6011" actId="571"/>
          <ac:cxnSpMkLst>
            <pc:docMk/>
            <pc:sldMk cId="3834972223" sldId="258"/>
            <ac:cxnSpMk id="6" creationId="{9C66AC33-0B5A-3E07-E7A0-DEB35F4B44DA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del">
          <ac:chgData name="Li, Hanchen F" userId="3aee791e-6a2d-4da7-a77b-fbdf7bf15886" providerId="ADAL" clId="{CDC5B0EF-6BEB-4658-A9FF-CB66F6FA6C1E}" dt="2025-05-23T00:16:28.601" v="6173" actId="478"/>
          <ac:cxnSpMkLst>
            <pc:docMk/>
            <pc:sldMk cId="3834972223" sldId="258"/>
            <ac:cxnSpMk id="48" creationId="{05574B9A-8495-B988-E834-D69532AB9CE3}"/>
          </ac:cxnSpMkLst>
        </pc:cxnChg>
        <pc:cxnChg chg="del">
          <ac:chgData name="Li, Hanchen F" userId="3aee791e-6a2d-4da7-a77b-fbdf7bf15886" providerId="ADAL" clId="{CDC5B0EF-6BEB-4658-A9FF-CB66F6FA6C1E}" dt="2025-05-23T00:16:45.212" v="6189" actId="478"/>
          <ac:cxnSpMkLst>
            <pc:docMk/>
            <pc:sldMk cId="3834972223" sldId="258"/>
            <ac:cxnSpMk id="49" creationId="{AE11AEC7-B0EC-35BF-3EC2-FA81436EA889}"/>
          </ac:cxnSpMkLst>
        </pc:cxnChg>
        <pc:cxnChg chg="del">
          <ac:chgData name="Li, Hanchen F" userId="3aee791e-6a2d-4da7-a77b-fbdf7bf15886" providerId="ADAL" clId="{CDC5B0EF-6BEB-4658-A9FF-CB66F6FA6C1E}" dt="2025-05-23T00:16:38.392" v="6183" actId="478"/>
          <ac:cxnSpMkLst>
            <pc:docMk/>
            <pc:sldMk cId="3834972223" sldId="258"/>
            <ac:cxnSpMk id="50" creationId="{C1E59E84-2212-A861-93B1-0C1D68FEDCC3}"/>
          </ac:cxnSpMkLst>
        </pc:cxnChg>
        <pc:cxnChg chg="del">
          <ac:chgData name="Li, Hanchen F" userId="3aee791e-6a2d-4da7-a77b-fbdf7bf15886" providerId="ADAL" clId="{CDC5B0EF-6BEB-4658-A9FF-CB66F6FA6C1E}" dt="2025-05-23T00:16:41.783" v="6187" actId="478"/>
          <ac:cxnSpMkLst>
            <pc:docMk/>
            <pc:sldMk cId="3834972223" sldId="258"/>
            <ac:cxnSpMk id="51" creationId="{27408277-587F-F12D-CAEB-27F6AC622EAB}"/>
          </ac:cxnSpMkLst>
        </pc:cxnChg>
        <pc:cxnChg chg="del">
          <ac:chgData name="Li, Hanchen F" userId="3aee791e-6a2d-4da7-a77b-fbdf7bf15886" providerId="ADAL" clId="{CDC5B0EF-6BEB-4658-A9FF-CB66F6FA6C1E}" dt="2025-05-23T00:16:32.959" v="6178" actId="478"/>
          <ac:cxnSpMkLst>
            <pc:docMk/>
            <pc:sldMk cId="3834972223" sldId="258"/>
            <ac:cxnSpMk id="52" creationId="{D7A417A7-5D8E-49A9-FC89-0D981241A837}"/>
          </ac:cxnSpMkLst>
        </pc:cxnChg>
        <pc:cxnChg chg="del">
          <ac:chgData name="Li, Hanchen F" userId="3aee791e-6a2d-4da7-a77b-fbdf7bf15886" providerId="ADAL" clId="{CDC5B0EF-6BEB-4658-A9FF-CB66F6FA6C1E}" dt="2025-05-23T00:16:25.027" v="6171" actId="478"/>
          <ac:cxnSpMkLst>
            <pc:docMk/>
            <pc:sldMk cId="3834972223" sldId="258"/>
            <ac:cxnSpMk id="53" creationId="{A1DDB7FF-5B24-4675-6907-7DC9FAF972E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3T17:26:02.660" v="7954" actId="1076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4" creationId="{6B22E7D2-FA18-6905-A326-0CE796968AC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19" creationId="{FD655111-359C-395D-D65D-C1D3AD855C4B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37" creationId="{E021F8C4-8215-E448-B8C6-74DA771CCA1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5" creationId="{FD41AE33-12EE-7CD9-3518-5B941895E57D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6" creationId="{2E83CF09-4701-A45D-EAA3-9A5585E05ABE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79" creationId="{A83D819F-14A3-7131-79B5-AC4860029E6B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0" creationId="{BBE5819F-494D-2F3F-EB6B-A317155DD7C2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83" creationId="{8C37A12D-076D-E22D-190F-BC80F30ACA46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3" creationId="{3D202B73-70A0-C800-E87D-90806A67C021}"/>
          </ac:spMkLst>
        </pc:spChg>
        <pc:spChg chg="del">
          <ac:chgData name="Li, Hanchen F" userId="3aee791e-6a2d-4da7-a77b-fbdf7bf15886" providerId="ADAL" clId="{CDC5B0EF-6BEB-4658-A9FF-CB66F6FA6C1E}" dt="2025-05-23T00:20:08.880" v="6264" actId="478"/>
          <ac:spMkLst>
            <pc:docMk/>
            <pc:sldMk cId="3652000193" sldId="259"/>
            <ac:spMk id="95" creationId="{D302B668-09ED-122A-67A8-991E4A88D93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21.624" v="6342" actId="164"/>
          <ac:grpSpMkLst>
            <pc:docMk/>
            <pc:sldMk cId="3652000193" sldId="259"/>
            <ac:grpSpMk id="50" creationId="{6A824F68-A360-05D3-2DB7-2D15E8688F77}"/>
          </ac:grpSpMkLst>
        </pc:gr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3T20:13:53.563" v="8153" actId="1076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2" creationId="{AAF2876B-BAD6-F898-5EFF-FA8340A43036}"/>
          </ac:spMkLst>
        </pc:spChg>
        <pc:spChg chg="add del mod">
          <ac:chgData name="Li, Hanchen F" userId="3aee791e-6a2d-4da7-a77b-fbdf7bf15886" providerId="ADAL" clId="{CDC5B0EF-6BEB-4658-A9FF-CB66F6FA6C1E}" dt="2025-05-23T15:58:10.780" v="6755" actId="478"/>
          <ac:spMkLst>
            <pc:docMk/>
            <pc:sldMk cId="1584463432" sldId="260"/>
            <ac:spMk id="5" creationId="{684702EF-55A4-CFA5-1D2F-F9C0D12209B4}"/>
          </ac:spMkLst>
        </pc:spChg>
        <pc:spChg chg="add del mod">
          <ac:chgData name="Li, Hanchen F" userId="3aee791e-6a2d-4da7-a77b-fbdf7bf15886" providerId="ADAL" clId="{CDC5B0EF-6BEB-4658-A9FF-CB66F6FA6C1E}" dt="2025-05-23T16:04:54.590" v="6876" actId="478"/>
          <ac:spMkLst>
            <pc:docMk/>
            <pc:sldMk cId="1584463432" sldId="260"/>
            <ac:spMk id="6" creationId="{F72265FE-24DA-C3E9-1D3C-A9E6F121B3C1}"/>
          </ac:spMkLst>
        </pc:spChg>
        <pc:spChg chg="del">
          <ac:chgData name="Li, Hanchen F" userId="3aee791e-6a2d-4da7-a77b-fbdf7bf15886" providerId="ADAL" clId="{CDC5B0EF-6BEB-4658-A9FF-CB66F6FA6C1E}" dt="2025-05-23T15:56:22.779" v="6697" actId="478"/>
          <ac:spMkLst>
            <pc:docMk/>
            <pc:sldMk cId="1584463432" sldId="260"/>
            <ac:spMk id="7" creationId="{C15C0B3F-411B-B948-9420-66BBB07A0DF6}"/>
          </ac:spMkLst>
        </pc:spChg>
        <pc:spChg chg="add del mod">
          <ac:chgData name="Li, Hanchen F" userId="3aee791e-6a2d-4da7-a77b-fbdf7bf15886" providerId="ADAL" clId="{CDC5B0EF-6BEB-4658-A9FF-CB66F6FA6C1E}" dt="2025-05-23T16:04:50.980" v="6874" actId="478"/>
          <ac:spMkLst>
            <pc:docMk/>
            <pc:sldMk cId="1584463432" sldId="260"/>
            <ac:spMk id="8" creationId="{0CFE3C6A-5B60-AC72-7E58-9CBF415DB81F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11" creationId="{035FC631-1391-0EE5-EC5E-0C9DE95B3DF1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12" creationId="{E578D8A9-D597-04FB-E328-EBCE6610A399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5" creationId="{A660F99D-A667-1157-0E3E-7E9D3C7C9C11}"/>
          </ac:spMkLst>
        </pc:spChg>
        <pc:spChg chg="add del mod">
          <ac:chgData name="Li, Hanchen F" userId="3aee791e-6a2d-4da7-a77b-fbdf7bf15886" providerId="ADAL" clId="{CDC5B0EF-6BEB-4658-A9FF-CB66F6FA6C1E}" dt="2025-05-23T16:16:54.715" v="7198" actId="478"/>
          <ac:spMkLst>
            <pc:docMk/>
            <pc:sldMk cId="1584463432" sldId="260"/>
            <ac:spMk id="16" creationId="{C6A9C31E-1E61-3564-1F1D-B364FFEBFC7B}"/>
          </ac:spMkLst>
        </pc:spChg>
        <pc:spChg chg="add del mod">
          <ac:chgData name="Li, Hanchen F" userId="3aee791e-6a2d-4da7-a77b-fbdf7bf15886" providerId="ADAL" clId="{CDC5B0EF-6BEB-4658-A9FF-CB66F6FA6C1E}" dt="2025-05-23T16:15:21.930" v="7137" actId="478"/>
          <ac:spMkLst>
            <pc:docMk/>
            <pc:sldMk cId="1584463432" sldId="260"/>
            <ac:spMk id="17" creationId="{ABE786CB-45BA-0E21-94AF-FF4D010A8014}"/>
          </ac:spMkLst>
        </pc:spChg>
        <pc:spChg chg="del">
          <ac:chgData name="Li, Hanchen F" userId="3aee791e-6a2d-4da7-a77b-fbdf7bf15886" providerId="ADAL" clId="{CDC5B0EF-6BEB-4658-A9FF-CB66F6FA6C1E}" dt="2025-05-23T15:56:24.274" v="6698" actId="478"/>
          <ac:spMkLst>
            <pc:docMk/>
            <pc:sldMk cId="1584463432" sldId="260"/>
            <ac:spMk id="20" creationId="{AA78E5CA-4621-2CD7-60D2-B6C137825661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3" creationId="{322CA0B6-E7C6-23FA-4D66-9142D0F1F71D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4" creationId="{3E31D628-65D2-1FD3-7C69-BD506ED2CF4F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8" creationId="{6FFB6D6B-B600-5A0A-5D46-71C224A459C8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29" creationId="{767EC806-F7FA-A94A-B79A-EBAD1DADEC91}"/>
          </ac:spMkLst>
        </pc:spChg>
        <pc:spChg chg="add mod">
          <ac:chgData name="Li, Hanchen F" userId="3aee791e-6a2d-4da7-a77b-fbdf7bf15886" providerId="ADAL" clId="{CDC5B0EF-6BEB-4658-A9FF-CB66F6FA6C1E}" dt="2025-05-23T16:10:22.949" v="7014" actId="1076"/>
          <ac:spMkLst>
            <pc:docMk/>
            <pc:sldMk cId="1584463432" sldId="260"/>
            <ac:spMk id="30" creationId="{CBB96978-A4AE-E899-C48F-8A0806E69DC4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31" creationId="{C3AEB81C-BD3B-A92E-62F0-B30F5BE3675B}"/>
          </ac:spMkLst>
        </pc:spChg>
        <pc:spChg chg="del mod">
          <ac:chgData name="Li, Hanchen F" userId="3aee791e-6a2d-4da7-a77b-fbdf7bf15886" providerId="ADAL" clId="{CDC5B0EF-6BEB-4658-A9FF-CB66F6FA6C1E}" dt="2025-05-23T15:57:18.857" v="6738" actId="478"/>
          <ac:spMkLst>
            <pc:docMk/>
            <pc:sldMk cId="1584463432" sldId="260"/>
            <ac:spMk id="32" creationId="{7B9D6849-61E2-17B3-3A21-CB30DD4C677E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5-23T16:40:00.587" v="7645" actId="2085"/>
          <ac:spMkLst>
            <pc:docMk/>
            <pc:sldMk cId="1584463432" sldId="260"/>
            <ac:spMk id="49" creationId="{A1060CE9-02C1-80AC-E6ED-E7A0742ED67A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0" creationId="{833FADE0-6619-25FD-F73C-AE61E894D557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2" creationId="{83436275-9370-E18B-5B54-AE80873119E4}"/>
          </ac:spMkLst>
        </pc:spChg>
        <pc:spChg chg="del">
          <ac:chgData name="Li, Hanchen F" userId="3aee791e-6a2d-4da7-a77b-fbdf7bf15886" providerId="ADAL" clId="{CDC5B0EF-6BEB-4658-A9FF-CB66F6FA6C1E}" dt="2025-05-23T15:56:18.875" v="6691" actId="478"/>
          <ac:spMkLst>
            <pc:docMk/>
            <pc:sldMk cId="1584463432" sldId="260"/>
            <ac:spMk id="53" creationId="{CEEA90DB-D653-2675-6995-7B97CAFD3689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del mod">
          <ac:chgData name="Li, Hanchen F" userId="3aee791e-6a2d-4da7-a77b-fbdf7bf15886" providerId="ADAL" clId="{CDC5B0EF-6BEB-4658-A9FF-CB66F6FA6C1E}" dt="2025-05-23T16:32:32.314" v="7564" actId="478"/>
          <ac:spMkLst>
            <pc:docMk/>
            <pc:sldMk cId="1584463432" sldId="260"/>
            <ac:spMk id="58" creationId="{1FFEA000-03C3-CADF-0956-E2C7532FE86B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5-23T16:25:39.865" v="7340"/>
          <ac:spMkLst>
            <pc:docMk/>
            <pc:sldMk cId="1584463432" sldId="260"/>
            <ac:spMk id="126" creationId="{A502B73A-A1A0-76C5-1BFD-62CB32CD3FC7}"/>
          </ac:spMkLst>
        </pc:spChg>
        <pc:spChg chg="add del mod">
          <ac:chgData name="Li, Hanchen F" userId="3aee791e-6a2d-4da7-a77b-fbdf7bf15886" providerId="ADAL" clId="{CDC5B0EF-6BEB-4658-A9FF-CB66F6FA6C1E}" dt="2025-05-23T16:26:50.601" v="7377" actId="478"/>
          <ac:spMkLst>
            <pc:docMk/>
            <pc:sldMk cId="1584463432" sldId="260"/>
            <ac:spMk id="127" creationId="{E3670639-E5DA-4752-087D-EF0E0630D2B7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29" creationId="{3A7AE86E-05E7-CA0A-2CF4-FBBCD4F8F02F}"/>
          </ac:spMkLst>
        </pc:spChg>
        <pc:spChg chg="add del mod">
          <ac:chgData name="Li, Hanchen F" userId="3aee791e-6a2d-4da7-a77b-fbdf7bf15886" providerId="ADAL" clId="{CDC5B0EF-6BEB-4658-A9FF-CB66F6FA6C1E}" dt="2025-05-23T16:27:26.257" v="7408" actId="478"/>
          <ac:spMkLst>
            <pc:docMk/>
            <pc:sldMk cId="1584463432" sldId="260"/>
            <ac:spMk id="130" creationId="{05C7F9BF-DA57-2AFC-E6E0-EDFD4433072D}"/>
          </ac:spMkLst>
        </pc:spChg>
        <pc:spChg chg="add mod">
          <ac:chgData name="Li, Hanchen F" userId="3aee791e-6a2d-4da7-a77b-fbdf7bf15886" providerId="ADAL" clId="{CDC5B0EF-6BEB-4658-A9FF-CB66F6FA6C1E}" dt="2025-05-23T20:03:23.581" v="7961" actId="20577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5" creationId="{215CE413-DCA8-2C63-1850-71C30A64683E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7" creationId="{908E95F4-2561-DEE5-6705-87724A3A98C7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8" creationId="{A099CE58-70D0-95FC-140C-A64743ADFFB5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39" creationId="{B92FE556-8DBD-C7FB-08C2-004F3D469868}"/>
          </ac:spMkLst>
        </pc:spChg>
        <pc:spChg chg="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0" creationId="{9BC2613A-863A-87C1-517C-1AC74CF95450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1" creationId="{34EEFF6D-A9C9-BE98-DEBD-E8B99626AED6}"/>
          </ac:spMkLst>
        </pc:spChg>
        <pc:spChg chg="add mod">
          <ac:chgData name="Li, Hanchen F" userId="3aee791e-6a2d-4da7-a77b-fbdf7bf15886" providerId="ADAL" clId="{CDC5B0EF-6BEB-4658-A9FF-CB66F6FA6C1E}" dt="2025-05-23T20:09:33.148" v="7965" actId="571"/>
          <ac:spMkLst>
            <pc:docMk/>
            <pc:sldMk cId="1584463432" sldId="260"/>
            <ac:spMk id="242" creationId="{A5864EC1-76B1-AF11-9FFE-B23E54D1A649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del mod">
          <ac:chgData name="Li, Hanchen F" userId="3aee791e-6a2d-4da7-a77b-fbdf7bf15886" providerId="ADAL" clId="{CDC5B0EF-6BEB-4658-A9FF-CB66F6FA6C1E}" dt="2025-05-23T20:12:20.063" v="8076" actId="478"/>
          <ac:spMkLst>
            <pc:docMk/>
            <pc:sldMk cId="1584463432" sldId="260"/>
            <ac:spMk id="255" creationId="{4582AD9A-2DC3-92CE-5F4B-EE2D5A8AE8E2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2:06.865" v="8069" actId="571"/>
          <ac:spMkLst>
            <pc:docMk/>
            <pc:sldMk cId="1584463432" sldId="260"/>
            <ac:spMk id="258" creationId="{D92A412E-04F7-7441-47FB-4B8C4EB0AF63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67" creationId="{C32A2DC8-B411-7789-04C8-0E8ACE19077D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69" creationId="{09B0830C-F740-8EB8-B08D-E49488E7B6F5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0" creationId="{B8CA79DB-2539-1398-01C6-71A97421BAE1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1" creationId="{79F5345C-234A-8AB1-9AB1-B24FABB59622}"/>
          </ac:spMkLst>
        </pc:spChg>
        <pc:spChg chg="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2" creationId="{7D111463-DA7E-1348-435B-CC365742CBDA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3" creationId="{BE47B69D-DC72-636D-2C81-997DF609E204}"/>
          </ac:spMkLst>
        </pc:spChg>
        <pc:spChg chg="add mod">
          <ac:chgData name="Li, Hanchen F" userId="3aee791e-6a2d-4da7-a77b-fbdf7bf15886" providerId="ADAL" clId="{CDC5B0EF-6BEB-4658-A9FF-CB66F6FA6C1E}" dt="2025-05-23T20:12:50.330" v="8097" actId="571"/>
          <ac:spMkLst>
            <pc:docMk/>
            <pc:sldMk cId="1584463432" sldId="260"/>
            <ac:spMk id="274" creationId="{FA7EB1DC-9258-6227-1589-0C232B1A18A3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grpChg chg="add mod">
          <ac:chgData name="Li, Hanchen F" userId="3aee791e-6a2d-4da7-a77b-fbdf7bf15886" providerId="ADAL" clId="{CDC5B0EF-6BEB-4658-A9FF-CB66F6FA6C1E}" dt="2025-05-23T20:09:33.148" v="7965" actId="571"/>
          <ac:grpSpMkLst>
            <pc:docMk/>
            <pc:sldMk cId="1584463432" sldId="260"/>
            <ac:grpSpMk id="236" creationId="{82C087EC-1479-9297-78E1-5B8E0E11E377}"/>
          </ac:grpSpMkLst>
        </pc:grpChg>
        <pc:grpChg chg="add mod">
          <ac:chgData name="Li, Hanchen F" userId="3aee791e-6a2d-4da7-a77b-fbdf7bf15886" providerId="ADAL" clId="{CDC5B0EF-6BEB-4658-A9FF-CB66F6FA6C1E}" dt="2025-05-23T20:12:50.330" v="8097" actId="571"/>
          <ac:grpSpMkLst>
            <pc:docMk/>
            <pc:sldMk cId="1584463432" sldId="260"/>
            <ac:grpSpMk id="268" creationId="{7F2646B9-B3AE-E60F-E1F3-82151C3ECD53}"/>
          </ac:grpSpMkLst>
        </pc:grpChg>
        <pc:picChg chg="del mod">
          <ac:chgData name="Li, Hanchen F" userId="3aee791e-6a2d-4da7-a77b-fbdf7bf15886" providerId="ADAL" clId="{CDC5B0EF-6BEB-4658-A9FF-CB66F6FA6C1E}" dt="2025-05-23T15:56:19.789" v="6693" actId="478"/>
          <ac:picMkLst>
            <pc:docMk/>
            <pc:sldMk cId="1584463432" sldId="260"/>
            <ac:picMk id="3" creationId="{8503FABF-0327-8A44-5784-0CC1EE4367B6}"/>
          </ac:picMkLst>
        </pc:picChg>
        <pc:cxnChg chg="del">
          <ac:chgData name="Li, Hanchen F" userId="3aee791e-6a2d-4da7-a77b-fbdf7bf15886" providerId="ADAL" clId="{CDC5B0EF-6BEB-4658-A9FF-CB66F6FA6C1E}" dt="2025-05-23T15:56:21.796" v="6696" actId="478"/>
          <ac:cxnSpMkLst>
            <pc:docMk/>
            <pc:sldMk cId="1584463432" sldId="260"/>
            <ac:cxnSpMk id="4" creationId="{6E2CBDF1-A672-A701-60DD-94637F5B404D}"/>
          </ac:cxnSpMkLst>
        </pc:cxnChg>
        <pc:cxnChg chg="add del mod">
          <ac:chgData name="Li, Hanchen F" userId="3aee791e-6a2d-4da7-a77b-fbdf7bf15886" providerId="ADAL" clId="{CDC5B0EF-6BEB-4658-A9FF-CB66F6FA6C1E}" dt="2025-05-23T16:09:59.579" v="7004" actId="11529"/>
          <ac:cxnSpMkLst>
            <pc:docMk/>
            <pc:sldMk cId="1584463432" sldId="260"/>
            <ac:cxnSpMk id="19" creationId="{7FE74403-402A-6BEB-A25E-26D34C90EE1F}"/>
          </ac:cxnSpMkLst>
        </pc:cxnChg>
        <pc:cxnChg chg="add del mod">
          <ac:chgData name="Li, Hanchen F" userId="3aee791e-6a2d-4da7-a77b-fbdf7bf15886" providerId="ADAL" clId="{CDC5B0EF-6BEB-4658-A9FF-CB66F6FA6C1E}" dt="2025-05-23T16:28:36.026" v="7446" actId="478"/>
          <ac:cxnSpMkLst>
            <pc:docMk/>
            <pc:sldMk cId="1584463432" sldId="260"/>
            <ac:cxnSpMk id="22" creationId="{396D9843-5F6D-2E31-C099-E962B39D142E}"/>
          </ac:cxnSpMkLst>
        </pc:cxnChg>
        <pc:cxnChg chg="del">
          <ac:chgData name="Li, Hanchen F" userId="3aee791e-6a2d-4da7-a77b-fbdf7bf15886" providerId="ADAL" clId="{CDC5B0EF-6BEB-4658-A9FF-CB66F6FA6C1E}" dt="2025-05-23T15:56:20.561" v="6694" actId="478"/>
          <ac:cxnSpMkLst>
            <pc:docMk/>
            <pc:sldMk cId="1584463432" sldId="260"/>
            <ac:cxnSpMk id="40" creationId="{8CBD5324-2207-162F-1DE4-E6CE617831FA}"/>
          </ac:cxnSpMkLst>
        </pc:cxnChg>
        <pc:cxnChg chg="del">
          <ac:chgData name="Li, Hanchen F" userId="3aee791e-6a2d-4da7-a77b-fbdf7bf15886" providerId="ADAL" clId="{CDC5B0EF-6BEB-4658-A9FF-CB66F6FA6C1E}" dt="2025-05-23T15:56:21.294" v="6695" actId="478"/>
          <ac:cxnSpMkLst>
            <pc:docMk/>
            <pc:sldMk cId="1584463432" sldId="260"/>
            <ac:cxnSpMk id="42" creationId="{87126867-632B-3F03-6E84-EE77D48D5F4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del mod">
          <ac:chgData name="Li, Hanchen F" userId="3aee791e-6a2d-4da7-a77b-fbdf7bf15886" providerId="ADAL" clId="{CDC5B0EF-6BEB-4658-A9FF-CB66F6FA6C1E}" dt="2025-05-23T16:28:43.841" v="7450" actId="478"/>
          <ac:cxnSpMkLst>
            <pc:docMk/>
            <pc:sldMk cId="1584463432" sldId="260"/>
            <ac:cxnSpMk id="66" creationId="{D5FF7EFE-BDB9-4F48-E346-A4F81692CA48}"/>
          </ac:cxnSpMkLst>
        </pc:cxnChg>
        <pc:cxnChg chg="add del mod">
          <ac:chgData name="Li, Hanchen F" userId="3aee791e-6a2d-4da7-a77b-fbdf7bf15886" providerId="ADAL" clId="{CDC5B0EF-6BEB-4658-A9FF-CB66F6FA6C1E}" dt="2025-05-23T16:28:35.238" v="7445" actId="478"/>
          <ac:cxnSpMkLst>
            <pc:docMk/>
            <pc:sldMk cId="1584463432" sldId="260"/>
            <ac:cxnSpMk id="69" creationId="{4AD77737-FA3E-5AE3-E268-208D72BB1730}"/>
          </ac:cxnSpMkLst>
        </pc:cxnChg>
        <pc:cxnChg chg="add del mod">
          <ac:chgData name="Li, Hanchen F" userId="3aee791e-6a2d-4da7-a77b-fbdf7bf15886" providerId="ADAL" clId="{CDC5B0EF-6BEB-4658-A9FF-CB66F6FA6C1E}" dt="2025-05-23T16:28:34.074" v="7443" actId="478"/>
          <ac:cxnSpMkLst>
            <pc:docMk/>
            <pc:sldMk cId="1584463432" sldId="260"/>
            <ac:cxnSpMk id="73" creationId="{6C615112-F7FC-952D-4652-2CD95276ACA5}"/>
          </ac:cxnSpMkLst>
        </pc:cxnChg>
        <pc:cxnChg chg="add del mod">
          <ac:chgData name="Li, Hanchen F" userId="3aee791e-6a2d-4da7-a77b-fbdf7bf15886" providerId="ADAL" clId="{CDC5B0EF-6BEB-4658-A9FF-CB66F6FA6C1E}" dt="2025-05-23T16:28:34.721" v="7444" actId="478"/>
          <ac:cxnSpMkLst>
            <pc:docMk/>
            <pc:sldMk cId="1584463432" sldId="260"/>
            <ac:cxnSpMk id="90" creationId="{690C707A-5770-3DF6-8248-B93B1A3E9E7B}"/>
          </ac:cxnSpMkLst>
        </pc:cxnChg>
        <pc:cxnChg chg="add del mod">
          <ac:chgData name="Li, Hanchen F" userId="3aee791e-6a2d-4da7-a77b-fbdf7bf15886" providerId="ADAL" clId="{CDC5B0EF-6BEB-4658-A9FF-CB66F6FA6C1E}" dt="2025-05-23T16:31:24.157" v="7545" actId="478"/>
          <ac:cxnSpMkLst>
            <pc:docMk/>
            <pc:sldMk cId="1584463432" sldId="260"/>
            <ac:cxnSpMk id="132" creationId="{45FD4F0C-D9BB-85E2-A25D-8ECFF673E762}"/>
          </ac:cxnSpMkLst>
        </pc:cxnChg>
        <pc:cxnChg chg="add del mod">
          <ac:chgData name="Li, Hanchen F" userId="3aee791e-6a2d-4da7-a77b-fbdf7bf15886" providerId="ADAL" clId="{CDC5B0EF-6BEB-4658-A9FF-CB66F6FA6C1E}" dt="2025-05-23T16:31:23.631" v="7544" actId="478"/>
          <ac:cxnSpMkLst>
            <pc:docMk/>
            <pc:sldMk cId="1584463432" sldId="260"/>
            <ac:cxnSpMk id="135" creationId="{1EEFF99F-6C11-F2C4-38DD-CC0550A14213}"/>
          </ac:cxnSpMkLst>
        </pc:cxnChg>
        <pc:cxnChg chg="add del mod">
          <ac:chgData name="Li, Hanchen F" userId="3aee791e-6a2d-4da7-a77b-fbdf7bf15886" providerId="ADAL" clId="{CDC5B0EF-6BEB-4658-A9FF-CB66F6FA6C1E}" dt="2025-05-23T16:28:23.562" v="7438" actId="478"/>
          <ac:cxnSpMkLst>
            <pc:docMk/>
            <pc:sldMk cId="1584463432" sldId="260"/>
            <ac:cxnSpMk id="138" creationId="{C7F3ED52-0D5E-B2A6-7101-F12F1AFEDEB1}"/>
          </ac:cxnSpMkLst>
        </pc:cxnChg>
        <pc:cxnChg chg="add del mod">
          <ac:chgData name="Li, Hanchen F" userId="3aee791e-6a2d-4da7-a77b-fbdf7bf15886" providerId="ADAL" clId="{CDC5B0EF-6BEB-4658-A9FF-CB66F6FA6C1E}" dt="2025-05-23T16:31:22.964" v="7543" actId="478"/>
          <ac:cxnSpMkLst>
            <pc:docMk/>
            <pc:sldMk cId="1584463432" sldId="260"/>
            <ac:cxnSpMk id="139" creationId="{5B3EFE0D-9564-AEE1-B9DC-243B2DBF7EDE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51" creationId="{EBF54475-C7DA-D965-070D-71237E66FB90}"/>
          </ac:cxnSpMkLst>
        </pc:cxnChg>
        <pc:cxnChg chg="add del mod">
          <ac:chgData name="Li, Hanchen F" userId="3aee791e-6a2d-4da7-a77b-fbdf7bf15886" providerId="ADAL" clId="{CDC5B0EF-6BEB-4658-A9FF-CB66F6FA6C1E}" dt="2025-05-23T16:31:22.455" v="7542" actId="478"/>
          <ac:cxnSpMkLst>
            <pc:docMk/>
            <pc:sldMk cId="1584463432" sldId="260"/>
            <ac:cxnSpMk id="162" creationId="{CC231C5D-4C28-0638-50E1-28E448471AFF}"/>
          </ac:cxnSpMkLst>
        </pc:cxnChg>
        <pc:cxnChg chg="add del mod">
          <ac:chgData name="Li, Hanchen F" userId="3aee791e-6a2d-4da7-a77b-fbdf7bf15886" providerId="ADAL" clId="{CDC5B0EF-6BEB-4658-A9FF-CB66F6FA6C1E}" dt="2025-05-23T16:31:21.828" v="7541" actId="478"/>
          <ac:cxnSpMkLst>
            <pc:docMk/>
            <pc:sldMk cId="1584463432" sldId="260"/>
            <ac:cxnSpMk id="172" creationId="{2F27C024-0664-3ACF-5888-835C35001354}"/>
          </ac:cxnSpMkLst>
        </pc:cxnChg>
        <pc:cxnChg chg="add del mod">
          <ac:chgData name="Li, Hanchen F" userId="3aee791e-6a2d-4da7-a77b-fbdf7bf15886" providerId="ADAL" clId="{CDC5B0EF-6BEB-4658-A9FF-CB66F6FA6C1E}" dt="2025-05-23T16:31:21.376" v="7540" actId="478"/>
          <ac:cxnSpMkLst>
            <pc:docMk/>
            <pc:sldMk cId="1584463432" sldId="260"/>
            <ac:cxnSpMk id="174" creationId="{734AFDFC-A414-9D92-2527-6AF427594022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199" creationId="{55DD9FD9-34D7-0A9D-EF1A-D5FE103BDA2A}"/>
          </ac:cxnSpMkLst>
        </pc:cxnChg>
        <pc:cxnChg chg="add del mod">
          <ac:chgData name="Li, Hanchen F" userId="3aee791e-6a2d-4da7-a77b-fbdf7bf15886" providerId="ADAL" clId="{CDC5B0EF-6BEB-4658-A9FF-CB66F6FA6C1E}" dt="2025-05-23T16:41:46.026" v="7657" actId="478"/>
          <ac:cxnSpMkLst>
            <pc:docMk/>
            <pc:sldMk cId="1584463432" sldId="260"/>
            <ac:cxnSpMk id="202" creationId="{4F073178-BF1D-51C5-9DC7-9D3C97769ADF}"/>
          </ac:cxnSpMkLst>
        </pc:cxnChg>
        <pc:cxnChg chg="add mod">
          <ac:chgData name="Li, Hanchen F" userId="3aee791e-6a2d-4da7-a77b-fbdf7bf15886" providerId="ADAL" clId="{CDC5B0EF-6BEB-4658-A9FF-CB66F6FA6C1E}" dt="2025-05-23T20:09:51.216" v="7970" actId="14100"/>
          <ac:cxnSpMkLst>
            <pc:docMk/>
            <pc:sldMk cId="1584463432" sldId="260"/>
            <ac:cxnSpMk id="205" creationId="{E96A241A-BE67-DBC2-F1E9-2BB697B4BCDC}"/>
          </ac:cxnSpMkLst>
        </pc:cxnChg>
        <pc:cxnChg chg="add del mod">
          <ac:chgData name="Li, Hanchen F" userId="3aee791e-6a2d-4da7-a77b-fbdf7bf15886" providerId="ADAL" clId="{CDC5B0EF-6BEB-4658-A9FF-CB66F6FA6C1E}" dt="2025-05-23T16:41:48.139" v="7658" actId="478"/>
          <ac:cxnSpMkLst>
            <pc:docMk/>
            <pc:sldMk cId="1584463432" sldId="260"/>
            <ac:cxnSpMk id="208" creationId="{9CD24189-018C-0180-4F2D-7D4083421338}"/>
          </ac:cxnSpMkLst>
        </pc:cxnChg>
        <pc:cxnChg chg="add mod">
          <ac:chgData name="Li, Hanchen F" userId="3aee791e-6a2d-4da7-a77b-fbdf7bf15886" providerId="ADAL" clId="{CDC5B0EF-6BEB-4658-A9FF-CB66F6FA6C1E}" dt="2025-05-23T20:09:31.343" v="7963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5-23T20:09:47.641" v="7969" actId="14100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2" creationId="{EC867880-FCC3-BE9A-5ACB-4FB6C7F33E19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3" creationId="{F903FD7D-D780-3A4E-4145-40371644E19E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4" creationId="{74C6CAD5-F18E-C725-54F2-E1F4BEC10D00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5" creationId="{EF5FCE45-4CA5-96B8-3673-48020ED61F65}"/>
          </ac:spMkLst>
        </pc:spChg>
        <pc:spChg chg="mod">
          <ac:chgData name="Li, Hanchen F" userId="3aee791e-6a2d-4da7-a77b-fbdf7bf15886" providerId="ADAL" clId="{CDC5B0EF-6BEB-4658-A9FF-CB66F6FA6C1E}" dt="2025-05-22T21:36:01.782" v="3"/>
          <ac:spMkLst>
            <pc:docMk/>
            <pc:sldMasterMk cId="3626057741" sldId="2147483648"/>
            <ac:spMk id="6" creationId="{D579F98C-F325-074C-5CAD-DD7E9CC915E9}"/>
          </ac:spMkLst>
        </pc:sp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1943014678" sldId="2147483649"/>
              <ac:spMk id="2" creationId="{1C152884-FD9F-42F2-DB7D-75C56C53F86B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1943014678" sldId="2147483649"/>
              <ac:spMk id="3" creationId="{58D5E4C8-1AA3-6C01-304D-14983EEE16D4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499854334" sldId="2147483651"/>
              <ac:spMk id="2" creationId="{EA53DABC-12A5-C905-E97A-FBACCE1104FC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499854334" sldId="2147483651"/>
              <ac:spMk id="3" creationId="{2EE8FF3D-C23A-78F8-8C33-35CE2021E58C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4136100517" sldId="2147483652"/>
              <ac:spMk id="3" creationId="{7B0BBD89-B42E-943E-5E21-D0C43C6A1DAE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4136100517" sldId="2147483652"/>
              <ac:spMk id="4" creationId="{445280C5-CF0D-B680-7544-C2C1F79F38D9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2" creationId="{B05024F1-2057-EBE7-2D8C-EB8025D0898C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3" creationId="{F5FA57F3-CAED-FCF1-5A29-2B8092BE7D00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4" creationId="{E4A7A4FD-5750-2E54-A770-C0B553BB4459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5" creationId="{4533F8B7-66D7-59DE-7241-DDADBCA18E10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634004646" sldId="2147483653"/>
              <ac:spMk id="6" creationId="{B6A1D5F7-55C2-CFAF-A4DD-ADD73706CA88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897894365" sldId="2147483656"/>
              <ac:spMk id="2" creationId="{AFC9C4D9-3CAF-BC1E-DFED-9E786EA01945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897894365" sldId="2147483656"/>
              <ac:spMk id="3" creationId="{377551C2-4FBA-A4E1-36EF-465DCCD1F219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897894365" sldId="2147483656"/>
              <ac:spMk id="4" creationId="{464D6FBF-D1E4-CC4D-7EE4-C8A25AD3F5CA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3681102178" sldId="2147483657"/>
              <ac:spMk id="2" creationId="{7C733B67-9B7C-D56B-310C-D82ABB770BBF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3681102178" sldId="2147483657"/>
              <ac:spMk id="3" creationId="{EA681B44-280B-4D27-C2BB-F69EE2F23D6A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3681102178" sldId="2147483657"/>
              <ac:spMk id="4" creationId="{A0FE7298-2D40-61F7-9FE3-E3147272C019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218223006" sldId="2147483659"/>
              <ac:spMk id="2" creationId="{D1E8D855-B21D-7B08-D761-48A83D14205B}"/>
            </ac:spMkLst>
          </pc:spChg>
          <pc:spChg chg="mod">
            <ac:chgData name="Li, Hanchen F" userId="3aee791e-6a2d-4da7-a77b-fbdf7bf15886" providerId="ADAL" clId="{CDC5B0EF-6BEB-4658-A9FF-CB66F6FA6C1E}" dt="2025-05-22T21:36:01.782" v="3"/>
            <ac:spMkLst>
              <pc:docMk/>
              <pc:sldMasterMk cId="3626057741" sldId="2147483648"/>
              <pc:sldLayoutMk cId="2218223006" sldId="2147483659"/>
              <ac:spMk id="3" creationId="{665563B6-57F9-29CC-B625-85EABF31A8C3}"/>
            </ac:spMkLst>
          </pc:spChg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2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3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4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5" creationId="{00000000-0000-0000-0000-000000000000}"/>
          </ac:spMkLst>
        </pc:spChg>
        <pc:spChg chg="mod">
          <ac:chgData name="Li, Hanchen F" userId="3aee791e-6a2d-4da7-a77b-fbdf7bf15886" providerId="ADAL" clId="{CDC5B0EF-6BEB-4658-A9FF-CB66F6FA6C1E}" dt="2025-05-22T21:36:33.895" v="9"/>
          <ac:spMkLst>
            <pc:docMk/>
            <pc:sldMasterMk cId="2832921018" sldId="2147483660"/>
            <ac:spMk id="6" creationId="{00000000-0000-0000-0000-000000000000}"/>
          </ac:spMkLst>
        </pc:sp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2188281178" sldId="2147483661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2188281178" sldId="2147483661"/>
              <ac:spMk id="3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379408304" sldId="2147483663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379408304" sldId="2147483663"/>
              <ac:spMk id="3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708412680" sldId="2147483664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708412680" sldId="2147483664"/>
              <ac:spMk id="4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4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5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391006602" sldId="2147483665"/>
              <ac:spMk id="6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517119780" sldId="2147483668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517119780" sldId="2147483668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3517119780" sldId="2147483668"/>
              <ac:spMk id="4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07555040" sldId="2147483669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07555040" sldId="2147483669"/>
              <ac:spMk id="3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07555040" sldId="2147483669"/>
              <ac:spMk id="4" creationId="{00000000-0000-0000-0000-000000000000}"/>
            </ac:spMkLst>
          </pc:spChg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955127079" sldId="2147483671"/>
              <ac:spMk id="2" creationId="{00000000-0000-0000-0000-000000000000}"/>
            </ac:spMkLst>
          </pc:spChg>
          <pc:spChg chg="mod">
            <ac:chgData name="Li, Hanchen F" userId="3aee791e-6a2d-4da7-a77b-fbdf7bf15886" providerId="ADAL" clId="{CDC5B0EF-6BEB-4658-A9FF-CB66F6FA6C1E}" dt="2025-05-22T21:36:33.895" v="9"/>
            <ac:spMkLst>
              <pc:docMk/>
              <pc:sldMasterMk cId="2832921018" sldId="2147483660"/>
              <pc:sldLayoutMk cId="1955127079" sldId="2147483671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2025/5/23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33374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69" y="719808"/>
            <a:ext cx="8512425" cy="5043294"/>
            <a:chOff x="-1265770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0" y="719808"/>
              <a:ext cx="8512425" cy="4864533"/>
              <a:chOff x="-1265770" y="719808"/>
              <a:chExt cx="8512425" cy="4864533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0" y="796341"/>
                <a:ext cx="8512425" cy="4788000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252779" y="4780198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335788" y="5218927"/>
                <a:ext cx="409109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3983847" y="3592800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226308" y="2898608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79D2A366-B413-8528-AC73-86E9F16DB2B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741823" y="3064421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E7FFA589-5910-415F-51D1-A5B2F512A96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274367" y="3173032"/>
                <a:ext cx="190500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870864" y="3061253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404648" y="3174878"/>
                <a:ext cx="0" cy="32812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连接符 169">
                <a:extLst>
                  <a:ext uri="{FF2B5EF4-FFF2-40B4-BE49-F238E27FC236}">
                    <a16:creationId xmlns:a16="http://schemas.microsoft.com/office/drawing/2014/main" id="{DD6DD07B-470A-D2AF-3CC6-4334B7C92FD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266963" y="3332829"/>
                <a:ext cx="0" cy="1698132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000706" y="2559319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6320138" y="2950948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6322990" y="2949613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69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1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8" cy="4993868"/>
            <a:chOff x="6986023" y="751916"/>
            <a:chExt cx="4788638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8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61322" y="3462178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FF7C58E2-8271-6514-4188-11F6201F333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110976" y="3461455"/>
              <a:ext cx="0" cy="32812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35861" y="938105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13295" y="4975269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8615" y="4816718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3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52216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23835" y="4537633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14869" y="466602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801863" y="445321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726611" y="5381279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693397" y="497677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22140" y="4732038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11" y="4138053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1" name="文本框 670">
            <a:extLst>
              <a:ext uri="{FF2B5EF4-FFF2-40B4-BE49-F238E27FC236}">
                <a16:creationId xmlns:a16="http://schemas.microsoft.com/office/drawing/2014/main" id="{48721D70-ADC2-65F2-CF96-A9148310688B}"/>
              </a:ext>
            </a:extLst>
          </p:cNvPr>
          <p:cNvSpPr txBox="1"/>
          <p:nvPr/>
        </p:nvSpPr>
        <p:spPr>
          <a:xfrm>
            <a:off x="1737084" y="3990949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3" name="文本框 672">
            <a:extLst>
              <a:ext uri="{FF2B5EF4-FFF2-40B4-BE49-F238E27FC236}">
                <a16:creationId xmlns:a16="http://schemas.microsoft.com/office/drawing/2014/main" id="{5A7B8730-BD7F-1D04-4A62-5FA63DD009A6}"/>
              </a:ext>
            </a:extLst>
          </p:cNvPr>
          <p:cNvSpPr txBox="1"/>
          <p:nvPr/>
        </p:nvSpPr>
        <p:spPr>
          <a:xfrm>
            <a:off x="2215676" y="2809179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821" y="233243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4175643" y="4480268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4298745" y="491959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721182" y="36313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3" name="文本框 692">
            <a:extLst>
              <a:ext uri="{FF2B5EF4-FFF2-40B4-BE49-F238E27FC236}">
                <a16:creationId xmlns:a16="http://schemas.microsoft.com/office/drawing/2014/main" id="{3F9A48A1-BA63-64E8-1F9E-D38216DB2FFD}"/>
              </a:ext>
            </a:extLst>
          </p:cNvPr>
          <p:cNvSpPr txBox="1"/>
          <p:nvPr/>
        </p:nvSpPr>
        <p:spPr>
          <a:xfrm>
            <a:off x="4081426" y="3280481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189508" y="3258701"/>
            <a:ext cx="461986" cy="338554"/>
          </a:xfrm>
          <a:prstGeom prst="rect">
            <a:avLst/>
          </a:prstGeom>
          <a:gradFill flip="none" rotWithShape="1">
            <a:gsLst>
              <a:gs pos="22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5703416" y="3202793"/>
            <a:ext cx="461986" cy="338554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982856" y="2339198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6550947" y="2725323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868796" y="3075742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51194" y="912193"/>
            <a:ext cx="633507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7" name="文本框 736">
            <a:extLst>
              <a:ext uri="{FF2B5EF4-FFF2-40B4-BE49-F238E27FC236}">
                <a16:creationId xmlns:a16="http://schemas.microsoft.com/office/drawing/2014/main" id="{94D702E4-E09F-8517-606F-3C66E6865576}"/>
              </a:ext>
            </a:extLst>
          </p:cNvPr>
          <p:cNvSpPr txBox="1"/>
          <p:nvPr/>
        </p:nvSpPr>
        <p:spPr>
          <a:xfrm>
            <a:off x="2560622" y="1823826"/>
            <a:ext cx="63350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0" name="文本框 739">
            <a:extLst>
              <a:ext uri="{FF2B5EF4-FFF2-40B4-BE49-F238E27FC236}">
                <a16:creationId xmlns:a16="http://schemas.microsoft.com/office/drawing/2014/main" id="{5C05FDFA-069A-1211-391D-6535C7B3AB3F}"/>
              </a:ext>
            </a:extLst>
          </p:cNvPr>
          <p:cNvSpPr txBox="1"/>
          <p:nvPr/>
        </p:nvSpPr>
        <p:spPr>
          <a:xfrm>
            <a:off x="9402771" y="2790673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1" name="文本框 740">
            <a:extLst>
              <a:ext uri="{FF2B5EF4-FFF2-40B4-BE49-F238E27FC236}">
                <a16:creationId xmlns:a16="http://schemas.microsoft.com/office/drawing/2014/main" id="{C3BB3AE5-380E-3C8F-7915-31796B6B7783}"/>
              </a:ext>
            </a:extLst>
          </p:cNvPr>
          <p:cNvSpPr txBox="1"/>
          <p:nvPr/>
        </p:nvSpPr>
        <p:spPr>
          <a:xfrm>
            <a:off x="9451093" y="226622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2" name="文本框 741">
            <a:extLst>
              <a:ext uri="{FF2B5EF4-FFF2-40B4-BE49-F238E27FC236}">
                <a16:creationId xmlns:a16="http://schemas.microsoft.com/office/drawing/2014/main" id="{52B53972-AFE9-F924-2D9E-BB933025E733}"/>
              </a:ext>
            </a:extLst>
          </p:cNvPr>
          <p:cNvSpPr txBox="1"/>
          <p:nvPr/>
        </p:nvSpPr>
        <p:spPr>
          <a:xfrm>
            <a:off x="10219853" y="992026"/>
            <a:ext cx="633507" cy="338554"/>
          </a:xfrm>
          <a:prstGeom prst="rect">
            <a:avLst/>
          </a:prstGeom>
          <a:gradFill>
            <a:gsLst>
              <a:gs pos="22000">
                <a:schemeClr val="bg1"/>
              </a:gs>
              <a:gs pos="4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3" name="文本框 742">
            <a:extLst>
              <a:ext uri="{FF2B5EF4-FFF2-40B4-BE49-F238E27FC236}">
                <a16:creationId xmlns:a16="http://schemas.microsoft.com/office/drawing/2014/main" id="{4A4AA55F-5428-4951-AFB7-460E89C61A98}"/>
              </a:ext>
            </a:extLst>
          </p:cNvPr>
          <p:cNvSpPr txBox="1"/>
          <p:nvPr/>
        </p:nvSpPr>
        <p:spPr>
          <a:xfrm>
            <a:off x="10055830" y="2022927"/>
            <a:ext cx="601447" cy="338554"/>
          </a:xfrm>
          <a:prstGeom prst="rect">
            <a:avLst/>
          </a:prstGeom>
          <a:gradFill>
            <a:gsLst>
              <a:gs pos="44000">
                <a:schemeClr val="bg1"/>
              </a:gs>
              <a:gs pos="7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1s,LR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55894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73570" y="418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58881" y="100154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410862" y="4170325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1" name="文本框 750">
            <a:extLst>
              <a:ext uri="{FF2B5EF4-FFF2-40B4-BE49-F238E27FC236}">
                <a16:creationId xmlns:a16="http://schemas.microsoft.com/office/drawing/2014/main" id="{8681218D-9205-44F7-6506-CC2120DF707D}"/>
              </a:ext>
            </a:extLst>
          </p:cNvPr>
          <p:cNvSpPr txBox="1"/>
          <p:nvPr/>
        </p:nvSpPr>
        <p:spPr>
          <a:xfrm>
            <a:off x="10031115" y="3825505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30890" y="3382582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325689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02686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269" y="400803"/>
            <a:ext cx="10767461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9453377" y="1026160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9505724" y="856883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268382" y="5554939"/>
            <a:ext cx="3930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073226" y="5832663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073226" y="474898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V="1">
            <a:off x="7061200" y="474898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548466"/>
            <a:ext cx="5109977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8701D711-4C16-8C03-77C8-7C73B02F717A}"/>
              </a:ext>
            </a:extLst>
          </p:cNvPr>
          <p:cNvCxnSpPr>
            <a:cxnSpLocks/>
          </p:cNvCxnSpPr>
          <p:nvPr/>
        </p:nvCxnSpPr>
        <p:spPr>
          <a:xfrm>
            <a:off x="9453377" y="2193925"/>
            <a:ext cx="0" cy="47625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2351617"/>
            <a:ext cx="0" cy="45085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660128" y="2146413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5959455" y="4193428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10541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013084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0,UR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0,LR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893430"/>
            <a:ext cx="3507204" cy="1632542"/>
            <a:chOff x="4372071" y="2005742"/>
            <a:chExt cx="3453491" cy="1632542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8" y="2323034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5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5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1c,LR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1s,LR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764589" y="2005742"/>
              <a:ext cx="2716300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697388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732603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60406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8160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336670"/>
            <a:ext cx="691961" cy="53729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723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4056189"/>
            <a:ext cx="3251263" cy="131645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4056189"/>
            <a:ext cx="3251263" cy="817772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323586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40802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3020974"/>
            <a:ext cx="3246990" cy="711629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444</TotalTime>
  <Words>335</Words>
  <Application>Microsoft Office PowerPoint</Application>
  <PresentationFormat>宽屏</PresentationFormat>
  <Paragraphs>138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2025-05-23T20:03:51Z</cp:lastPrinted>
  <dcterms:created xsi:type="dcterms:W3CDTF">2025-05-22T21:32:03Z</dcterms:created>
  <dcterms:modified xsi:type="dcterms:W3CDTF">2025-05-23T20:14:02Z</dcterms:modified>
</cp:coreProperties>
</file>
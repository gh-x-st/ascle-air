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9" r:id="rId3"/>
    <p:sldId id="256" r:id="rId4"/>
    <p:sldId id="257" r:id="rId5"/>
    <p:sldId id="260" r:id="rId6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D"/>
    <a:srgbClr val="FFFFFF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413" dt="2025-05-24T00:52:37.9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94156" autoAdjust="0"/>
  </p:normalViewPr>
  <p:slideViewPr>
    <p:cSldViewPr snapToGrid="0">
      <p:cViewPr varScale="1">
        <p:scale>
          <a:sx n="90" d="100"/>
          <a:sy n="90" d="100"/>
        </p:scale>
        <p:origin x="27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5-24T18:05:08.571" v="8746" actId="20577"/>
      <pc:docMkLst>
        <pc:docMk/>
      </pc:docMkLst>
      <pc:sldChg chg="addSp delSp modSp new mod">
        <pc:chgData name="Li, Hanchen F" userId="3aee791e-6a2d-4da7-a77b-fbdf7bf15886" providerId="ADAL" clId="{CDC5B0EF-6BEB-4658-A9FF-CB66F6FA6C1E}" dt="2025-05-24T00:53:12.071" v="8729" actId="1076"/>
        <pc:sldMkLst>
          <pc:docMk/>
          <pc:sldMk cId="2152317508" sldId="256"/>
        </pc:sldMkLst>
        <pc:spChg chg="add mod">
          <ac:chgData name="Li, Hanchen F" userId="3aee791e-6a2d-4da7-a77b-fbdf7bf15886" providerId="ADAL" clId="{CDC5B0EF-6BEB-4658-A9FF-CB66F6FA6C1E}" dt="2025-05-23T14:36:15.654" v="6688" actId="1076"/>
          <ac:spMkLst>
            <pc:docMk/>
            <pc:sldMk cId="2152317508" sldId="256"/>
            <ac:spMk id="2" creationId="{B59E7ED7-701A-8C03-5826-48621390B84B}"/>
          </ac:spMkLst>
        </pc:spChg>
        <pc:spChg chg="add mod">
          <ac:chgData name="Li, Hanchen F" userId="3aee791e-6a2d-4da7-a77b-fbdf7bf15886" providerId="ADAL" clId="{CDC5B0EF-6BEB-4658-A9FF-CB66F6FA6C1E}" dt="2025-05-23T14:36:10.232" v="6686" actId="1076"/>
          <ac:spMkLst>
            <pc:docMk/>
            <pc:sldMk cId="2152317508" sldId="256"/>
            <ac:spMk id="3" creationId="{D865C23B-9E31-C867-3FF2-4112EEB099C5}"/>
          </ac:spMkLst>
        </pc:spChg>
        <pc:spChg chg="add mod">
          <ac:chgData name="Li, Hanchen F" userId="3aee791e-6a2d-4da7-a77b-fbdf7bf15886" providerId="ADAL" clId="{CDC5B0EF-6BEB-4658-A9FF-CB66F6FA6C1E}" dt="2025-05-23T14:36:13.833" v="6687" actId="1076"/>
          <ac:spMkLst>
            <pc:docMk/>
            <pc:sldMk cId="2152317508" sldId="256"/>
            <ac:spMk id="4" creationId="{A394A4D0-6823-8424-0281-F8AC5F6CB0BD}"/>
          </ac:spMkLst>
        </pc:spChg>
        <pc:spChg chg="add mod">
          <ac:chgData name="Li, Hanchen F" userId="3aee791e-6a2d-4da7-a77b-fbdf7bf15886" providerId="ADAL" clId="{CDC5B0EF-6BEB-4658-A9FF-CB66F6FA6C1E}" dt="2025-05-23T14:36:17.401" v="6689" actId="1076"/>
          <ac:spMkLst>
            <pc:docMk/>
            <pc:sldMk cId="2152317508" sldId="256"/>
            <ac:spMk id="5" creationId="{5DBDA668-D12D-B5BA-A487-BD758F21D7F0}"/>
          </ac:spMkLst>
        </pc:spChg>
        <pc:spChg chg="add mod">
          <ac:chgData name="Li, Hanchen F" userId="3aee791e-6a2d-4da7-a77b-fbdf7bf15886" providerId="ADAL" clId="{CDC5B0EF-6BEB-4658-A9FF-CB66F6FA6C1E}" dt="2025-05-24T00:52:42.898" v="8722" actId="1076"/>
          <ac:spMkLst>
            <pc:docMk/>
            <pc:sldMk cId="2152317508" sldId="256"/>
            <ac:spMk id="7" creationId="{1D746C54-8DEE-DBC7-AEE4-692691C43277}"/>
          </ac:spMkLst>
        </pc:spChg>
        <pc:spChg chg="add mo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30" creationId="{03E7375E-B3C1-217F-067E-365A732738CA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34" creationId="{6100B307-914C-8BEC-6B3B-3C3AFCC6D832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58" creationId="{48E4F557-14D2-AE99-53EA-B93325EFF8D3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3" creationId="{F85F9F5E-7F8C-D806-1208-A61EF4A432E9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302" creationId="{9F1E5FAD-2D86-C8A9-B7BD-0D1C0A758411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23T23:40:04.556" v="8220" actId="107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23T23:40:01.476" v="8219" actId="1076"/>
          <ac:spMkLst>
            <pc:docMk/>
            <pc:sldMk cId="2152317508" sldId="256"/>
            <ac:spMk id="619" creationId="{79E206C2-73FC-BC8D-0BF4-6E0E80BC3ECC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23T23:39:57.228" v="8217" actId="1076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23T23:39:59.387" v="8218" actId="1076"/>
          <ac:spMkLst>
            <pc:docMk/>
            <pc:sldMk cId="2152317508" sldId="256"/>
            <ac:spMk id="623" creationId="{BE97E01D-3E36-43CA-F999-3F23131BBA17}"/>
          </ac:spMkLst>
        </pc:spChg>
        <pc:spChg chg="add mod">
          <ac:chgData name="Li, Hanchen F" userId="3aee791e-6a2d-4da7-a77b-fbdf7bf15886" providerId="ADAL" clId="{CDC5B0EF-6BEB-4658-A9FF-CB66F6FA6C1E}" dt="2025-05-23T23:40:07.182" v="8221" actId="1076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23:39:42.388" v="8210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23:39:37.445" v="8208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23:39:40.676" v="8209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23:39:45.618" v="8211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mod">
          <ac:chgData name="Li, Hanchen F" userId="3aee791e-6a2d-4da7-a77b-fbdf7bf15886" providerId="ADAL" clId="{CDC5B0EF-6BEB-4658-A9FF-CB66F6FA6C1E}" dt="2025-05-22T23:34:17.088" v="3611" actId="1037"/>
          <ac:spMkLst>
            <pc:docMk/>
            <pc:sldMk cId="2152317508" sldId="256"/>
            <ac:spMk id="669" creationId="{A123FB79-41B3-6095-12D2-8997AD6F70A2}"/>
          </ac:spMkLst>
        </pc:spChg>
        <pc:spChg chg="add mod">
          <ac:chgData name="Li, Hanchen F" userId="3aee791e-6a2d-4da7-a77b-fbdf7bf15886" providerId="ADAL" clId="{CDC5B0EF-6BEB-4658-A9FF-CB66F6FA6C1E}" dt="2025-05-22T23:29:46.579" v="3485" actId="1076"/>
          <ac:spMkLst>
            <pc:docMk/>
            <pc:sldMk cId="2152317508" sldId="256"/>
            <ac:spMk id="671" creationId="{48721D70-ADC2-65F2-CF96-A9148310688B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2T23:45:44.734" v="4320" actId="207"/>
          <ac:spMkLst>
            <pc:docMk/>
            <pc:sldMk cId="2152317508" sldId="256"/>
            <ac:spMk id="673" creationId="{5A7B8730-BD7F-1D04-4A62-5FA63DD009A6}"/>
          </ac:spMkLst>
        </pc:spChg>
        <pc:spChg chg="add mod">
          <ac:chgData name="Li, Hanchen F" userId="3aee791e-6a2d-4da7-a77b-fbdf7bf15886" providerId="ADAL" clId="{CDC5B0EF-6BEB-4658-A9FF-CB66F6FA6C1E}" dt="2025-05-22T23:47:23.772" v="4881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3T23:40:45.630" v="8236" actId="20577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22T23:34:04.617" v="3598" actId="103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22T23:34:07.702" v="3601" actId="1035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22T23:35:09.078" v="3625" actId="1076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mod">
          <ac:chgData name="Li, Hanchen F" userId="3aee791e-6a2d-4da7-a77b-fbdf7bf15886" providerId="ADAL" clId="{CDC5B0EF-6BEB-4658-A9FF-CB66F6FA6C1E}" dt="2025-05-22T23:39:38.538" v="3765" actId="1076"/>
          <ac:spMkLst>
            <pc:docMk/>
            <pc:sldMk cId="2152317508" sldId="256"/>
            <ac:spMk id="693" creationId="{3F9A48A1-BA63-64E8-1F9E-D38216DB2FFD}"/>
          </ac:spMkLst>
        </pc:spChg>
        <pc:spChg chg="add mod">
          <ac:chgData name="Li, Hanchen F" userId="3aee791e-6a2d-4da7-a77b-fbdf7bf15886" providerId="ADAL" clId="{CDC5B0EF-6BEB-4658-A9FF-CB66F6FA6C1E}" dt="2025-05-22T23:39:52.981" v="3772" actId="1076"/>
          <ac:spMkLst>
            <pc:docMk/>
            <pc:sldMk cId="2152317508" sldId="256"/>
            <ac:spMk id="694" creationId="{0B589E19-DFFC-1E39-CEEC-5F6428DEC4B7}"/>
          </ac:spMkLst>
        </pc:spChg>
        <pc:spChg chg="add mod">
          <ac:chgData name="Li, Hanchen F" userId="3aee791e-6a2d-4da7-a77b-fbdf7bf15886" providerId="ADAL" clId="{CDC5B0EF-6BEB-4658-A9FF-CB66F6FA6C1E}" dt="2025-05-22T23:46:06.214" v="4585" actId="20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22T23:46:08.041" v="4608" actId="207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add mod">
          <ac:chgData name="Li, Hanchen F" userId="3aee791e-6a2d-4da7-a77b-fbdf7bf15886" providerId="ADAL" clId="{CDC5B0EF-6BEB-4658-A9FF-CB66F6FA6C1E}" dt="2025-05-22T23:42:42.066" v="3822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22T23:43:09.012" v="3836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24T00:53:08.040" v="8728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2T23:46:38.614" v="4872" actId="207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34.616" v="4814" actId="207"/>
          <ac:spMkLst>
            <pc:docMk/>
            <pc:sldMk cId="2152317508" sldId="256"/>
            <ac:spMk id="737" creationId="{94D702E4-E09F-8517-606F-3C66E6865576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22T23:47:50.233" v="4892" actId="20577"/>
          <ac:spMkLst>
            <pc:docMk/>
            <pc:sldMk cId="2152317508" sldId="256"/>
            <ac:spMk id="740" creationId="{5C05FDFA-069A-1211-391D-6535C7B3AB3F}"/>
          </ac:spMkLst>
        </pc:spChg>
        <pc:spChg chg="add mo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741" creationId="{C3BB3AE5-380E-3C8F-7915-31796B6B7783}"/>
          </ac:spMkLst>
        </pc:spChg>
        <pc:spChg chg="add mod">
          <ac:chgData name="Li, Hanchen F" userId="3aee791e-6a2d-4da7-a77b-fbdf7bf15886" providerId="ADAL" clId="{CDC5B0EF-6BEB-4658-A9FF-CB66F6FA6C1E}" dt="2025-05-23T16:55:18.405" v="7846" actId="207"/>
          <ac:spMkLst>
            <pc:docMk/>
            <pc:sldMk cId="2152317508" sldId="256"/>
            <ac:spMk id="742" creationId="{52B53972-AFE9-F924-2D9E-BB933025E733}"/>
          </ac:spMkLst>
        </pc:spChg>
        <pc:spChg chg="add mod">
          <ac:chgData name="Li, Hanchen F" userId="3aee791e-6a2d-4da7-a77b-fbdf7bf15886" providerId="ADAL" clId="{CDC5B0EF-6BEB-4658-A9FF-CB66F6FA6C1E}" dt="2025-05-22T23:49:34.697" v="5009" actId="1076"/>
          <ac:spMkLst>
            <pc:docMk/>
            <pc:sldMk cId="2152317508" sldId="256"/>
            <ac:spMk id="743" creationId="{4A4AA55F-5428-4951-AFB7-460E89C61A98}"/>
          </ac:spMkLst>
        </pc:spChg>
        <pc:spChg chg="add mod">
          <ac:chgData name="Li, Hanchen F" userId="3aee791e-6a2d-4da7-a77b-fbdf7bf15886" providerId="ADAL" clId="{CDC5B0EF-6BEB-4658-A9FF-CB66F6FA6C1E}" dt="2025-05-22T23:48:52.825" v="5002" actId="107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22T23:49:26.070" v="5007" actId="1076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22T23:49:28.342" v="5008" actId="1076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4T00:53:12.071" v="8729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5-23T21:51:39.489" v="8162" actId="1076"/>
          <ac:spMkLst>
            <pc:docMk/>
            <pc:sldMk cId="2152317508" sldId="256"/>
            <ac:spMk id="751" creationId="{8681218D-9205-44F7-6506-CC2120DF707D}"/>
          </ac:spMkLst>
        </pc:spChg>
        <pc:spChg chg="add mod">
          <ac:chgData name="Li, Hanchen F" userId="3aee791e-6a2d-4da7-a77b-fbdf7bf15886" providerId="ADAL" clId="{CDC5B0EF-6BEB-4658-A9FF-CB66F6FA6C1E}" dt="2025-05-22T23:53:20.828" v="5588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22T23:54:41.828" v="5815" actId="1076"/>
          <ac:spMkLst>
            <pc:docMk/>
            <pc:sldMk cId="2152317508" sldId="256"/>
            <ac:spMk id="754" creationId="{654F74DC-C54D-160E-7F76-CC6C6D091C52}"/>
          </ac:spMkLst>
        </pc:spChg>
        <pc:grpChg chg="add mod">
          <ac:chgData name="Li, Hanchen F" userId="3aee791e-6a2d-4da7-a77b-fbdf7bf15886" providerId="ADAL" clId="{CDC5B0EF-6BEB-4658-A9FF-CB66F6FA6C1E}" dt="2025-05-22T23:54:34.384" v="5813" actId="107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3T16:54:20.998" v="7715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22T23:17:33.494" v="3248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del mod ord">
          <ac:chgData name="Li, Hanchen F" userId="3aee791e-6a2d-4da7-a77b-fbdf7bf15886" providerId="ADAL" clId="{CDC5B0EF-6BEB-4658-A9FF-CB66F6FA6C1E}" dt="2025-05-23T16:54:24.837" v="7717" actId="1076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23T16:54:39.979" v="7719" actId="1076"/>
          <ac:grpSpMkLst>
            <pc:docMk/>
            <pc:sldMk cId="2152317508" sldId="256"/>
            <ac:grpSpMk id="481" creationId="{40A442D5-4219-0962-DA42-B84C6DC6D1B2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picChg chg="add mod ord topLvl">
          <ac:chgData name="Li, Hanchen F" userId="3aee791e-6a2d-4da7-a77b-fbdf7bf15886" providerId="ADAL" clId="{CDC5B0EF-6BEB-4658-A9FF-CB66F6FA6C1E}" dt="2025-05-22T23:17:33.494" v="3248" actId="14826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22T23:23:16.886" v="3356" actId="478"/>
          <ac:picMkLst>
            <pc:docMk/>
            <pc:sldMk cId="2152317508" sldId="256"/>
            <ac:picMk id="147" creationId="{F7890D1C-36FA-7F8E-9990-C3FA4573F15B}"/>
          </ac:picMkLst>
        </pc:picChg>
        <pc:cxnChg chg="add mod">
          <ac:chgData name="Li, Hanchen F" userId="3aee791e-6a2d-4da7-a77b-fbdf7bf15886" providerId="ADAL" clId="{CDC5B0EF-6BEB-4658-A9FF-CB66F6FA6C1E}" dt="2025-05-24T00:52:35.099" v="8720" actId="1076"/>
          <ac:cxnSpMkLst>
            <pc:docMk/>
            <pc:sldMk cId="2152317508" sldId="256"/>
            <ac:cxnSpMk id="6" creationId="{8D35F380-2EF8-27C9-CA2D-198CC4E8D9A5}"/>
          </ac:cxnSpMkLst>
        </pc:cxn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22T22:35:21.362" v="2531" actId="164"/>
          <ac:cxnSpMkLst>
            <pc:docMk/>
            <pc:sldMk cId="2152317508" sldId="256"/>
            <ac:cxnSpMk id="18" creationId="{BFC97AB2-D586-B684-02F7-4904C316E565}"/>
          </ac:cxnSpMkLst>
        </pc:cxnChg>
        <pc:cxnChg chg="add mod">
          <ac:chgData name="Li, Hanchen F" userId="3aee791e-6a2d-4da7-a77b-fbdf7bf15886" providerId="ADAL" clId="{CDC5B0EF-6BEB-4658-A9FF-CB66F6FA6C1E}" dt="2025-05-22T22:15:31.910" v="1304" actId="1035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22T22:27:21.828" v="2184" actId="1038"/>
          <ac:cxnSpMkLst>
            <pc:docMk/>
            <pc:sldMk cId="2152317508" sldId="256"/>
            <ac:cxnSpMk id="54" creationId="{C7815A4D-BE3D-0D36-EB69-D2583C6341AF}"/>
          </ac:cxnSpMkLst>
        </pc:cxnChg>
        <pc:cxnChg chg="add mod">
          <ac:chgData name="Li, Hanchen F" userId="3aee791e-6a2d-4da7-a77b-fbdf7bf15886" providerId="ADAL" clId="{CDC5B0EF-6BEB-4658-A9FF-CB66F6FA6C1E}" dt="2025-05-22T23:38:35.462" v="3733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22T23:39:10.400" v="3753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mod">
          <ac:chgData name="Li, Hanchen F" userId="3aee791e-6a2d-4da7-a77b-fbdf7bf15886" providerId="ADAL" clId="{CDC5B0EF-6BEB-4658-A9FF-CB66F6FA6C1E}" dt="2025-05-22T22:08:46.129" v="1101" actId="1076"/>
          <ac:cxnSpMkLst>
            <pc:docMk/>
            <pc:sldMk cId="2152317508" sldId="256"/>
            <ac:cxnSpMk id="84" creationId="{79D2A366-B413-8528-AC73-86E9F16DB2B7}"/>
          </ac:cxnSpMkLst>
        </pc:cxnChg>
        <pc:cxnChg chg="add mod">
          <ac:chgData name="Li, Hanchen F" userId="3aee791e-6a2d-4da7-a77b-fbdf7bf15886" providerId="ADAL" clId="{CDC5B0EF-6BEB-4658-A9FF-CB66F6FA6C1E}" dt="2025-05-22T23:40:57.291" v="3792" actId="1076"/>
          <ac:cxnSpMkLst>
            <pc:docMk/>
            <pc:sldMk cId="2152317508" sldId="256"/>
            <ac:cxnSpMk id="91" creationId="{E7FFA589-5910-415F-51D1-A5B2F512A967}"/>
          </ac:cxnSpMkLst>
        </pc:cxnChg>
        <pc:cxnChg chg="add mod">
          <ac:chgData name="Li, Hanchen F" userId="3aee791e-6a2d-4da7-a77b-fbdf7bf15886" providerId="ADAL" clId="{CDC5B0EF-6BEB-4658-A9FF-CB66F6FA6C1E}" dt="2025-05-22T22:34:52.852" v="2520" actId="164"/>
          <ac:cxnSpMkLst>
            <pc:docMk/>
            <pc:sldMk cId="2152317508" sldId="256"/>
            <ac:cxnSpMk id="94" creationId="{DA2ED6A2-FE0D-9D42-8814-4B6D1D221CDC}"/>
          </ac:cxnSpMkLst>
        </pc:cxnChg>
        <pc:cxnChg chg="add mod">
          <ac:chgData name="Li, Hanchen F" userId="3aee791e-6a2d-4da7-a77b-fbdf7bf15886" providerId="ADAL" clId="{CDC5B0EF-6BEB-4658-A9FF-CB66F6FA6C1E}" dt="2025-05-22T23:40:47.629" v="3791" actId="1076"/>
          <ac:cxnSpMkLst>
            <pc:docMk/>
            <pc:sldMk cId="2152317508" sldId="256"/>
            <ac:cxnSpMk id="96" creationId="{2BBF5184-413D-2598-FCC2-C84A6439D634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22T22:15:28.854" v="1300" actId="14100"/>
          <ac:cxnSpMkLst>
            <pc:docMk/>
            <pc:sldMk cId="2152317508" sldId="256"/>
            <ac:cxnSpMk id="170" creationId="{DD6DD07B-470A-D2AF-3CC6-4334B7C92FD7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22T22:16:13.104" v="1363" actId="14100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22T22:17:03.109" v="1379" actId="14100"/>
          <ac:cxnSpMkLst>
            <pc:docMk/>
            <pc:sldMk cId="2152317508" sldId="256"/>
            <ac:cxnSpMk id="207" creationId="{4C46DF6A-5C94-74EB-A688-418C8D97B29B}"/>
          </ac:cxnSpMkLst>
        </pc:cxnChg>
        <pc:cxnChg chg="add mod">
          <ac:chgData name="Li, Hanchen F" userId="3aee791e-6a2d-4da7-a77b-fbdf7bf15886" providerId="ADAL" clId="{CDC5B0EF-6BEB-4658-A9FF-CB66F6FA6C1E}" dt="2025-05-22T22:17:05.963" v="1380" actId="14100"/>
          <ac:cxnSpMkLst>
            <pc:docMk/>
            <pc:sldMk cId="2152317508" sldId="256"/>
            <ac:cxnSpMk id="208" creationId="{91F191B3-8473-EA8B-D791-FFE8786B3AFB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3T14:35:38.708" v="6677" actId="1076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3T14:35:33.985" v="6676" actId="1076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22T23:36:39.847" v="3682" actId="478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del mod">
          <ac:chgData name="Li, Hanchen F" userId="3aee791e-6a2d-4da7-a77b-fbdf7bf15886" providerId="ADAL" clId="{CDC5B0EF-6BEB-4658-A9FF-CB66F6FA6C1E}" dt="2025-05-22T23:36:40.186" v="3683" actId="478"/>
          <ac:cxnSpMkLst>
            <pc:docMk/>
            <pc:sldMk cId="2152317508" sldId="256"/>
            <ac:cxnSpMk id="230" creationId="{FF7C58E2-8271-6514-4188-11F6201F333C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3T21:51:39.772" v="8163" actId="14100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22T22:24:28.680" v="2036" actId="1037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22T22:21:35.270" v="2019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mod ord">
          <ac:chgData name="Li, Hanchen F" userId="3aee791e-6a2d-4da7-a77b-fbdf7bf15886" providerId="ADAL" clId="{CDC5B0EF-6BEB-4658-A9FF-CB66F6FA6C1E}" dt="2025-05-23T16:54:39.979" v="7719" actId="107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23T16:54:39.979" v="7719" actId="107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mod topLvl">
          <ac:chgData name="Li, Hanchen F" userId="3aee791e-6a2d-4da7-a77b-fbdf7bf15886" providerId="ADAL" clId="{CDC5B0EF-6BEB-4658-A9FF-CB66F6FA6C1E}" dt="2025-05-22T22:43:53.687" v="2661" actId="1076"/>
          <ac:cxnSpMkLst>
            <pc:docMk/>
            <pc:sldMk cId="2152317508" sldId="256"/>
            <ac:cxnSpMk id="463" creationId="{10451E52-E204-D840-CB8B-B13B2966A110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18:02:17.886" v="8740" actId="20577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24T00:33:27.897" v="8254" actId="1076"/>
          <ac:spMkLst>
            <pc:docMk/>
            <pc:sldMk cId="3137520481" sldId="257"/>
            <ac:spMk id="6" creationId="{9700E06F-C76F-24DC-265D-8FF8611C4CE5}"/>
          </ac:spMkLst>
        </pc:spChg>
        <pc:spChg chg="add mod">
          <ac:chgData name="Li, Hanchen F" userId="3aee791e-6a2d-4da7-a77b-fbdf7bf15886" providerId="ADAL" clId="{CDC5B0EF-6BEB-4658-A9FF-CB66F6FA6C1E}" dt="2025-05-24T00:35:36" v="8285" actId="1076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add del mod">
          <ac:chgData name="Li, Hanchen F" userId="3aee791e-6a2d-4da7-a77b-fbdf7bf15886" providerId="ADAL" clId="{CDC5B0EF-6BEB-4658-A9FF-CB66F6FA6C1E}" dt="2025-05-23T23:40:13.163" v="8223" actId="1076"/>
          <ac:spMkLst>
            <pc:docMk/>
            <pc:sldMk cId="3137520481" sldId="257"/>
            <ac:spMk id="20" creationId="{9FDBF980-E1E1-B0A3-D564-A2844E7C95E4}"/>
          </ac:spMkLst>
        </pc:spChg>
        <pc:spChg chg="add del mod">
          <ac:chgData name="Li, Hanchen F" userId="3aee791e-6a2d-4da7-a77b-fbdf7bf15886" providerId="ADAL" clId="{CDC5B0EF-6BEB-4658-A9FF-CB66F6FA6C1E}" dt="2025-05-24T00:35:27.987" v="8282" actId="478"/>
          <ac:spMkLst>
            <pc:docMk/>
            <pc:sldMk cId="3137520481" sldId="257"/>
            <ac:spMk id="21" creationId="{8D035917-F096-4DBF-E18C-4F6BA757D7F9}"/>
          </ac:spMkLst>
        </pc:spChg>
        <pc:spChg chg="add mod">
          <ac:chgData name="Li, Hanchen F" userId="3aee791e-6a2d-4da7-a77b-fbdf7bf15886" providerId="ADAL" clId="{CDC5B0EF-6BEB-4658-A9FF-CB66F6FA6C1E}" dt="2025-05-24T00:41:58.135" v="8407" actId="1076"/>
          <ac:spMkLst>
            <pc:docMk/>
            <pc:sldMk cId="3137520481" sldId="257"/>
            <ac:spMk id="22" creationId="{4226639B-0001-43F7-B0EA-0D705E8B5890}"/>
          </ac:spMkLst>
        </pc:spChg>
        <pc:spChg chg="add del mod">
          <ac:chgData name="Li, Hanchen F" userId="3aee791e-6a2d-4da7-a77b-fbdf7bf15886" providerId="ADAL" clId="{CDC5B0EF-6BEB-4658-A9FF-CB66F6FA6C1E}" dt="2025-05-23T23:40:28.501" v="8232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3T23:40:26.524" v="8231" actId="1076"/>
          <ac:spMkLst>
            <pc:docMk/>
            <pc:sldMk cId="3137520481" sldId="257"/>
            <ac:spMk id="24" creationId="{353B4A2E-4D26-C115-B554-FEEE96FAC67E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4T00:36:57.438" v="8332" actId="20577"/>
          <ac:spMkLst>
            <pc:docMk/>
            <pc:sldMk cId="3137520481" sldId="257"/>
            <ac:spMk id="35" creationId="{5B806E30-E46B-7D19-A740-208391EA72B9}"/>
          </ac:spMkLst>
        </pc:spChg>
        <pc:spChg chg="add mod">
          <ac:chgData name="Li, Hanchen F" userId="3aee791e-6a2d-4da7-a77b-fbdf7bf15886" providerId="ADAL" clId="{CDC5B0EF-6BEB-4658-A9FF-CB66F6FA6C1E}" dt="2025-05-24T00:41:13.792" v="8391" actId="1076"/>
          <ac:spMkLst>
            <pc:docMk/>
            <pc:sldMk cId="3137520481" sldId="257"/>
            <ac:spMk id="41" creationId="{784151CB-C975-343E-6987-A065C851DAAF}"/>
          </ac:spMkLst>
        </pc:spChg>
        <pc:spChg chg="add mod">
          <ac:chgData name="Li, Hanchen F" userId="3aee791e-6a2d-4da7-a77b-fbdf7bf15886" providerId="ADAL" clId="{CDC5B0EF-6BEB-4658-A9FF-CB66F6FA6C1E}" dt="2025-05-24T00:48:05.629" v="8668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3T00:03:07.943" v="5969" actId="1076"/>
          <ac:spMkLst>
            <pc:docMk/>
            <pc:sldMk cId="3137520481" sldId="257"/>
            <ac:spMk id="51" creationId="{BB95600C-A67E-3159-4646-4FDC9B0522BF}"/>
          </ac:spMkLst>
        </pc:spChg>
        <pc:spChg chg="add mod">
          <ac:chgData name="Li, Hanchen F" userId="3aee791e-6a2d-4da7-a77b-fbdf7bf15886" providerId="ADAL" clId="{CDC5B0EF-6BEB-4658-A9FF-CB66F6FA6C1E}" dt="2025-05-24T18:02:17.886" v="8740" actId="20577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4T18:02:13.505" v="8736" actId="20577"/>
          <ac:spMkLst>
            <pc:docMk/>
            <pc:sldMk cId="3137520481" sldId="257"/>
            <ac:spMk id="53" creationId="{044A02A3-8FD4-9AA5-F9D6-8FC76EED89B4}"/>
          </ac:spMkLst>
        </pc:spChg>
        <pc:spChg chg="add mod">
          <ac:chgData name="Li, Hanchen F" userId="3aee791e-6a2d-4da7-a77b-fbdf7bf15886" providerId="ADAL" clId="{CDC5B0EF-6BEB-4658-A9FF-CB66F6FA6C1E}" dt="2025-05-24T00:42:04.199" v="8408" actId="1076"/>
          <ac:spMkLst>
            <pc:docMk/>
            <pc:sldMk cId="3137520481" sldId="257"/>
            <ac:spMk id="55" creationId="{6A77F17C-8C65-7FDA-DAC3-98A8468E9257}"/>
          </ac:spMkLst>
        </pc:spChg>
        <pc:spChg chg="add mod">
          <ac:chgData name="Li, Hanchen F" userId="3aee791e-6a2d-4da7-a77b-fbdf7bf15886" providerId="ADAL" clId="{CDC5B0EF-6BEB-4658-A9FF-CB66F6FA6C1E}" dt="2025-05-24T00:47:29.241" v="8652" actId="207"/>
          <ac:spMkLst>
            <pc:docMk/>
            <pc:sldMk cId="3137520481" sldId="257"/>
            <ac:spMk id="74" creationId="{5B5F92B9-05C2-A7CD-9D02-AB11C8B66D90}"/>
          </ac:spMkLst>
        </pc:spChg>
        <pc:spChg chg="add mod">
          <ac:chgData name="Li, Hanchen F" userId="3aee791e-6a2d-4da7-a77b-fbdf7bf15886" providerId="ADAL" clId="{CDC5B0EF-6BEB-4658-A9FF-CB66F6FA6C1E}" dt="2025-05-24T00:42:46.034" v="8523" actId="1076"/>
          <ac:spMkLst>
            <pc:docMk/>
            <pc:sldMk cId="3137520481" sldId="257"/>
            <ac:spMk id="75" creationId="{FB23F848-8C8F-1BC6-1398-C7A8E6AD91DD}"/>
          </ac:spMkLst>
        </pc:spChg>
        <pc:spChg chg="add mod">
          <ac:chgData name="Li, Hanchen F" userId="3aee791e-6a2d-4da7-a77b-fbdf7bf15886" providerId="ADAL" clId="{CDC5B0EF-6BEB-4658-A9FF-CB66F6FA6C1E}" dt="2025-05-24T00:46:35.473" v="8552" actId="1076"/>
          <ac:spMkLst>
            <pc:docMk/>
            <pc:sldMk cId="3137520481" sldId="257"/>
            <ac:spMk id="79" creationId="{F25CBC90-FA6E-4164-2AF0-F783CF6072D2}"/>
          </ac:spMkLst>
        </pc:spChg>
        <pc:spChg chg="add mod">
          <ac:chgData name="Li, Hanchen F" userId="3aee791e-6a2d-4da7-a77b-fbdf7bf15886" providerId="ADAL" clId="{CDC5B0EF-6BEB-4658-A9FF-CB66F6FA6C1E}" dt="2025-05-24T00:45:55.994" v="8537" actId="1076"/>
          <ac:spMkLst>
            <pc:docMk/>
            <pc:sldMk cId="3137520481" sldId="257"/>
            <ac:spMk id="80" creationId="{940B8AAC-264C-6DA7-6123-0345AF11E6BA}"/>
          </ac:spMkLst>
        </pc:spChg>
        <pc:spChg chg="add mod">
          <ac:chgData name="Li, Hanchen F" userId="3aee791e-6a2d-4da7-a77b-fbdf7bf15886" providerId="ADAL" clId="{CDC5B0EF-6BEB-4658-A9FF-CB66F6FA6C1E}" dt="2025-05-24T00:46:01.551" v="8539" actId="1076"/>
          <ac:spMkLst>
            <pc:docMk/>
            <pc:sldMk cId="3137520481" sldId="257"/>
            <ac:spMk id="81" creationId="{B05312CD-F777-79FD-4B52-FD8F95ADB7C9}"/>
          </ac:spMkLst>
        </pc:spChg>
        <pc:spChg chg="add mod">
          <ac:chgData name="Li, Hanchen F" userId="3aee791e-6a2d-4da7-a77b-fbdf7bf15886" providerId="ADAL" clId="{CDC5B0EF-6BEB-4658-A9FF-CB66F6FA6C1E}" dt="2025-05-24T00:49:23.872" v="8680" actId="1076"/>
          <ac:spMkLst>
            <pc:docMk/>
            <pc:sldMk cId="3137520481" sldId="257"/>
            <ac:spMk id="95" creationId="{08AC8145-7DDF-0E51-D70F-B0BCCD616ED5}"/>
          </ac:spMkLst>
        </pc:spChg>
        <pc:spChg chg="add mod">
          <ac:chgData name="Li, Hanchen F" userId="3aee791e-6a2d-4da7-a77b-fbdf7bf15886" providerId="ADAL" clId="{CDC5B0EF-6BEB-4658-A9FF-CB66F6FA6C1E}" dt="2025-05-24T00:50:53.176" v="8718" actId="1035"/>
          <ac:spMkLst>
            <pc:docMk/>
            <pc:sldMk cId="3137520481" sldId="257"/>
            <ac:spMk id="98" creationId="{757A896F-48AA-74B1-98EB-B77E3A4F9541}"/>
          </ac:spMkLst>
        </pc:spChg>
        <pc:picChg chg="add del mod">
          <ac:chgData name="Li, Hanchen F" userId="3aee791e-6a2d-4da7-a77b-fbdf7bf15886" providerId="ADAL" clId="{CDC5B0EF-6BEB-4658-A9FF-CB66F6FA6C1E}" dt="2025-05-24T00:49:14.429" v="8678" actId="107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4T00:32:44.798" v="8240" actId="14100"/>
          <ac:cxnSpMkLst>
            <pc:docMk/>
            <pc:sldMk cId="3137520481" sldId="257"/>
            <ac:cxnSpMk id="2" creationId="{A4B13EC4-2D02-F1F2-C310-288E80243905}"/>
          </ac:cxnSpMkLst>
        </pc:cxnChg>
        <pc:cxnChg chg="add mod">
          <ac:chgData name="Li, Hanchen F" userId="3aee791e-6a2d-4da7-a77b-fbdf7bf15886" providerId="ADAL" clId="{CDC5B0EF-6BEB-4658-A9FF-CB66F6FA6C1E}" dt="2025-05-23T16:58:02.232" v="7857" actId="1076"/>
          <ac:cxnSpMkLst>
            <pc:docMk/>
            <pc:sldMk cId="3137520481" sldId="257"/>
            <ac:cxnSpMk id="2" creationId="{D6C73526-2A7F-9DD3-3F80-406DA998A835}"/>
          </ac:cxnSpMkLst>
        </pc:cxnChg>
        <pc:cxnChg chg="add mod">
          <ac:chgData name="Li, Hanchen F" userId="3aee791e-6a2d-4da7-a77b-fbdf7bf15886" providerId="ADAL" clId="{CDC5B0EF-6BEB-4658-A9FF-CB66F6FA6C1E}" dt="2025-05-22T23:56:07.134" v="5833" actId="1076"/>
          <ac:cxnSpMkLst>
            <pc:docMk/>
            <pc:sldMk cId="3137520481" sldId="257"/>
            <ac:cxnSpMk id="4" creationId="{0E43F9AE-287E-36BB-34F6-C6F92169902D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4T00:41:51.625" v="8404" actId="1076"/>
          <ac:cxnSpMkLst>
            <pc:docMk/>
            <pc:sldMk cId="3137520481" sldId="257"/>
            <ac:cxnSpMk id="25" creationId="{585188A3-2425-D867-BB54-8713386C8D59}"/>
          </ac:cxnSpMkLst>
        </pc:cxnChg>
        <pc:cxnChg chg="add mod">
          <ac:chgData name="Li, Hanchen F" userId="3aee791e-6a2d-4da7-a77b-fbdf7bf15886" providerId="ADAL" clId="{CDC5B0EF-6BEB-4658-A9FF-CB66F6FA6C1E}" dt="2025-05-24T00:37:02.429" v="8333" actId="1076"/>
          <ac:cxnSpMkLst>
            <pc:docMk/>
            <pc:sldMk cId="3137520481" sldId="257"/>
            <ac:cxnSpMk id="30" creationId="{C0EE0300-66D0-0AA6-766D-E4F38CFC8D77}"/>
          </ac:cxnSpMkLst>
        </pc:cxnChg>
        <pc:cxnChg chg="add mod">
          <ac:chgData name="Li, Hanchen F" userId="3aee791e-6a2d-4da7-a77b-fbdf7bf15886" providerId="ADAL" clId="{CDC5B0EF-6BEB-4658-A9FF-CB66F6FA6C1E}" dt="2025-05-24T00:34:39.528" v="8270" actId="1076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4T00:41:45.401" v="8402" actId="14100"/>
          <ac:cxnSpMkLst>
            <pc:docMk/>
            <pc:sldMk cId="3137520481" sldId="257"/>
            <ac:cxnSpMk id="37" creationId="{0CFD51FD-AF08-0001-FA2A-150037603E7F}"/>
          </ac:cxnSpMkLst>
        </pc:cxnChg>
        <pc:cxnChg chg="add mod">
          <ac:chgData name="Li, Hanchen F" userId="3aee791e-6a2d-4da7-a77b-fbdf7bf15886" providerId="ADAL" clId="{CDC5B0EF-6BEB-4658-A9FF-CB66F6FA6C1E}" dt="2025-05-24T01:02:26.893" v="8731" actId="1076"/>
          <ac:cxnSpMkLst>
            <pc:docMk/>
            <pc:sldMk cId="3137520481" sldId="257"/>
            <ac:cxnSpMk id="40" creationId="{484BEFF4-71E7-8955-B2B8-36A0C5284C4D}"/>
          </ac:cxnSpMkLst>
        </pc:cxnChg>
        <pc:cxnChg chg="add del mod">
          <ac:chgData name="Li, Hanchen F" userId="3aee791e-6a2d-4da7-a77b-fbdf7bf15886" providerId="ADAL" clId="{CDC5B0EF-6BEB-4658-A9FF-CB66F6FA6C1E}" dt="2025-05-24T00:47:38.439" v="8662" actId="478"/>
          <ac:cxnSpMkLst>
            <pc:docMk/>
            <pc:sldMk cId="3137520481" sldId="257"/>
            <ac:cxnSpMk id="42" creationId="{8701D711-4C16-8C03-77C8-7C73B02F717A}"/>
          </ac:cxnSpMkLst>
        </pc:cxnChg>
        <pc:cxnChg chg="add mod">
          <ac:chgData name="Li, Hanchen F" userId="3aee791e-6a2d-4da7-a77b-fbdf7bf15886" providerId="ADAL" clId="{CDC5B0EF-6BEB-4658-A9FF-CB66F6FA6C1E}" dt="2025-05-24T00:47:52.516" v="8666" actId="14100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4T00:41:43.285" v="8401" actId="14100"/>
          <ac:cxnSpMkLst>
            <pc:docMk/>
            <pc:sldMk cId="3137520481" sldId="257"/>
            <ac:cxnSpMk id="46" creationId="{DD3F70FD-8DC4-00CB-65BE-08E8228B12BA}"/>
          </ac:cxnSpMkLst>
        </pc:cxnChg>
        <pc:cxnChg chg="add mod">
          <ac:chgData name="Li, Hanchen F" userId="3aee791e-6a2d-4da7-a77b-fbdf7bf15886" providerId="ADAL" clId="{CDC5B0EF-6BEB-4658-A9FF-CB66F6FA6C1E}" dt="2025-05-23T00:02:33.511" v="5959" actId="571"/>
          <ac:cxnSpMkLst>
            <pc:docMk/>
            <pc:sldMk cId="3137520481" sldId="257"/>
            <ac:cxnSpMk id="48" creationId="{32CB9493-0873-F5F2-8757-F63FD9EE7B8E}"/>
          </ac:cxnSpMkLst>
        </pc:cxnChg>
        <pc:cxnChg chg="add mod">
          <ac:chgData name="Li, Hanchen F" userId="3aee791e-6a2d-4da7-a77b-fbdf7bf15886" providerId="ADAL" clId="{CDC5B0EF-6BEB-4658-A9FF-CB66F6FA6C1E}" dt="2025-05-23T00:02:35.627" v="5961"/>
          <ac:cxnSpMkLst>
            <pc:docMk/>
            <pc:sldMk cId="3137520481" sldId="257"/>
            <ac:cxnSpMk id="49" creationId="{0FBCA506-360C-E9E1-0741-ADFB5D682755}"/>
          </ac:cxnSpMkLst>
        </pc:cxnChg>
        <pc:cxnChg chg="add del mod">
          <ac:chgData name="Li, Hanchen F" userId="3aee791e-6a2d-4da7-a77b-fbdf7bf15886" providerId="ADAL" clId="{CDC5B0EF-6BEB-4658-A9FF-CB66F6FA6C1E}" dt="2025-05-24T00:40:40.796" v="8382" actId="478"/>
          <ac:cxnSpMkLst>
            <pc:docMk/>
            <pc:sldMk cId="3137520481" sldId="257"/>
            <ac:cxnSpMk id="57" creationId="{A7D1F15E-D124-4F64-7F2D-EAE66D993939}"/>
          </ac:cxnSpMkLst>
        </pc:cxnChg>
        <pc:cxnChg chg="add del mod">
          <ac:chgData name="Li, Hanchen F" userId="3aee791e-6a2d-4da7-a77b-fbdf7bf15886" providerId="ADAL" clId="{CDC5B0EF-6BEB-4658-A9FF-CB66F6FA6C1E}" dt="2025-05-24T00:40:40.796" v="8382" actId="478"/>
          <ac:cxnSpMkLst>
            <pc:docMk/>
            <pc:sldMk cId="3137520481" sldId="257"/>
            <ac:cxnSpMk id="58" creationId="{EBFA7DC6-BCD5-A730-BCC8-F29C1B2565A5}"/>
          </ac:cxnSpMkLst>
        </pc:cxnChg>
        <pc:cxnChg chg="add mod">
          <ac:chgData name="Li, Hanchen F" userId="3aee791e-6a2d-4da7-a77b-fbdf7bf15886" providerId="ADAL" clId="{CDC5B0EF-6BEB-4658-A9FF-CB66F6FA6C1E}" dt="2025-05-24T00:46:54.637" v="8631" actId="14100"/>
          <ac:cxnSpMkLst>
            <pc:docMk/>
            <pc:sldMk cId="3137520481" sldId="257"/>
            <ac:cxnSpMk id="59" creationId="{F10ACB7C-C2E9-4CE3-47D4-C342C45DC8E8}"/>
          </ac:cxnSpMkLst>
        </pc:cxnChg>
        <pc:cxnChg chg="add mod">
          <ac:chgData name="Li, Hanchen F" userId="3aee791e-6a2d-4da7-a77b-fbdf7bf15886" providerId="ADAL" clId="{CDC5B0EF-6BEB-4658-A9FF-CB66F6FA6C1E}" dt="2025-05-24T00:41:36.338" v="8398" actId="14100"/>
          <ac:cxnSpMkLst>
            <pc:docMk/>
            <pc:sldMk cId="3137520481" sldId="257"/>
            <ac:cxnSpMk id="61" creationId="{1E941D0A-CFDC-950C-79E6-4F2B6E587315}"/>
          </ac:cxnSpMkLst>
        </pc:cxnChg>
        <pc:cxnChg chg="add mod">
          <ac:chgData name="Li, Hanchen F" userId="3aee791e-6a2d-4da7-a77b-fbdf7bf15886" providerId="ADAL" clId="{CDC5B0EF-6BEB-4658-A9FF-CB66F6FA6C1E}" dt="2025-05-24T00:41:34.942" v="8397" actId="14100"/>
          <ac:cxnSpMkLst>
            <pc:docMk/>
            <pc:sldMk cId="3137520481" sldId="257"/>
            <ac:cxnSpMk id="64" creationId="{0583C440-FD44-1D4D-E1B6-A27D98A74663}"/>
          </ac:cxnSpMkLst>
        </pc:cxnChg>
        <pc:cxnChg chg="add mod">
          <ac:chgData name="Li, Hanchen F" userId="3aee791e-6a2d-4da7-a77b-fbdf7bf15886" providerId="ADAL" clId="{CDC5B0EF-6BEB-4658-A9FF-CB66F6FA6C1E}" dt="2025-05-24T00:45:30.413" v="8528" actId="14100"/>
          <ac:cxnSpMkLst>
            <pc:docMk/>
            <pc:sldMk cId="3137520481" sldId="257"/>
            <ac:cxnSpMk id="76" creationId="{5CC74EC5-5ABE-A8ED-F92F-DAC754155B70}"/>
          </ac:cxnSpMkLst>
        </pc:cxnChg>
        <pc:cxnChg chg="add mod">
          <ac:chgData name="Li, Hanchen F" userId="3aee791e-6a2d-4da7-a77b-fbdf7bf15886" providerId="ADAL" clId="{CDC5B0EF-6BEB-4658-A9FF-CB66F6FA6C1E}" dt="2025-05-24T00:45:38.349" v="8531" actId="1076"/>
          <ac:cxnSpMkLst>
            <pc:docMk/>
            <pc:sldMk cId="3137520481" sldId="257"/>
            <ac:cxnSpMk id="78" creationId="{9C6FC589-B5DF-51D8-0F64-2A528D9D4A35}"/>
          </ac:cxnSpMkLst>
        </pc:cxnChg>
        <pc:cxnChg chg="add mod">
          <ac:chgData name="Li, Hanchen F" userId="3aee791e-6a2d-4da7-a77b-fbdf7bf15886" providerId="ADAL" clId="{CDC5B0EF-6BEB-4658-A9FF-CB66F6FA6C1E}" dt="2025-05-24T00:46:23.374" v="8550" actId="14100"/>
          <ac:cxnSpMkLst>
            <pc:docMk/>
            <pc:sldMk cId="3137520481" sldId="257"/>
            <ac:cxnSpMk id="82" creationId="{0A5498A6-A0C0-9A85-CCD4-C67C21B5DF66}"/>
          </ac:cxnSpMkLst>
        </pc:cxnChg>
        <pc:cxnChg chg="add mod">
          <ac:chgData name="Li, Hanchen F" userId="3aee791e-6a2d-4da7-a77b-fbdf7bf15886" providerId="ADAL" clId="{CDC5B0EF-6BEB-4658-A9FF-CB66F6FA6C1E}" dt="2025-05-24T00:47:03.381" v="8633" actId="1076"/>
          <ac:cxnSpMkLst>
            <pc:docMk/>
            <pc:sldMk cId="3137520481" sldId="257"/>
            <ac:cxnSpMk id="88" creationId="{77CB9A69-00E2-54E3-E75E-B949E51E5BD8}"/>
          </ac:cxnSpMkLst>
        </pc:cxnChg>
        <pc:cxnChg chg="add mod">
          <ac:chgData name="Li, Hanchen F" userId="3aee791e-6a2d-4da7-a77b-fbdf7bf15886" providerId="ADAL" clId="{CDC5B0EF-6BEB-4658-A9FF-CB66F6FA6C1E}" dt="2025-05-24T00:49:12.704" v="8676" actId="14100"/>
          <ac:cxnSpMkLst>
            <pc:docMk/>
            <pc:sldMk cId="3137520481" sldId="257"/>
            <ac:cxnSpMk id="93" creationId="{5E9E2717-1417-D984-5CAC-9879A07784A5}"/>
          </ac:cxnSpMkLst>
        </pc:cxnChg>
        <pc:cxnChg chg="add mod">
          <ac:chgData name="Li, Hanchen F" userId="3aee791e-6a2d-4da7-a77b-fbdf7bf15886" providerId="ADAL" clId="{CDC5B0EF-6BEB-4658-A9FF-CB66F6FA6C1E}" dt="2025-05-24T00:50:49.367" v="8717" actId="1035"/>
          <ac:cxnSpMkLst>
            <pc:docMk/>
            <pc:sldMk cId="3137520481" sldId="257"/>
            <ac:cxnSpMk id="97" creationId="{B43CBE80-B09D-B56C-7A61-47630402BA28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del">
          <ac:chgData name="Li, Hanchen F" userId="3aee791e-6a2d-4da7-a77b-fbdf7bf15886" providerId="ADAL" clId="{CDC5B0EF-6BEB-4658-A9FF-CB66F6FA6C1E}" dt="2025-05-23T00:07:21.674" v="6007" actId="478"/>
          <ac:spMkLst>
            <pc:docMk/>
            <pc:sldMk cId="3834972223" sldId="258"/>
            <ac:spMk id="2" creationId="{8ED1A22E-FB8F-422B-6D1E-7A5A89E6119C}"/>
          </ac:spMkLst>
        </pc:spChg>
        <pc:spChg chg="del">
          <ac:chgData name="Li, Hanchen F" userId="3aee791e-6a2d-4da7-a77b-fbdf7bf15886" providerId="ADAL" clId="{CDC5B0EF-6BEB-4658-A9FF-CB66F6FA6C1E}" dt="2025-05-23T00:07:20.935" v="6006" actId="478"/>
          <ac:spMkLst>
            <pc:docMk/>
            <pc:sldMk cId="3834972223" sldId="258"/>
            <ac:spMk id="3" creationId="{EA702C2E-A51C-0181-FF82-9D2749543A0D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09:40.295" v="6059" actId="1076"/>
          <ac:spMkLst>
            <pc:docMk/>
            <pc:sldMk cId="3834972223" sldId="258"/>
            <ac:spMk id="18" creationId="{B74AD992-1D06-95AD-0350-D9B0D76C9A52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del mod">
          <ac:chgData name="Li, Hanchen F" userId="3aee791e-6a2d-4da7-a77b-fbdf7bf15886" providerId="ADAL" clId="{CDC5B0EF-6BEB-4658-A9FF-CB66F6FA6C1E}" dt="2025-05-23T00:10:13.111" v="6079" actId="478"/>
          <ac:spMkLst>
            <pc:docMk/>
            <pc:sldMk cId="3834972223" sldId="258"/>
            <ac:spMk id="20" creationId="{B82F763E-3C46-1403-7BA7-ACBD456C450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del mod">
          <ac:chgData name="Li, Hanchen F" userId="3aee791e-6a2d-4da7-a77b-fbdf7bf15886" providerId="ADAL" clId="{CDC5B0EF-6BEB-4658-A9FF-CB66F6FA6C1E}" dt="2025-05-23T00:13:16.616" v="6124" actId="478"/>
          <ac:spMkLst>
            <pc:docMk/>
            <pc:sldMk cId="3834972223" sldId="258"/>
            <ac:spMk id="36" creationId="{8F5EC0E9-5322-D2DD-EC48-5E75D2578328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del mod">
          <ac:chgData name="Li, Hanchen F" userId="3aee791e-6a2d-4da7-a77b-fbdf7bf15886" providerId="ADAL" clId="{CDC5B0EF-6BEB-4658-A9FF-CB66F6FA6C1E}" dt="2025-05-23T00:16:23.367" v="6170" actId="478"/>
          <ac:spMkLst>
            <pc:docMk/>
            <pc:sldMk cId="3834972223" sldId="258"/>
            <ac:spMk id="42" creationId="{B1F910C0-C623-094F-7567-099BBB3D77B3}"/>
          </ac:spMkLst>
        </pc:spChg>
        <pc:spChg chg="add del mod">
          <ac:chgData name="Li, Hanchen F" userId="3aee791e-6a2d-4da7-a77b-fbdf7bf15886" providerId="ADAL" clId="{CDC5B0EF-6BEB-4658-A9FF-CB66F6FA6C1E}" dt="2025-05-23T00:16:22.602" v="6169" actId="478"/>
          <ac:spMkLst>
            <pc:docMk/>
            <pc:sldMk cId="3834972223" sldId="258"/>
            <ac:spMk id="43" creationId="{3CDB5943-6008-79F9-D86B-1DE02ADBC5C4}"/>
          </ac:spMkLst>
        </pc:spChg>
        <pc:spChg chg="add del mod">
          <ac:chgData name="Li, Hanchen F" userId="3aee791e-6a2d-4da7-a77b-fbdf7bf15886" providerId="ADAL" clId="{CDC5B0EF-6BEB-4658-A9FF-CB66F6FA6C1E}" dt="2025-05-23T00:16:36.536" v="6181" actId="478"/>
          <ac:spMkLst>
            <pc:docMk/>
            <pc:sldMk cId="3834972223" sldId="258"/>
            <ac:spMk id="44" creationId="{4236736E-6F7E-A09E-993A-4148595263C3}"/>
          </ac:spMkLst>
        </pc:spChg>
        <pc:spChg chg="add del mod">
          <ac:chgData name="Li, Hanchen F" userId="3aee791e-6a2d-4da7-a77b-fbdf7bf15886" providerId="ADAL" clId="{CDC5B0EF-6BEB-4658-A9FF-CB66F6FA6C1E}" dt="2025-05-23T00:16:37.391" v="6182" actId="478"/>
          <ac:spMkLst>
            <pc:docMk/>
            <pc:sldMk cId="3834972223" sldId="258"/>
            <ac:spMk id="45" creationId="{BACEBC52-72BE-68D1-B7E2-AA486FE0AF66}"/>
          </ac:spMkLst>
        </pc:spChg>
        <pc:spChg chg="add del mod">
          <ac:chgData name="Li, Hanchen F" userId="3aee791e-6a2d-4da7-a77b-fbdf7bf15886" providerId="ADAL" clId="{CDC5B0EF-6BEB-4658-A9FF-CB66F6FA6C1E}" dt="2025-05-23T00:16:42.757" v="6188" actId="478"/>
          <ac:spMkLst>
            <pc:docMk/>
            <pc:sldMk cId="3834972223" sldId="258"/>
            <ac:spMk id="46" creationId="{93B4F9CD-3FCF-17E3-0385-2D7321AEF0DB}"/>
          </ac:spMkLst>
        </pc:spChg>
        <pc:spChg chg="add del mod">
          <ac:chgData name="Li, Hanchen F" userId="3aee791e-6a2d-4da7-a77b-fbdf7bf15886" providerId="ADAL" clId="{CDC5B0EF-6BEB-4658-A9FF-CB66F6FA6C1E}" dt="2025-05-23T00:16:50.313" v="6193" actId="478"/>
          <ac:spMkLst>
            <pc:docMk/>
            <pc:sldMk cId="3834972223" sldId="258"/>
            <ac:spMk id="47" creationId="{3D5340FA-7EF1-E0D6-1CF2-7BD3306046FD}"/>
          </ac:spMkLst>
        </pc:spChg>
        <pc:spChg chg="del">
          <ac:chgData name="Li, Hanchen F" userId="3aee791e-6a2d-4da7-a77b-fbdf7bf15886" providerId="ADAL" clId="{CDC5B0EF-6BEB-4658-A9FF-CB66F6FA6C1E}" dt="2025-05-23T00:16:30.386" v="6175" actId="478"/>
          <ac:spMkLst>
            <pc:docMk/>
            <pc:sldMk cId="3834972223" sldId="258"/>
            <ac:spMk id="54" creationId="{EB879EBF-2574-0859-0C13-7961217DE684}"/>
          </ac:spMkLst>
        </pc:spChg>
        <pc:spChg chg="add del mod">
          <ac:chgData name="Li, Hanchen F" userId="3aee791e-6a2d-4da7-a77b-fbdf7bf15886" providerId="ADAL" clId="{CDC5B0EF-6BEB-4658-A9FF-CB66F6FA6C1E}" dt="2025-05-23T00:16:41.080" v="6186" actId="478"/>
          <ac:spMkLst>
            <pc:docMk/>
            <pc:sldMk cId="3834972223" sldId="258"/>
            <ac:spMk id="55" creationId="{172D3023-89FC-B769-8101-AAE5BBF9A808}"/>
          </ac:spMkLst>
        </pc:spChg>
        <pc:spChg chg="del">
          <ac:chgData name="Li, Hanchen F" userId="3aee791e-6a2d-4da7-a77b-fbdf7bf15886" providerId="ADAL" clId="{CDC5B0EF-6BEB-4658-A9FF-CB66F6FA6C1E}" dt="2025-05-23T00:16:27.769" v="6172" actId="478"/>
          <ac:spMkLst>
            <pc:docMk/>
            <pc:sldMk cId="3834972223" sldId="258"/>
            <ac:spMk id="56" creationId="{446EC50F-B77C-FBC9-06DF-6A7FC17E9501}"/>
          </ac:spMkLst>
        </pc:spChg>
        <pc:spChg chg="add del mod">
          <ac:chgData name="Li, Hanchen F" userId="3aee791e-6a2d-4da7-a77b-fbdf7bf15886" providerId="ADAL" clId="{CDC5B0EF-6BEB-4658-A9FF-CB66F6FA6C1E}" dt="2025-05-23T00:16:46.453" v="6190" actId="478"/>
          <ac:spMkLst>
            <pc:docMk/>
            <pc:sldMk cId="3834972223" sldId="258"/>
            <ac:spMk id="57" creationId="{9611B2E5-C63D-7249-F819-03620B1E8675}"/>
          </ac:spMkLst>
        </pc:spChg>
        <pc:spChg chg="add del mod">
          <ac:chgData name="Li, Hanchen F" userId="3aee791e-6a2d-4da7-a77b-fbdf7bf15886" providerId="ADAL" clId="{CDC5B0EF-6BEB-4658-A9FF-CB66F6FA6C1E}" dt="2025-05-23T00:16:30.389" v="6177"/>
          <ac:spMkLst>
            <pc:docMk/>
            <pc:sldMk cId="3834972223" sldId="258"/>
            <ac:spMk id="58" creationId="{489B747A-0342-191B-DEF7-AE8DCCE906FB}"/>
          </ac:spMkLst>
        </pc:spChg>
        <pc:spChg chg="add del mod">
          <ac:chgData name="Li, Hanchen F" userId="3aee791e-6a2d-4da7-a77b-fbdf7bf15886" providerId="ADAL" clId="{CDC5B0EF-6BEB-4658-A9FF-CB66F6FA6C1E}" dt="2025-05-23T00:16:40.129" v="6185" actId="478"/>
          <ac:spMkLst>
            <pc:docMk/>
            <pc:sldMk cId="3834972223" sldId="258"/>
            <ac:spMk id="59" creationId="{3EC77697-997E-E7B8-FFC4-AD485313A0F2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spChg chg="add mod">
          <ac:chgData name="Li, Hanchen F" userId="3aee791e-6a2d-4da7-a77b-fbdf7bf15886" providerId="ADAL" clId="{CDC5B0EF-6BEB-4658-A9FF-CB66F6FA6C1E}" dt="2025-05-23T00:19:42.259" v="6256" actId="571"/>
          <ac:spMkLst>
            <pc:docMk/>
            <pc:sldMk cId="3834972223" sldId="258"/>
            <ac:spMk id="96" creationId="{A956922A-D76A-2EB6-4CFB-A20173569114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7:32.558" v="6011" actId="571"/>
          <ac:cxnSpMkLst>
            <pc:docMk/>
            <pc:sldMk cId="3834972223" sldId="258"/>
            <ac:cxnSpMk id="6" creationId="{9C66AC33-0B5A-3E07-E7A0-DEB35F4B44DA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del">
          <ac:chgData name="Li, Hanchen F" userId="3aee791e-6a2d-4da7-a77b-fbdf7bf15886" providerId="ADAL" clId="{CDC5B0EF-6BEB-4658-A9FF-CB66F6FA6C1E}" dt="2025-05-23T00:16:28.601" v="6173" actId="478"/>
          <ac:cxnSpMkLst>
            <pc:docMk/>
            <pc:sldMk cId="3834972223" sldId="258"/>
            <ac:cxnSpMk id="48" creationId="{05574B9A-8495-B988-E834-D69532AB9CE3}"/>
          </ac:cxnSpMkLst>
        </pc:cxnChg>
        <pc:cxnChg chg="del">
          <ac:chgData name="Li, Hanchen F" userId="3aee791e-6a2d-4da7-a77b-fbdf7bf15886" providerId="ADAL" clId="{CDC5B0EF-6BEB-4658-A9FF-CB66F6FA6C1E}" dt="2025-05-23T00:16:45.212" v="6189" actId="478"/>
          <ac:cxnSpMkLst>
            <pc:docMk/>
            <pc:sldMk cId="3834972223" sldId="258"/>
            <ac:cxnSpMk id="49" creationId="{AE11AEC7-B0EC-35BF-3EC2-FA81436EA889}"/>
          </ac:cxnSpMkLst>
        </pc:cxnChg>
        <pc:cxnChg chg="del">
          <ac:chgData name="Li, Hanchen F" userId="3aee791e-6a2d-4da7-a77b-fbdf7bf15886" providerId="ADAL" clId="{CDC5B0EF-6BEB-4658-A9FF-CB66F6FA6C1E}" dt="2025-05-23T00:16:38.392" v="6183" actId="478"/>
          <ac:cxnSpMkLst>
            <pc:docMk/>
            <pc:sldMk cId="3834972223" sldId="258"/>
            <ac:cxnSpMk id="50" creationId="{C1E59E84-2212-A861-93B1-0C1D68FEDCC3}"/>
          </ac:cxnSpMkLst>
        </pc:cxnChg>
        <pc:cxnChg chg="del">
          <ac:chgData name="Li, Hanchen F" userId="3aee791e-6a2d-4da7-a77b-fbdf7bf15886" providerId="ADAL" clId="{CDC5B0EF-6BEB-4658-A9FF-CB66F6FA6C1E}" dt="2025-05-23T00:16:41.783" v="6187" actId="478"/>
          <ac:cxnSpMkLst>
            <pc:docMk/>
            <pc:sldMk cId="3834972223" sldId="258"/>
            <ac:cxnSpMk id="51" creationId="{27408277-587F-F12D-CAEB-27F6AC622EAB}"/>
          </ac:cxnSpMkLst>
        </pc:cxnChg>
        <pc:cxnChg chg="del">
          <ac:chgData name="Li, Hanchen F" userId="3aee791e-6a2d-4da7-a77b-fbdf7bf15886" providerId="ADAL" clId="{CDC5B0EF-6BEB-4658-A9FF-CB66F6FA6C1E}" dt="2025-05-23T00:16:32.959" v="6178" actId="478"/>
          <ac:cxnSpMkLst>
            <pc:docMk/>
            <pc:sldMk cId="3834972223" sldId="258"/>
            <ac:cxnSpMk id="52" creationId="{D7A417A7-5D8E-49A9-FC89-0D981241A837}"/>
          </ac:cxnSpMkLst>
        </pc:cxnChg>
        <pc:cxnChg chg="del">
          <ac:chgData name="Li, Hanchen F" userId="3aee791e-6a2d-4da7-a77b-fbdf7bf15886" providerId="ADAL" clId="{CDC5B0EF-6BEB-4658-A9FF-CB66F6FA6C1E}" dt="2025-05-23T00:16:25.027" v="6171" actId="478"/>
          <ac:cxnSpMkLst>
            <pc:docMk/>
            <pc:sldMk cId="3834972223" sldId="258"/>
            <ac:cxnSpMk id="53" creationId="{A1DDB7FF-5B24-4675-6907-7DC9FAF972E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18:05:08.571" v="8746" actId="20577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add mod">
          <ac:chgData name="Li, Hanchen F" userId="3aee791e-6a2d-4da7-a77b-fbdf7bf15886" providerId="ADAL" clId="{CDC5B0EF-6BEB-4658-A9FF-CB66F6FA6C1E}" dt="2025-05-24T18:05:08.571" v="8746" actId="20577"/>
          <ac:spMkLst>
            <pc:docMk/>
            <pc:sldMk cId="3652000193" sldId="259"/>
            <ac:spMk id="5" creationId="{A99B7D23-105E-D18E-65E4-64567B400750}"/>
          </ac:spMkLst>
        </pc:spChg>
        <pc:spChg chg="add mod">
          <ac:chgData name="Li, Hanchen F" userId="3aee791e-6a2d-4da7-a77b-fbdf7bf15886" providerId="ADAL" clId="{CDC5B0EF-6BEB-4658-A9FF-CB66F6FA6C1E}" dt="2025-05-23T17:25:10.928" v="7951" actId="1076"/>
          <ac:spMkLst>
            <pc:docMk/>
            <pc:sldMk cId="3652000193" sldId="259"/>
            <ac:spMk id="9" creationId="{BF25BBE2-6F1D-5975-8FEB-752EC76148E4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14" creationId="{6B22E7D2-FA18-6905-A326-0CE796968AC6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19" creationId="{FD655111-359C-395D-D65D-C1D3AD855C4B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37" creationId="{E021F8C4-8215-E448-B8C6-74DA771CCA1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47" creationId="{8F4F9A0D-46B0-EF9B-CEFD-18CBC8C1E28B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5" creationId="{FD41AE33-12EE-7CD9-3518-5B941895E57D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6" creationId="{2E83CF09-4701-A45D-EAA3-9A5585E05ABE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9" creationId="{A83D819F-14A3-7131-79B5-AC4860029E6B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80" creationId="{BBE5819F-494D-2F3F-EB6B-A317155DD7C2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83" creationId="{8C37A12D-076D-E22D-190F-BC80F30ACA46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93" creationId="{3D202B73-70A0-C800-E87D-90806A67C021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95" creationId="{D302B668-09ED-122A-67A8-991E4A88D935}"/>
          </ac:spMkLst>
        </pc:spChg>
        <pc:spChg chg="add mod">
          <ac:chgData name="Li, Hanchen F" userId="3aee791e-6a2d-4da7-a77b-fbdf7bf15886" providerId="ADAL" clId="{CDC5B0EF-6BEB-4658-A9FF-CB66F6FA6C1E}" dt="2025-05-24T18:05:06.600" v="8745" actId="20577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21.624" v="6342" actId="164"/>
          <ac:grpSpMkLst>
            <pc:docMk/>
            <pc:sldMk cId="3652000193" sldId="259"/>
            <ac:grpSpMk id="50" creationId="{6A824F68-A360-05D3-2DB7-2D15E8688F77}"/>
          </ac:grpSpMkLst>
        </pc:gr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mod">
          <ac:chgData name="Li, Hanchen F" userId="3aee791e-6a2d-4da7-a77b-fbdf7bf15886" providerId="ADAL" clId="{CDC5B0EF-6BEB-4658-A9FF-CB66F6FA6C1E}" dt="2025-05-23T17:24:49.200" v="7930" actId="1076"/>
          <ac:cxnSpMkLst>
            <pc:docMk/>
            <pc:sldMk cId="3652000193" sldId="259"/>
            <ac:cxnSpMk id="3" creationId="{851B6599-330B-91FC-3997-981CFF75F9BB}"/>
          </ac:cxnSpMkLst>
        </pc:cxn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mod">
          <ac:chgData name="Li, Hanchen F" userId="3aee791e-6a2d-4da7-a77b-fbdf7bf15886" providerId="ADAL" clId="{CDC5B0EF-6BEB-4658-A9FF-CB66F6FA6C1E}" dt="2025-05-24T00:38:12.937" v="8343" actId="14100"/>
          <ac:cxnSpMkLst>
            <pc:docMk/>
            <pc:sldMk cId="3652000193" sldId="259"/>
            <ac:cxnSpMk id="6" creationId="{38FDEDED-D3E3-29D7-43C5-5C0EAB2A8C8F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3T22:16:14.082" v="8200" actId="403"/>
        <pc:sldMkLst>
          <pc:docMk/>
          <pc:sldMk cId="1584463432" sldId="260"/>
        </pc:sldMkLst>
        <pc:spChg chg="add mod">
          <ac:chgData name="Li, Hanchen F" userId="3aee791e-6a2d-4da7-a77b-fbdf7bf15886" providerId="ADAL" clId="{CDC5B0EF-6BEB-4658-A9FF-CB66F6FA6C1E}" dt="2025-05-23T22:14:27.977" v="8181" actId="403"/>
          <ac:spMkLst>
            <pc:docMk/>
            <pc:sldMk cId="1584463432" sldId="260"/>
            <ac:spMk id="2" creationId="{AAF2876B-BAD6-F898-5EFF-FA8340A43036}"/>
          </ac:spMkLst>
        </pc:spChg>
        <pc:spChg chg="add del mod">
          <ac:chgData name="Li, Hanchen F" userId="3aee791e-6a2d-4da7-a77b-fbdf7bf15886" providerId="ADAL" clId="{CDC5B0EF-6BEB-4658-A9FF-CB66F6FA6C1E}" dt="2025-05-23T15:58:10.780" v="6755" actId="478"/>
          <ac:spMkLst>
            <pc:docMk/>
            <pc:sldMk cId="1584463432" sldId="260"/>
            <ac:spMk id="5" creationId="{684702EF-55A4-CFA5-1D2F-F9C0D12209B4}"/>
          </ac:spMkLst>
        </pc:spChg>
        <pc:spChg chg="add del mod">
          <ac:chgData name="Li, Hanchen F" userId="3aee791e-6a2d-4da7-a77b-fbdf7bf15886" providerId="ADAL" clId="{CDC5B0EF-6BEB-4658-A9FF-CB66F6FA6C1E}" dt="2025-05-23T16:04:54.590" v="6876" actId="478"/>
          <ac:spMkLst>
            <pc:docMk/>
            <pc:sldMk cId="1584463432" sldId="260"/>
            <ac:spMk id="6" creationId="{F72265FE-24DA-C3E9-1D3C-A9E6F121B3C1}"/>
          </ac:spMkLst>
        </pc:spChg>
        <pc:spChg chg="del">
          <ac:chgData name="Li, Hanchen F" userId="3aee791e-6a2d-4da7-a77b-fbdf7bf15886" providerId="ADAL" clId="{CDC5B0EF-6BEB-4658-A9FF-CB66F6FA6C1E}" dt="2025-05-23T15:56:22.779" v="6697" actId="478"/>
          <ac:spMkLst>
            <pc:docMk/>
            <pc:sldMk cId="1584463432" sldId="260"/>
            <ac:spMk id="7" creationId="{C15C0B3F-411B-B948-9420-66BBB07A0DF6}"/>
          </ac:spMkLst>
        </pc:spChg>
        <pc:spChg chg="add del mod">
          <ac:chgData name="Li, Hanchen F" userId="3aee791e-6a2d-4da7-a77b-fbdf7bf15886" providerId="ADAL" clId="{CDC5B0EF-6BEB-4658-A9FF-CB66F6FA6C1E}" dt="2025-05-23T16:04:50.980" v="6874" actId="478"/>
          <ac:spMkLst>
            <pc:docMk/>
            <pc:sldMk cId="1584463432" sldId="260"/>
            <ac:spMk id="8" creationId="{0CFE3C6A-5B60-AC72-7E58-9CBF415DB81F}"/>
          </ac:spMkLst>
        </pc:spChg>
        <pc:spChg chg="add mod">
          <ac:chgData name="Li, Hanchen F" userId="3aee791e-6a2d-4da7-a77b-fbdf7bf15886" providerId="ADAL" clId="{CDC5B0EF-6BEB-4658-A9FF-CB66F6FA6C1E}" dt="2025-05-23T22:14:25.795" v="8180" actId="403"/>
          <ac:spMkLst>
            <pc:docMk/>
            <pc:sldMk cId="1584463432" sldId="260"/>
            <ac:spMk id="9" creationId="{A7EDD98C-1707-313A-02B8-85917AD97E8C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10" creationId="{E8F739D8-1BFC-A166-BB93-C7724506B868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11" creationId="{035FC631-1391-0EE5-EC5E-0C9DE95B3DF1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12" creationId="{E578D8A9-D597-04FB-E328-EBCE6610A399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5" creationId="{A660F99D-A667-1157-0E3E-7E9D3C7C9C11}"/>
          </ac:spMkLst>
        </pc:spChg>
        <pc:spChg chg="add del mod">
          <ac:chgData name="Li, Hanchen F" userId="3aee791e-6a2d-4da7-a77b-fbdf7bf15886" providerId="ADAL" clId="{CDC5B0EF-6BEB-4658-A9FF-CB66F6FA6C1E}" dt="2025-05-23T16:16:54.715" v="7198" actId="478"/>
          <ac:spMkLst>
            <pc:docMk/>
            <pc:sldMk cId="1584463432" sldId="260"/>
            <ac:spMk id="16" creationId="{C6A9C31E-1E61-3564-1F1D-B364FFEBFC7B}"/>
          </ac:spMkLst>
        </pc:spChg>
        <pc:spChg chg="add del mod">
          <ac:chgData name="Li, Hanchen F" userId="3aee791e-6a2d-4da7-a77b-fbdf7bf15886" providerId="ADAL" clId="{CDC5B0EF-6BEB-4658-A9FF-CB66F6FA6C1E}" dt="2025-05-23T16:15:21.930" v="7137" actId="478"/>
          <ac:spMkLst>
            <pc:docMk/>
            <pc:sldMk cId="1584463432" sldId="260"/>
            <ac:spMk id="17" creationId="{ABE786CB-45BA-0E21-94AF-FF4D010A8014}"/>
          </ac:spMkLst>
        </pc:spChg>
        <pc:spChg chg="del">
          <ac:chgData name="Li, Hanchen F" userId="3aee791e-6a2d-4da7-a77b-fbdf7bf15886" providerId="ADAL" clId="{CDC5B0EF-6BEB-4658-A9FF-CB66F6FA6C1E}" dt="2025-05-23T15:56:24.274" v="6698" actId="478"/>
          <ac:spMkLst>
            <pc:docMk/>
            <pc:sldMk cId="1584463432" sldId="260"/>
            <ac:spMk id="20" creationId="{AA78E5CA-4621-2CD7-60D2-B6C137825661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3" creationId="{322CA0B6-E7C6-23FA-4D66-9142D0F1F71D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4" creationId="{3E31D628-65D2-1FD3-7C69-BD506ED2CF4F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8" creationId="{6FFB6D6B-B600-5A0A-5D46-71C224A459C8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9" creationId="{767EC806-F7FA-A94A-B79A-EBAD1DADEC91}"/>
          </ac:spMkLst>
        </pc:spChg>
        <pc:spChg chg="add mod">
          <ac:chgData name="Li, Hanchen F" userId="3aee791e-6a2d-4da7-a77b-fbdf7bf15886" providerId="ADAL" clId="{CDC5B0EF-6BEB-4658-A9FF-CB66F6FA6C1E}" dt="2025-05-23T16:10:22.949" v="7014" actId="1076"/>
          <ac:spMkLst>
            <pc:docMk/>
            <pc:sldMk cId="1584463432" sldId="260"/>
            <ac:spMk id="30" creationId="{CBB96978-A4AE-E899-C48F-8A0806E69DC4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31" creationId="{C3AEB81C-BD3B-A92E-62F0-B30F5BE3675B}"/>
          </ac:spMkLst>
        </pc:spChg>
        <pc:spChg chg="del mod">
          <ac:chgData name="Li, Hanchen F" userId="3aee791e-6a2d-4da7-a77b-fbdf7bf15886" providerId="ADAL" clId="{CDC5B0EF-6BEB-4658-A9FF-CB66F6FA6C1E}" dt="2025-05-23T15:57:18.857" v="6738" actId="478"/>
          <ac:spMkLst>
            <pc:docMk/>
            <pc:sldMk cId="1584463432" sldId="260"/>
            <ac:spMk id="32" creationId="{7B9D6849-61E2-17B3-3A21-CB30DD4C677E}"/>
          </ac:spMkLst>
        </pc:spChg>
        <pc:spChg chg="add mod">
          <ac:chgData name="Li, Hanchen F" userId="3aee791e-6a2d-4da7-a77b-fbdf7bf15886" providerId="ADAL" clId="{CDC5B0EF-6BEB-4658-A9FF-CB66F6FA6C1E}" dt="2025-05-23T22:15:57.088" v="8197" actId="114"/>
          <ac:spMkLst>
            <pc:docMk/>
            <pc:sldMk cId="1584463432" sldId="260"/>
            <ac:spMk id="37" creationId="{C3489DDE-D33C-001E-F789-ADB65077FD86}"/>
          </ac:spMkLst>
        </pc:spChg>
        <pc:spChg chg="add mod">
          <ac:chgData name="Li, Hanchen F" userId="3aee791e-6a2d-4da7-a77b-fbdf7bf15886" providerId="ADAL" clId="{CDC5B0EF-6BEB-4658-A9FF-CB66F6FA6C1E}" dt="2025-05-23T22:16:14.082" v="8200" actId="403"/>
          <ac:spMkLst>
            <pc:docMk/>
            <pc:sldMk cId="1584463432" sldId="260"/>
            <ac:spMk id="38" creationId="{C6C900F5-1B05-902A-8158-E0F9814CC211}"/>
          </ac:spMkLst>
        </pc:spChg>
        <pc:spChg chg="add mod">
          <ac:chgData name="Li, Hanchen F" userId="3aee791e-6a2d-4da7-a77b-fbdf7bf15886" providerId="ADAL" clId="{CDC5B0EF-6BEB-4658-A9FF-CB66F6FA6C1E}" dt="2025-05-23T22:14:33.522" v="8186" actId="20577"/>
          <ac:spMkLst>
            <pc:docMk/>
            <pc:sldMk cId="1584463432" sldId="260"/>
            <ac:spMk id="49" creationId="{A1060CE9-02C1-80AC-E6ED-E7A0742ED67A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0" creationId="{833FADE0-6619-25FD-F73C-AE61E894D557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2" creationId="{83436275-9370-E18B-5B54-AE80873119E4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3" creationId="{CEEA90DB-D653-2675-6995-7B97CAFD3689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54" creationId="{0D03CEB0-4241-1D72-2F28-3ABD32BE2175}"/>
          </ac:spMkLst>
        </pc:spChg>
        <pc:spChg chg="add del mod">
          <ac:chgData name="Li, Hanchen F" userId="3aee791e-6a2d-4da7-a77b-fbdf7bf15886" providerId="ADAL" clId="{CDC5B0EF-6BEB-4658-A9FF-CB66F6FA6C1E}" dt="2025-05-23T16:32:32.314" v="7564" actId="478"/>
          <ac:spMkLst>
            <pc:docMk/>
            <pc:sldMk cId="1584463432" sldId="260"/>
            <ac:spMk id="58" creationId="{1FFEA000-03C3-CADF-0956-E2C7532FE86B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59" creationId="{303E864D-EC00-ED67-FDB5-0D98FFAEC9AF}"/>
          </ac:spMkLst>
        </pc:spChg>
        <pc:spChg chg="add mod">
          <ac:chgData name="Li, Hanchen F" userId="3aee791e-6a2d-4da7-a77b-fbdf7bf15886" providerId="ADAL" clId="{CDC5B0EF-6BEB-4658-A9FF-CB66F6FA6C1E}" dt="2025-05-23T16:25:39.865" v="7340"/>
          <ac:spMkLst>
            <pc:docMk/>
            <pc:sldMk cId="1584463432" sldId="260"/>
            <ac:spMk id="126" creationId="{A502B73A-A1A0-76C5-1BFD-62CB32CD3FC7}"/>
          </ac:spMkLst>
        </pc:spChg>
        <pc:spChg chg="add del mod">
          <ac:chgData name="Li, Hanchen F" userId="3aee791e-6a2d-4da7-a77b-fbdf7bf15886" providerId="ADAL" clId="{CDC5B0EF-6BEB-4658-A9FF-CB66F6FA6C1E}" dt="2025-05-23T16:26:50.601" v="7377" actId="478"/>
          <ac:spMkLst>
            <pc:docMk/>
            <pc:sldMk cId="1584463432" sldId="260"/>
            <ac:spMk id="127" creationId="{E3670639-E5DA-4752-087D-EF0E0630D2B7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29" creationId="{3A7AE86E-05E7-CA0A-2CF4-FBBCD4F8F02F}"/>
          </ac:spMkLst>
        </pc:spChg>
        <pc:spChg chg="add del mod">
          <ac:chgData name="Li, Hanchen F" userId="3aee791e-6a2d-4da7-a77b-fbdf7bf15886" providerId="ADAL" clId="{CDC5B0EF-6BEB-4658-A9FF-CB66F6FA6C1E}" dt="2025-05-23T16:27:26.257" v="7408" actId="478"/>
          <ac:spMkLst>
            <pc:docMk/>
            <pc:sldMk cId="1584463432" sldId="260"/>
            <ac:spMk id="130" creationId="{05C7F9BF-DA57-2AFC-E6E0-EDFD4433072D}"/>
          </ac:spMkLst>
        </pc:spChg>
        <pc:spChg chg="add mod">
          <ac:chgData name="Li, Hanchen F" userId="3aee791e-6a2d-4da7-a77b-fbdf7bf15886" providerId="ADAL" clId="{CDC5B0EF-6BEB-4658-A9FF-CB66F6FA6C1E}" dt="2025-05-23T20:03:23.581" v="7961" actId="20577"/>
          <ac:spMkLst>
            <pc:docMk/>
            <pc:sldMk cId="1584463432" sldId="260"/>
            <ac:spMk id="131" creationId="{B93E6DD7-FA5D-EFAA-144D-F09D1C33DD7E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71" creationId="{4878A91F-8CFB-C1A2-7B8C-0053637F23EE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84" creationId="{CA7EA20D-D9B4-C7C6-B2BE-2CEB6674261A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5" creationId="{215CE413-DCA8-2C63-1850-71C30A64683E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7" creationId="{908E95F4-2561-DEE5-6705-87724A3A98C7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8" creationId="{A099CE58-70D0-95FC-140C-A64743ADFFB5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9" creationId="{B92FE556-8DBD-C7FB-08C2-004F3D469868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0" creationId="{9BC2613A-863A-87C1-517C-1AC74CF95450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1" creationId="{34EEFF6D-A9C9-BE98-DEBD-E8B99626AED6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2" creationId="{A5864EC1-76B1-AF11-9FFE-B23E54D1A649}"/>
          </ac:spMkLst>
        </pc:spChg>
        <pc:spChg chg="add mod">
          <ac:chgData name="Li, Hanchen F" userId="3aee791e-6a2d-4da7-a77b-fbdf7bf15886" providerId="ADAL" clId="{CDC5B0EF-6BEB-4658-A9FF-CB66F6FA6C1E}" dt="2025-05-23T20:13:53.563" v="8153" actId="1076"/>
          <ac:spMkLst>
            <pc:docMk/>
            <pc:sldMk cId="1584463432" sldId="260"/>
            <ac:spMk id="254" creationId="{0BE889AF-CB60-07E1-BFDE-185108361F98}"/>
          </ac:spMkLst>
        </pc:spChg>
        <pc:spChg chg="add del mod">
          <ac:chgData name="Li, Hanchen F" userId="3aee791e-6a2d-4da7-a77b-fbdf7bf15886" providerId="ADAL" clId="{CDC5B0EF-6BEB-4658-A9FF-CB66F6FA6C1E}" dt="2025-05-23T20:12:20.063" v="8076" actId="478"/>
          <ac:spMkLst>
            <pc:docMk/>
            <pc:sldMk cId="1584463432" sldId="260"/>
            <ac:spMk id="255" creationId="{4582AD9A-2DC3-92CE-5F4B-EE2D5A8AE8E2}"/>
          </ac:spMkLst>
        </pc:spChg>
        <pc:spChg chg="add mod">
          <ac:chgData name="Li, Hanchen F" userId="3aee791e-6a2d-4da7-a77b-fbdf7bf15886" providerId="ADAL" clId="{CDC5B0EF-6BEB-4658-A9FF-CB66F6FA6C1E}" dt="2025-05-23T20:13:05.475" v="8142" actId="1076"/>
          <ac:spMkLst>
            <pc:docMk/>
            <pc:sldMk cId="1584463432" sldId="260"/>
            <ac:spMk id="256" creationId="{F46990E2-D83E-C36D-FF9E-CED38A98AD8A}"/>
          </ac:spMkLst>
        </pc:spChg>
        <pc:spChg chg="add mod">
          <ac:chgData name="Li, Hanchen F" userId="3aee791e-6a2d-4da7-a77b-fbdf7bf15886" providerId="ADAL" clId="{CDC5B0EF-6BEB-4658-A9FF-CB66F6FA6C1E}" dt="2025-05-23T20:13:41.151" v="8149" actId="1076"/>
          <ac:spMkLst>
            <pc:docMk/>
            <pc:sldMk cId="1584463432" sldId="260"/>
            <ac:spMk id="257" creationId="{52D3922B-FF82-FDC9-2F23-129EEF3CDACB}"/>
          </ac:spMkLst>
        </pc:spChg>
        <pc:spChg chg="add mod">
          <ac:chgData name="Li, Hanchen F" userId="3aee791e-6a2d-4da7-a77b-fbdf7bf15886" providerId="ADAL" clId="{CDC5B0EF-6BEB-4658-A9FF-CB66F6FA6C1E}" dt="2025-05-23T20:12:06.865" v="8069" actId="571"/>
          <ac:spMkLst>
            <pc:docMk/>
            <pc:sldMk cId="1584463432" sldId="260"/>
            <ac:spMk id="258" creationId="{D92A412E-04F7-7441-47FB-4B8C4EB0AF63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67" creationId="{C32A2DC8-B411-7789-04C8-0E8ACE19077D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69" creationId="{09B0830C-F740-8EB8-B08D-E49488E7B6F5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0" creationId="{B8CA79DB-2539-1398-01C6-71A97421BAE1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1" creationId="{79F5345C-234A-8AB1-9AB1-B24FABB59622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2" creationId="{7D111463-DA7E-1348-435B-CC365742CBDA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3" creationId="{BE47B69D-DC72-636D-2C81-997DF609E204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4" creationId="{FA7EB1DC-9258-6227-1589-0C232B1A18A3}"/>
          </ac:spMkLst>
        </pc:spChg>
        <pc:spChg chg="add mod">
          <ac:chgData name="Li, Hanchen F" userId="3aee791e-6a2d-4da7-a77b-fbdf7bf15886" providerId="ADAL" clId="{CDC5B0EF-6BEB-4658-A9FF-CB66F6FA6C1E}" dt="2025-05-23T20:13:32.969" v="8148" actId="1076"/>
          <ac:spMkLst>
            <pc:docMk/>
            <pc:sldMk cId="1584463432" sldId="260"/>
            <ac:spMk id="291" creationId="{EAF074FE-C5F3-EB74-F878-83EB2375ACA5}"/>
          </ac:spMkLst>
        </pc:spChg>
        <pc:grpChg chg="add mod">
          <ac:chgData name="Li, Hanchen F" userId="3aee791e-6a2d-4da7-a77b-fbdf7bf15886" providerId="ADAL" clId="{CDC5B0EF-6BEB-4658-A9FF-CB66F6FA6C1E}" dt="2025-05-23T20:12:59.891" v="8141" actId="1038"/>
          <ac:grpSpMkLst>
            <pc:docMk/>
            <pc:sldMk cId="1584463432" sldId="260"/>
            <ac:grpSpMk id="57" creationId="{142D3A66-A215-3779-9C4C-56FA7DEE18C6}"/>
          </ac:grpSpMkLst>
        </pc:grpChg>
        <pc:grpChg chg="add mod">
          <ac:chgData name="Li, Hanchen F" userId="3aee791e-6a2d-4da7-a77b-fbdf7bf15886" providerId="ADAL" clId="{CDC5B0EF-6BEB-4658-A9FF-CB66F6FA6C1E}" dt="2025-05-23T20:09:33.148" v="7965" actId="571"/>
          <ac:grpSpMkLst>
            <pc:docMk/>
            <pc:sldMk cId="1584463432" sldId="260"/>
            <ac:grpSpMk id="236" creationId="{82C087EC-1479-9297-78E1-5B8E0E11E377}"/>
          </ac:grpSpMkLst>
        </pc:grpChg>
        <pc:grpChg chg="add mod">
          <ac:chgData name="Li, Hanchen F" userId="3aee791e-6a2d-4da7-a77b-fbdf7bf15886" providerId="ADAL" clId="{CDC5B0EF-6BEB-4658-A9FF-CB66F6FA6C1E}" dt="2025-05-23T20:12:50.330" v="8097" actId="571"/>
          <ac:grpSpMkLst>
            <pc:docMk/>
            <pc:sldMk cId="1584463432" sldId="260"/>
            <ac:grpSpMk id="268" creationId="{7F2646B9-B3AE-E60F-E1F3-82151C3ECD53}"/>
          </ac:grpSpMkLst>
        </pc:grpChg>
        <pc:picChg chg="del mod">
          <ac:chgData name="Li, Hanchen F" userId="3aee791e-6a2d-4da7-a77b-fbdf7bf15886" providerId="ADAL" clId="{CDC5B0EF-6BEB-4658-A9FF-CB66F6FA6C1E}" dt="2025-05-23T15:56:19.789" v="6693" actId="478"/>
          <ac:picMkLst>
            <pc:docMk/>
            <pc:sldMk cId="1584463432" sldId="260"/>
            <ac:picMk id="3" creationId="{8503FABF-0327-8A44-5784-0CC1EE4367B6}"/>
          </ac:picMkLst>
        </pc:picChg>
        <pc:cxnChg chg="del">
          <ac:chgData name="Li, Hanchen F" userId="3aee791e-6a2d-4da7-a77b-fbdf7bf15886" providerId="ADAL" clId="{CDC5B0EF-6BEB-4658-A9FF-CB66F6FA6C1E}" dt="2025-05-23T15:56:21.796" v="6696" actId="478"/>
          <ac:cxnSpMkLst>
            <pc:docMk/>
            <pc:sldMk cId="1584463432" sldId="260"/>
            <ac:cxnSpMk id="4" creationId="{6E2CBDF1-A672-A701-60DD-94637F5B404D}"/>
          </ac:cxnSpMkLst>
        </pc:cxnChg>
        <pc:cxnChg chg="add del mod">
          <ac:chgData name="Li, Hanchen F" userId="3aee791e-6a2d-4da7-a77b-fbdf7bf15886" providerId="ADAL" clId="{CDC5B0EF-6BEB-4658-A9FF-CB66F6FA6C1E}" dt="2025-05-23T16:09:59.579" v="7004" actId="11529"/>
          <ac:cxnSpMkLst>
            <pc:docMk/>
            <pc:sldMk cId="1584463432" sldId="260"/>
            <ac:cxnSpMk id="19" creationId="{7FE74403-402A-6BEB-A25E-26D34C90EE1F}"/>
          </ac:cxnSpMkLst>
        </pc:cxnChg>
        <pc:cxnChg chg="add del mod">
          <ac:chgData name="Li, Hanchen F" userId="3aee791e-6a2d-4da7-a77b-fbdf7bf15886" providerId="ADAL" clId="{CDC5B0EF-6BEB-4658-A9FF-CB66F6FA6C1E}" dt="2025-05-23T16:28:36.026" v="7446" actId="478"/>
          <ac:cxnSpMkLst>
            <pc:docMk/>
            <pc:sldMk cId="1584463432" sldId="260"/>
            <ac:cxnSpMk id="22" creationId="{396D9843-5F6D-2E31-C099-E962B39D142E}"/>
          </ac:cxnSpMkLst>
        </pc:cxnChg>
        <pc:cxnChg chg="del">
          <ac:chgData name="Li, Hanchen F" userId="3aee791e-6a2d-4da7-a77b-fbdf7bf15886" providerId="ADAL" clId="{CDC5B0EF-6BEB-4658-A9FF-CB66F6FA6C1E}" dt="2025-05-23T15:56:20.561" v="6694" actId="478"/>
          <ac:cxnSpMkLst>
            <pc:docMk/>
            <pc:sldMk cId="1584463432" sldId="260"/>
            <ac:cxnSpMk id="40" creationId="{8CBD5324-2207-162F-1DE4-E6CE617831FA}"/>
          </ac:cxnSpMkLst>
        </pc:cxnChg>
        <pc:cxnChg chg="del">
          <ac:chgData name="Li, Hanchen F" userId="3aee791e-6a2d-4da7-a77b-fbdf7bf15886" providerId="ADAL" clId="{CDC5B0EF-6BEB-4658-A9FF-CB66F6FA6C1E}" dt="2025-05-23T15:56:21.294" v="6695" actId="478"/>
          <ac:cxnSpMkLst>
            <pc:docMk/>
            <pc:sldMk cId="1584463432" sldId="260"/>
            <ac:cxnSpMk id="42" creationId="{87126867-632B-3F03-6E84-EE77D48D5F4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60" creationId="{914EB22B-EAF8-FED9-1D2B-DD117060A13A}"/>
          </ac:cxnSpMkLst>
        </pc:cxnChg>
        <pc:cxnChg chg="add del mod">
          <ac:chgData name="Li, Hanchen F" userId="3aee791e-6a2d-4da7-a77b-fbdf7bf15886" providerId="ADAL" clId="{CDC5B0EF-6BEB-4658-A9FF-CB66F6FA6C1E}" dt="2025-05-23T16:28:43.841" v="7450" actId="478"/>
          <ac:cxnSpMkLst>
            <pc:docMk/>
            <pc:sldMk cId="1584463432" sldId="260"/>
            <ac:cxnSpMk id="66" creationId="{D5FF7EFE-BDB9-4F48-E346-A4F81692CA48}"/>
          </ac:cxnSpMkLst>
        </pc:cxnChg>
        <pc:cxnChg chg="add del mod">
          <ac:chgData name="Li, Hanchen F" userId="3aee791e-6a2d-4da7-a77b-fbdf7bf15886" providerId="ADAL" clId="{CDC5B0EF-6BEB-4658-A9FF-CB66F6FA6C1E}" dt="2025-05-23T16:28:35.238" v="7445" actId="478"/>
          <ac:cxnSpMkLst>
            <pc:docMk/>
            <pc:sldMk cId="1584463432" sldId="260"/>
            <ac:cxnSpMk id="69" creationId="{4AD77737-FA3E-5AE3-E268-208D72BB1730}"/>
          </ac:cxnSpMkLst>
        </pc:cxnChg>
        <pc:cxnChg chg="add del mod">
          <ac:chgData name="Li, Hanchen F" userId="3aee791e-6a2d-4da7-a77b-fbdf7bf15886" providerId="ADAL" clId="{CDC5B0EF-6BEB-4658-A9FF-CB66F6FA6C1E}" dt="2025-05-23T16:28:34.074" v="7443" actId="478"/>
          <ac:cxnSpMkLst>
            <pc:docMk/>
            <pc:sldMk cId="1584463432" sldId="260"/>
            <ac:cxnSpMk id="73" creationId="{6C615112-F7FC-952D-4652-2CD95276ACA5}"/>
          </ac:cxnSpMkLst>
        </pc:cxnChg>
        <pc:cxnChg chg="add del mod">
          <ac:chgData name="Li, Hanchen F" userId="3aee791e-6a2d-4da7-a77b-fbdf7bf15886" providerId="ADAL" clId="{CDC5B0EF-6BEB-4658-A9FF-CB66F6FA6C1E}" dt="2025-05-23T16:28:34.721" v="7444" actId="478"/>
          <ac:cxnSpMkLst>
            <pc:docMk/>
            <pc:sldMk cId="1584463432" sldId="260"/>
            <ac:cxnSpMk id="90" creationId="{690C707A-5770-3DF6-8248-B93B1A3E9E7B}"/>
          </ac:cxnSpMkLst>
        </pc:cxnChg>
        <pc:cxnChg chg="add del mod">
          <ac:chgData name="Li, Hanchen F" userId="3aee791e-6a2d-4da7-a77b-fbdf7bf15886" providerId="ADAL" clId="{CDC5B0EF-6BEB-4658-A9FF-CB66F6FA6C1E}" dt="2025-05-23T16:31:24.157" v="7545" actId="478"/>
          <ac:cxnSpMkLst>
            <pc:docMk/>
            <pc:sldMk cId="1584463432" sldId="260"/>
            <ac:cxnSpMk id="132" creationId="{45FD4F0C-D9BB-85E2-A25D-8ECFF673E762}"/>
          </ac:cxnSpMkLst>
        </pc:cxnChg>
        <pc:cxnChg chg="add del mod">
          <ac:chgData name="Li, Hanchen F" userId="3aee791e-6a2d-4da7-a77b-fbdf7bf15886" providerId="ADAL" clId="{CDC5B0EF-6BEB-4658-A9FF-CB66F6FA6C1E}" dt="2025-05-23T16:31:23.631" v="7544" actId="478"/>
          <ac:cxnSpMkLst>
            <pc:docMk/>
            <pc:sldMk cId="1584463432" sldId="260"/>
            <ac:cxnSpMk id="135" creationId="{1EEFF99F-6C11-F2C4-38DD-CC0550A14213}"/>
          </ac:cxnSpMkLst>
        </pc:cxnChg>
        <pc:cxnChg chg="add del mod">
          <ac:chgData name="Li, Hanchen F" userId="3aee791e-6a2d-4da7-a77b-fbdf7bf15886" providerId="ADAL" clId="{CDC5B0EF-6BEB-4658-A9FF-CB66F6FA6C1E}" dt="2025-05-23T16:28:23.562" v="7438" actId="478"/>
          <ac:cxnSpMkLst>
            <pc:docMk/>
            <pc:sldMk cId="1584463432" sldId="260"/>
            <ac:cxnSpMk id="138" creationId="{C7F3ED52-0D5E-B2A6-7101-F12F1AFEDEB1}"/>
          </ac:cxnSpMkLst>
        </pc:cxnChg>
        <pc:cxnChg chg="add del mod">
          <ac:chgData name="Li, Hanchen F" userId="3aee791e-6a2d-4da7-a77b-fbdf7bf15886" providerId="ADAL" clId="{CDC5B0EF-6BEB-4658-A9FF-CB66F6FA6C1E}" dt="2025-05-23T16:31:22.964" v="7543" actId="478"/>
          <ac:cxnSpMkLst>
            <pc:docMk/>
            <pc:sldMk cId="1584463432" sldId="260"/>
            <ac:cxnSpMk id="139" creationId="{5B3EFE0D-9564-AEE1-B9DC-243B2DBF7EDE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2" creationId="{76E9733B-A75B-8D92-96A6-A56F783735F3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4" creationId="{A4194336-7F17-DCFE-DE10-BEFF0BD03C5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7" creationId="{124EAECC-8E9F-1C7D-F59C-2E2F6E590F39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51" creationId="{EBF54475-C7DA-D965-070D-71237E66FB90}"/>
          </ac:cxnSpMkLst>
        </pc:cxnChg>
        <pc:cxnChg chg="add del mod">
          <ac:chgData name="Li, Hanchen F" userId="3aee791e-6a2d-4da7-a77b-fbdf7bf15886" providerId="ADAL" clId="{CDC5B0EF-6BEB-4658-A9FF-CB66F6FA6C1E}" dt="2025-05-23T16:31:22.455" v="7542" actId="478"/>
          <ac:cxnSpMkLst>
            <pc:docMk/>
            <pc:sldMk cId="1584463432" sldId="260"/>
            <ac:cxnSpMk id="162" creationId="{CC231C5D-4C28-0638-50E1-28E448471AFF}"/>
          </ac:cxnSpMkLst>
        </pc:cxnChg>
        <pc:cxnChg chg="add del mod">
          <ac:chgData name="Li, Hanchen F" userId="3aee791e-6a2d-4da7-a77b-fbdf7bf15886" providerId="ADAL" clId="{CDC5B0EF-6BEB-4658-A9FF-CB66F6FA6C1E}" dt="2025-05-23T16:31:21.828" v="7541" actId="478"/>
          <ac:cxnSpMkLst>
            <pc:docMk/>
            <pc:sldMk cId="1584463432" sldId="260"/>
            <ac:cxnSpMk id="172" creationId="{2F27C024-0664-3ACF-5888-835C35001354}"/>
          </ac:cxnSpMkLst>
        </pc:cxnChg>
        <pc:cxnChg chg="add del mod">
          <ac:chgData name="Li, Hanchen F" userId="3aee791e-6a2d-4da7-a77b-fbdf7bf15886" providerId="ADAL" clId="{CDC5B0EF-6BEB-4658-A9FF-CB66F6FA6C1E}" dt="2025-05-23T16:31:21.376" v="7540" actId="478"/>
          <ac:cxnSpMkLst>
            <pc:docMk/>
            <pc:sldMk cId="1584463432" sldId="260"/>
            <ac:cxnSpMk id="174" creationId="{734AFDFC-A414-9D92-2527-6AF427594022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0" creationId="{1B7B88A0-671E-9D42-B970-6B461B6CE12E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6" creationId="{71347DC5-8F58-968E-18B1-732D1DC8584B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99" creationId="{55DD9FD9-34D7-0A9D-EF1A-D5FE103BDA2A}"/>
          </ac:cxnSpMkLst>
        </pc:cxnChg>
        <pc:cxnChg chg="add del mod">
          <ac:chgData name="Li, Hanchen F" userId="3aee791e-6a2d-4da7-a77b-fbdf7bf15886" providerId="ADAL" clId="{CDC5B0EF-6BEB-4658-A9FF-CB66F6FA6C1E}" dt="2025-05-23T16:41:46.026" v="7657" actId="478"/>
          <ac:cxnSpMkLst>
            <pc:docMk/>
            <pc:sldMk cId="1584463432" sldId="260"/>
            <ac:cxnSpMk id="202" creationId="{4F073178-BF1D-51C5-9DC7-9D3C97769ADF}"/>
          </ac:cxnSpMkLst>
        </pc:cxnChg>
        <pc:cxnChg chg="add mod">
          <ac:chgData name="Li, Hanchen F" userId="3aee791e-6a2d-4da7-a77b-fbdf7bf15886" providerId="ADAL" clId="{CDC5B0EF-6BEB-4658-A9FF-CB66F6FA6C1E}" dt="2025-05-23T20:09:51.216" v="7970" actId="14100"/>
          <ac:cxnSpMkLst>
            <pc:docMk/>
            <pc:sldMk cId="1584463432" sldId="260"/>
            <ac:cxnSpMk id="205" creationId="{E96A241A-BE67-DBC2-F1E9-2BB697B4BCDC}"/>
          </ac:cxnSpMkLst>
        </pc:cxnChg>
        <pc:cxnChg chg="add del mod">
          <ac:chgData name="Li, Hanchen F" userId="3aee791e-6a2d-4da7-a77b-fbdf7bf15886" providerId="ADAL" clId="{CDC5B0EF-6BEB-4658-A9FF-CB66F6FA6C1E}" dt="2025-05-23T16:41:48.139" v="7658" actId="478"/>
          <ac:cxnSpMkLst>
            <pc:docMk/>
            <pc:sldMk cId="1584463432" sldId="260"/>
            <ac:cxnSpMk id="208" creationId="{9CD24189-018C-0180-4F2D-7D4083421338}"/>
          </ac:cxnSpMkLst>
        </pc:cxnChg>
        <pc:cxnChg chg="add mod">
          <ac:chgData name="Li, Hanchen F" userId="3aee791e-6a2d-4da7-a77b-fbdf7bf15886" providerId="ADAL" clId="{CDC5B0EF-6BEB-4658-A9FF-CB66F6FA6C1E}" dt="2025-05-23T20:09:31.343" v="7963" actId="1076"/>
          <ac:cxnSpMkLst>
            <pc:docMk/>
            <pc:sldMk cId="1584463432" sldId="260"/>
            <ac:cxnSpMk id="216" creationId="{CDB0FB27-BDB6-94FE-506B-DB690120D061}"/>
          </ac:cxnSpMkLst>
        </pc:cxnChg>
        <pc:cxnChg chg="add mod">
          <ac:chgData name="Li, Hanchen F" userId="3aee791e-6a2d-4da7-a77b-fbdf7bf15886" providerId="ADAL" clId="{CDC5B0EF-6BEB-4658-A9FF-CB66F6FA6C1E}" dt="2025-05-23T20:09:47.641" v="7969" actId="14100"/>
          <ac:cxnSpMkLst>
            <pc:docMk/>
            <pc:sldMk cId="1584463432" sldId="260"/>
            <ac:cxnSpMk id="219" creationId="{62207009-67C6-312A-989C-60DE4A34AE8E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3236-857D-F6AD-A55A-A01F2D4C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02755F-8185-B0A1-542F-C403BC5F6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82D918-37CA-C0DA-F54F-3D9282C4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CA0B6C-5542-3DAF-8A41-4607608DE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85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2025/5/24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5046936" y="2321584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8901404" y="2967943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7959969" y="2403575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8168427" y="2119692"/>
            <a:ext cx="516488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4201592" y="2754237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6602039" y="1893930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6935625" y="3759952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8838962" y="3356054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6457769" y="430414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4036544" y="319179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6581199" y="2719634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6218120" y="4652301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6301475" y="1566885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851B6599-330B-91FC-3997-981CFF75F9BB}"/>
              </a:ext>
            </a:extLst>
          </p:cNvPr>
          <p:cNvCxnSpPr>
            <a:cxnSpLocks/>
          </p:cNvCxnSpPr>
          <p:nvPr/>
        </p:nvCxnSpPr>
        <p:spPr>
          <a:xfrm>
            <a:off x="2146137" y="3217517"/>
            <a:ext cx="1544173" cy="751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F25BBE2-6F1D-5975-8FEB-752EC76148E4}"/>
              </a:ext>
            </a:extLst>
          </p:cNvPr>
          <p:cNvSpPr txBox="1"/>
          <p:nvPr/>
        </p:nvSpPr>
        <p:spPr>
          <a:xfrm>
            <a:off x="2037028" y="2846134"/>
            <a:ext cx="12650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relative wind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99B7D23-105E-D18E-65E4-64567B400750}"/>
              </a:ext>
            </a:extLst>
          </p:cNvPr>
          <p:cNvSpPr txBox="1"/>
          <p:nvPr/>
        </p:nvSpPr>
        <p:spPr>
          <a:xfrm>
            <a:off x="5386540" y="2063207"/>
            <a:ext cx="492443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FDEDED-D3E3-29D7-43C5-5C0EAB2A8C8F}"/>
              </a:ext>
            </a:extLst>
          </p:cNvPr>
          <p:cNvCxnSpPr>
            <a:cxnSpLocks/>
          </p:cNvCxnSpPr>
          <p:nvPr/>
        </p:nvCxnSpPr>
        <p:spPr>
          <a:xfrm flipV="1">
            <a:off x="5959980" y="2375462"/>
            <a:ext cx="136020" cy="27987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69" y="719808"/>
            <a:ext cx="8512425" cy="5043294"/>
            <a:chOff x="-1265770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0" y="719808"/>
              <a:ext cx="8512425" cy="4864533"/>
              <a:chOff x="-1265770" y="719808"/>
              <a:chExt cx="8512425" cy="4864533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0" y="796341"/>
                <a:ext cx="8512425" cy="4788000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252779" y="4780198"/>
                <a:ext cx="409109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335788" y="5218927"/>
                <a:ext cx="409109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3983847" y="3592800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226308" y="2898608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79D2A366-B413-8528-AC73-86E9F16DB2B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741823" y="3064421"/>
                <a:ext cx="190500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E7FFA589-5910-415F-51D1-A5B2F512A96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274367" y="3173032"/>
                <a:ext cx="190500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870864" y="3061253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404648" y="3174878"/>
                <a:ext cx="0" cy="32812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接连接符 169">
                <a:extLst>
                  <a:ext uri="{FF2B5EF4-FFF2-40B4-BE49-F238E27FC236}">
                    <a16:creationId xmlns:a16="http://schemas.microsoft.com/office/drawing/2014/main" id="{DD6DD07B-470A-D2AF-3CC6-4334B7C92FD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6266963" y="3332829"/>
                <a:ext cx="0" cy="1698132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000706" y="2559319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6320138" y="2950948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322990" y="2949613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91604" y="483410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215689" y="489163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153646" y="495818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928131" y="491138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380225" y="4975269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990173" y="503546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372029" y="4902691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8" cy="4993868"/>
            <a:chOff x="6986023" y="751916"/>
            <a:chExt cx="4788638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8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803576" y="2865144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06131" y="2264057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61322" y="3462178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FF7C58E2-8271-6514-4188-11F6201F333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110976" y="3461455"/>
              <a:ext cx="0" cy="32812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35861" y="938105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1067579" y="483629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157807" y="496836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039324" y="4773304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694674" y="5444823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024272" y="54558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852154" y="45538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51488" y="469691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909778" y="451997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773120" y="461963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1051830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802174" y="5409089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719597" y="491138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750924" y="470691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11" y="4138053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1" name="文本框 670">
            <a:extLst>
              <a:ext uri="{FF2B5EF4-FFF2-40B4-BE49-F238E27FC236}">
                <a16:creationId xmlns:a16="http://schemas.microsoft.com/office/drawing/2014/main" id="{48721D70-ADC2-65F2-CF96-A9148310688B}"/>
              </a:ext>
            </a:extLst>
          </p:cNvPr>
          <p:cNvSpPr txBox="1"/>
          <p:nvPr/>
        </p:nvSpPr>
        <p:spPr>
          <a:xfrm>
            <a:off x="1737084" y="3990949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3" name="文本框 672">
            <a:extLst>
              <a:ext uri="{FF2B5EF4-FFF2-40B4-BE49-F238E27FC236}">
                <a16:creationId xmlns:a16="http://schemas.microsoft.com/office/drawing/2014/main" id="{5A7B8730-BD7F-1D04-4A62-5FA63DD009A6}"/>
              </a:ext>
            </a:extLst>
          </p:cNvPr>
          <p:cNvSpPr txBox="1"/>
          <p:nvPr/>
        </p:nvSpPr>
        <p:spPr>
          <a:xfrm>
            <a:off x="2215676" y="2809179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821" y="233243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4175643" y="4480268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4298745" y="491959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721182" y="36313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3" name="文本框 692">
            <a:extLst>
              <a:ext uri="{FF2B5EF4-FFF2-40B4-BE49-F238E27FC236}">
                <a16:creationId xmlns:a16="http://schemas.microsoft.com/office/drawing/2014/main" id="{3F9A48A1-BA63-64E8-1F9E-D38216DB2FFD}"/>
              </a:ext>
            </a:extLst>
          </p:cNvPr>
          <p:cNvSpPr txBox="1"/>
          <p:nvPr/>
        </p:nvSpPr>
        <p:spPr>
          <a:xfrm>
            <a:off x="4081426" y="3280481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189508" y="3258701"/>
            <a:ext cx="461986" cy="338554"/>
          </a:xfrm>
          <a:prstGeom prst="rect">
            <a:avLst/>
          </a:prstGeom>
          <a:gradFill flip="none" rotWithShape="1">
            <a:gsLst>
              <a:gs pos="22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5703416" y="3202793"/>
            <a:ext cx="461986" cy="338554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982856" y="2339198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6550947" y="2725323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840000" y="3089424"/>
            <a:ext cx="593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51194" y="912193"/>
            <a:ext cx="633507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1c,UR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7" name="文本框 736">
            <a:extLst>
              <a:ext uri="{FF2B5EF4-FFF2-40B4-BE49-F238E27FC236}">
                <a16:creationId xmlns:a16="http://schemas.microsoft.com/office/drawing/2014/main" id="{94D702E4-E09F-8517-606F-3C66E6865576}"/>
              </a:ext>
            </a:extLst>
          </p:cNvPr>
          <p:cNvSpPr txBox="1"/>
          <p:nvPr/>
        </p:nvSpPr>
        <p:spPr>
          <a:xfrm>
            <a:off x="2560622" y="1823826"/>
            <a:ext cx="633507" cy="338554"/>
          </a:xfrm>
          <a:prstGeom prst="rect">
            <a:avLst/>
          </a:prstGeom>
          <a:gradFill>
            <a:gsLst>
              <a:gs pos="44000">
                <a:schemeClr val="bg1"/>
              </a:gs>
              <a:gs pos="7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1c,LR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0" name="文本框 739">
            <a:extLst>
              <a:ext uri="{FF2B5EF4-FFF2-40B4-BE49-F238E27FC236}">
                <a16:creationId xmlns:a16="http://schemas.microsoft.com/office/drawing/2014/main" id="{5C05FDFA-069A-1211-391D-6535C7B3AB3F}"/>
              </a:ext>
            </a:extLst>
          </p:cNvPr>
          <p:cNvSpPr txBox="1"/>
          <p:nvPr/>
        </p:nvSpPr>
        <p:spPr>
          <a:xfrm>
            <a:off x="9402771" y="2790673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1" name="文本框 740">
            <a:extLst>
              <a:ext uri="{FF2B5EF4-FFF2-40B4-BE49-F238E27FC236}">
                <a16:creationId xmlns:a16="http://schemas.microsoft.com/office/drawing/2014/main" id="{C3BB3AE5-380E-3C8F-7915-31796B6B7783}"/>
              </a:ext>
            </a:extLst>
          </p:cNvPr>
          <p:cNvSpPr txBox="1"/>
          <p:nvPr/>
        </p:nvSpPr>
        <p:spPr>
          <a:xfrm>
            <a:off x="9451093" y="226622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2" name="文本框 741">
            <a:extLst>
              <a:ext uri="{FF2B5EF4-FFF2-40B4-BE49-F238E27FC236}">
                <a16:creationId xmlns:a16="http://schemas.microsoft.com/office/drawing/2014/main" id="{52B53972-AFE9-F924-2D9E-BB933025E733}"/>
              </a:ext>
            </a:extLst>
          </p:cNvPr>
          <p:cNvSpPr txBox="1"/>
          <p:nvPr/>
        </p:nvSpPr>
        <p:spPr>
          <a:xfrm>
            <a:off x="10219853" y="992026"/>
            <a:ext cx="633507" cy="338554"/>
          </a:xfrm>
          <a:prstGeom prst="rect">
            <a:avLst/>
          </a:prstGeom>
          <a:gradFill>
            <a:gsLst>
              <a:gs pos="22000">
                <a:schemeClr val="bg1"/>
              </a:gs>
              <a:gs pos="4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1s,UR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3" name="文本框 742">
            <a:extLst>
              <a:ext uri="{FF2B5EF4-FFF2-40B4-BE49-F238E27FC236}">
                <a16:creationId xmlns:a16="http://schemas.microsoft.com/office/drawing/2014/main" id="{4A4AA55F-5428-4951-AFB7-460E89C61A98}"/>
              </a:ext>
            </a:extLst>
          </p:cNvPr>
          <p:cNvSpPr txBox="1"/>
          <p:nvPr/>
        </p:nvSpPr>
        <p:spPr>
          <a:xfrm>
            <a:off x="10055830" y="2022927"/>
            <a:ext cx="601447" cy="338554"/>
          </a:xfrm>
          <a:prstGeom prst="rect">
            <a:avLst/>
          </a:prstGeom>
          <a:gradFill>
            <a:gsLst>
              <a:gs pos="44000">
                <a:schemeClr val="bg1"/>
              </a:gs>
              <a:gs pos="7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1s,LR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55894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73570" y="418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58881" y="100154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244936" y="3821672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1" name="文本框 750">
            <a:extLst>
              <a:ext uri="{FF2B5EF4-FFF2-40B4-BE49-F238E27FC236}">
                <a16:creationId xmlns:a16="http://schemas.microsoft.com/office/drawing/2014/main" id="{8681218D-9205-44F7-6506-CC2120DF707D}"/>
              </a:ext>
            </a:extLst>
          </p:cNvPr>
          <p:cNvSpPr txBox="1"/>
          <p:nvPr/>
        </p:nvSpPr>
        <p:spPr>
          <a:xfrm>
            <a:off x="10031115" y="3825505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30890" y="3382582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325689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59E7ED7-701A-8C03-5826-48621390B84B}"/>
              </a:ext>
            </a:extLst>
          </p:cNvPr>
          <p:cNvSpPr txBox="1"/>
          <p:nvPr/>
        </p:nvSpPr>
        <p:spPr>
          <a:xfrm>
            <a:off x="8206670" y="334612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65C23B-9E31-C867-3FF2-4112EEB099C5}"/>
              </a:ext>
            </a:extLst>
          </p:cNvPr>
          <p:cNvSpPr txBox="1"/>
          <p:nvPr/>
        </p:nvSpPr>
        <p:spPr>
          <a:xfrm>
            <a:off x="7529347" y="2766920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4A4D0-6823-8424-0281-F8AC5F6CB0BD}"/>
              </a:ext>
            </a:extLst>
          </p:cNvPr>
          <p:cNvSpPr txBox="1"/>
          <p:nvPr/>
        </p:nvSpPr>
        <p:spPr>
          <a:xfrm>
            <a:off x="7875994" y="3033516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BDA668-D12D-B5BA-A487-BD758F21D7F0}"/>
              </a:ext>
            </a:extLst>
          </p:cNvPr>
          <p:cNvSpPr txBox="1"/>
          <p:nvPr/>
        </p:nvSpPr>
        <p:spPr>
          <a:xfrm>
            <a:off x="8902686" y="3552494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D35F380-2EF8-27C9-CA2D-198CC4E8D9A5}"/>
              </a:ext>
            </a:extLst>
          </p:cNvPr>
          <p:cNvCxnSpPr>
            <a:cxnSpLocks/>
          </p:cNvCxnSpPr>
          <p:nvPr/>
        </p:nvCxnSpPr>
        <p:spPr>
          <a:xfrm rot="935833">
            <a:off x="8798796" y="3556585"/>
            <a:ext cx="68623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D746C54-8DEE-DBC7-AEE4-692691C43277}"/>
              </a:ext>
            </a:extLst>
          </p:cNvPr>
          <p:cNvSpPr txBox="1"/>
          <p:nvPr/>
        </p:nvSpPr>
        <p:spPr>
          <a:xfrm>
            <a:off x="9041574" y="3218137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269" y="400803"/>
            <a:ext cx="10767461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9453377" y="1026160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9479550" y="856883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374682" y="5573975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132948" y="57625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121726" y="479983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H="1" flipV="1">
            <a:off x="3279775" y="4752476"/>
            <a:ext cx="82550" cy="113184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>
            <a:cxnSpLocks/>
          </p:cNvCxnSpPr>
          <p:nvPr/>
        </p:nvCxnSpPr>
        <p:spPr>
          <a:xfrm>
            <a:off x="4343400" y="2105026"/>
            <a:ext cx="5109977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1963738"/>
            <a:ext cx="0" cy="589491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697852" y="1747311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3466113" y="4400242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A4B13EC4-2D02-F1F2-C310-288E80243905}"/>
              </a:ext>
            </a:extLst>
          </p:cNvPr>
          <p:cNvCxnSpPr>
            <a:cxnSpLocks/>
          </p:cNvCxnSpPr>
          <p:nvPr/>
        </p:nvCxnSpPr>
        <p:spPr>
          <a:xfrm flipV="1">
            <a:off x="4343399" y="2628900"/>
            <a:ext cx="0" cy="476412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9700E06F-C76F-24DC-265D-8FF8611C4CE5}"/>
              </a:ext>
            </a:extLst>
          </p:cNvPr>
          <p:cNvSpPr txBox="1"/>
          <p:nvPr/>
        </p:nvSpPr>
        <p:spPr>
          <a:xfrm>
            <a:off x="4330004" y="2503682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226639B-0001-43F7-B0EA-0D705E8B5890}"/>
              </a:ext>
            </a:extLst>
          </p:cNvPr>
          <p:cNvSpPr txBox="1"/>
          <p:nvPr/>
        </p:nvSpPr>
        <p:spPr>
          <a:xfrm>
            <a:off x="5624877" y="3088881"/>
            <a:ext cx="104387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85188A3-2425-D867-BB54-8713386C8D59}"/>
              </a:ext>
            </a:extLst>
          </p:cNvPr>
          <p:cNvCxnSpPr>
            <a:cxnSpLocks/>
          </p:cNvCxnSpPr>
          <p:nvPr/>
        </p:nvCxnSpPr>
        <p:spPr>
          <a:xfrm>
            <a:off x="5314950" y="3454694"/>
            <a:ext cx="1428750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0EE0300-66D0-0AA6-766D-E4F38CFC8D77}"/>
              </a:ext>
            </a:extLst>
          </p:cNvPr>
          <p:cNvCxnSpPr>
            <a:cxnSpLocks/>
          </p:cNvCxnSpPr>
          <p:nvPr/>
        </p:nvCxnSpPr>
        <p:spPr>
          <a:xfrm flipV="1">
            <a:off x="5231341" y="2567517"/>
            <a:ext cx="0" cy="80539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B806E30-E46B-7D19-A740-208391EA72B9}"/>
              </a:ext>
            </a:extLst>
          </p:cNvPr>
          <p:cNvSpPr txBox="1"/>
          <p:nvPr/>
        </p:nvSpPr>
        <p:spPr>
          <a:xfrm>
            <a:off x="5223933" y="2478271"/>
            <a:ext cx="976549" cy="338554"/>
          </a:xfrm>
          <a:prstGeom prst="rect">
            <a:avLst/>
          </a:prstGeom>
          <a:gradFill>
            <a:gsLst>
              <a:gs pos="13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CFD51FD-AF08-0001-FA2A-150037603E7F}"/>
              </a:ext>
            </a:extLst>
          </p:cNvPr>
          <p:cNvCxnSpPr>
            <a:cxnSpLocks/>
          </p:cNvCxnSpPr>
          <p:nvPr/>
        </p:nvCxnSpPr>
        <p:spPr>
          <a:xfrm flipH="1">
            <a:off x="4594132" y="3462922"/>
            <a:ext cx="555718" cy="21537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84151CB-C975-343E-6987-A065C851DAAF}"/>
              </a:ext>
            </a:extLst>
          </p:cNvPr>
          <p:cNvSpPr txBox="1"/>
          <p:nvPr/>
        </p:nvSpPr>
        <p:spPr>
          <a:xfrm>
            <a:off x="4181081" y="3556798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DD3F70FD-8DC4-00CB-65BE-08E8228B12BA}"/>
              </a:ext>
            </a:extLst>
          </p:cNvPr>
          <p:cNvCxnSpPr>
            <a:cxnSpLocks/>
          </p:cNvCxnSpPr>
          <p:nvPr/>
        </p:nvCxnSpPr>
        <p:spPr>
          <a:xfrm flipH="1">
            <a:off x="4554281" y="3454694"/>
            <a:ext cx="595569" cy="116369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A77F17C-8C65-7FDA-DAC3-98A8468E9257}"/>
              </a:ext>
            </a:extLst>
          </p:cNvPr>
          <p:cNvSpPr txBox="1"/>
          <p:nvPr/>
        </p:nvSpPr>
        <p:spPr>
          <a:xfrm>
            <a:off x="4389872" y="3178996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10ACB7C-C2E9-4CE3-47D4-C342C45DC8E8}"/>
              </a:ext>
            </a:extLst>
          </p:cNvPr>
          <p:cNvCxnSpPr>
            <a:cxnSpLocks/>
          </p:cNvCxnSpPr>
          <p:nvPr/>
        </p:nvCxnSpPr>
        <p:spPr>
          <a:xfrm>
            <a:off x="4343399" y="2462742"/>
            <a:ext cx="880534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1E941D0A-CFDC-950C-79E6-4F2B6E587315}"/>
              </a:ext>
            </a:extLst>
          </p:cNvPr>
          <p:cNvCxnSpPr>
            <a:cxnSpLocks/>
          </p:cNvCxnSpPr>
          <p:nvPr/>
        </p:nvCxnSpPr>
        <p:spPr>
          <a:xfrm>
            <a:off x="4343399" y="3241039"/>
            <a:ext cx="0" cy="20539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583C440-FD44-1D4D-E1B6-A27D98A74663}"/>
              </a:ext>
            </a:extLst>
          </p:cNvPr>
          <p:cNvCxnSpPr>
            <a:cxnSpLocks/>
          </p:cNvCxnSpPr>
          <p:nvPr/>
        </p:nvCxnSpPr>
        <p:spPr>
          <a:xfrm flipH="1">
            <a:off x="4277504" y="3451258"/>
            <a:ext cx="144188" cy="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5F92B9-05C2-A7CD-9D02-AB11C8B66D90}"/>
              </a:ext>
            </a:extLst>
          </p:cNvPr>
          <p:cNvSpPr txBox="1"/>
          <p:nvPr/>
        </p:nvSpPr>
        <p:spPr>
          <a:xfrm>
            <a:off x="4580098" y="210745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B23F848-8C8F-1BC6-1398-C7A8E6AD91DD}"/>
              </a:ext>
            </a:extLst>
          </p:cNvPr>
          <p:cNvSpPr txBox="1"/>
          <p:nvPr/>
        </p:nvSpPr>
        <p:spPr>
          <a:xfrm>
            <a:off x="3851768" y="310531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5CC74EC5-5ABE-A8ED-F92F-DAC754155B70}"/>
              </a:ext>
            </a:extLst>
          </p:cNvPr>
          <p:cNvCxnSpPr>
            <a:cxnSpLocks/>
          </p:cNvCxnSpPr>
          <p:nvPr/>
        </p:nvCxnSpPr>
        <p:spPr>
          <a:xfrm>
            <a:off x="9798689" y="2113360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9C6FC589-B5DF-51D8-0F64-2A528D9D4A35}"/>
              </a:ext>
            </a:extLst>
          </p:cNvPr>
          <p:cNvCxnSpPr>
            <a:cxnSpLocks/>
          </p:cNvCxnSpPr>
          <p:nvPr/>
        </p:nvCxnSpPr>
        <p:spPr>
          <a:xfrm>
            <a:off x="9798689" y="4793063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F25CBC90-FA6E-4164-2AF0-F783CF6072D2}"/>
              </a:ext>
            </a:extLst>
          </p:cNvPr>
          <p:cNvSpPr txBox="1"/>
          <p:nvPr/>
        </p:nvSpPr>
        <p:spPr>
          <a:xfrm>
            <a:off x="10329908" y="3274589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0B8AAC-264C-6DA7-6123-0345AF11E6BA}"/>
              </a:ext>
            </a:extLst>
          </p:cNvPr>
          <p:cNvSpPr txBox="1"/>
          <p:nvPr/>
        </p:nvSpPr>
        <p:spPr>
          <a:xfrm>
            <a:off x="10204433" y="1944083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5312CD-F777-79FD-4B52-FD8F95ADB7C9}"/>
              </a:ext>
            </a:extLst>
          </p:cNvPr>
          <p:cNvSpPr txBox="1"/>
          <p:nvPr/>
        </p:nvSpPr>
        <p:spPr>
          <a:xfrm>
            <a:off x="10204433" y="4609748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A5498A6-A0C0-9A85-CCD4-C67C21B5DF66}"/>
              </a:ext>
            </a:extLst>
          </p:cNvPr>
          <p:cNvCxnSpPr>
            <a:cxnSpLocks/>
          </p:cNvCxnSpPr>
          <p:nvPr/>
        </p:nvCxnSpPr>
        <p:spPr>
          <a:xfrm>
            <a:off x="9798689" y="3443866"/>
            <a:ext cx="551917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7CB9A69-00E2-54E3-E75E-B949E51E5BD8}"/>
              </a:ext>
            </a:extLst>
          </p:cNvPr>
          <p:cNvCxnSpPr>
            <a:cxnSpLocks/>
          </p:cNvCxnSpPr>
          <p:nvPr/>
        </p:nvCxnSpPr>
        <p:spPr>
          <a:xfrm>
            <a:off x="5231341" y="2337329"/>
            <a:ext cx="0" cy="21590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5E9E2717-1417-D984-5CAC-9879A07784A5}"/>
              </a:ext>
            </a:extLst>
          </p:cNvPr>
          <p:cNvCxnSpPr>
            <a:cxnSpLocks/>
          </p:cNvCxnSpPr>
          <p:nvPr/>
        </p:nvCxnSpPr>
        <p:spPr>
          <a:xfrm>
            <a:off x="4405723" y="3179290"/>
            <a:ext cx="407772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08AC8145-7DDF-0E51-D70F-B0BCCD616ED5}"/>
              </a:ext>
            </a:extLst>
          </p:cNvPr>
          <p:cNvSpPr txBox="1"/>
          <p:nvPr/>
        </p:nvSpPr>
        <p:spPr>
          <a:xfrm>
            <a:off x="4768784" y="3002497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43CBE80-B09D-B56C-7A61-47630402BA28}"/>
              </a:ext>
            </a:extLst>
          </p:cNvPr>
          <p:cNvCxnSpPr>
            <a:cxnSpLocks/>
          </p:cNvCxnSpPr>
          <p:nvPr/>
        </p:nvCxnSpPr>
        <p:spPr>
          <a:xfrm flipV="1">
            <a:off x="9453377" y="3715915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757A896F-48AA-74B1-98EB-B77E3A4F9541}"/>
              </a:ext>
            </a:extLst>
          </p:cNvPr>
          <p:cNvSpPr txBox="1"/>
          <p:nvPr/>
        </p:nvSpPr>
        <p:spPr>
          <a:xfrm>
            <a:off x="9479550" y="3550448"/>
            <a:ext cx="449547" cy="338554"/>
          </a:xfrm>
          <a:prstGeom prst="rect">
            <a:avLst/>
          </a:prstGeom>
          <a:gradFill>
            <a:gsLst>
              <a:gs pos="9000">
                <a:schemeClr val="bg1"/>
              </a:gs>
              <a:gs pos="9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C437-7B0E-7DF8-F2B1-B9445588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AF2876B-BAD6-F898-5EFF-FA8340A43036}"/>
              </a:ext>
            </a:extLst>
          </p:cNvPr>
          <p:cNvSpPr/>
          <p:nvPr/>
        </p:nvSpPr>
        <p:spPr>
          <a:xfrm>
            <a:off x="123576" y="310541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(rigid body)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DD98C-1707-313A-02B8-85917AD97E8C}"/>
              </a:ext>
            </a:extLst>
          </p:cNvPr>
          <p:cNvSpPr/>
          <p:nvPr/>
        </p:nvSpPr>
        <p:spPr>
          <a:xfrm>
            <a:off x="123576" y="401308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0,UR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0,LR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60F99D-A667-1157-0E3E-7E9D3C7C9C11}"/>
              </a:ext>
            </a:extLst>
          </p:cNvPr>
          <p:cNvSpPr/>
          <p:nvPr/>
        </p:nvSpPr>
        <p:spPr>
          <a:xfrm>
            <a:off x="3266023" y="2435033"/>
            <a:ext cx="3507204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Fuselage aerodynamic model</a:t>
            </a:r>
            <a:endParaRPr lang="en-GB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142D3A66-A215-3779-9C4C-56FA7DEE18C6}"/>
              </a:ext>
            </a:extLst>
          </p:cNvPr>
          <p:cNvGrpSpPr/>
          <p:nvPr/>
        </p:nvGrpSpPr>
        <p:grpSpPr>
          <a:xfrm>
            <a:off x="3270296" y="2893430"/>
            <a:ext cx="3507204" cy="1632542"/>
            <a:chOff x="4372071" y="2005742"/>
            <a:chExt cx="3453491" cy="163254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8F739D8-1BFC-A166-BB93-C7724506B868}"/>
                </a:ext>
              </a:extLst>
            </p:cNvPr>
            <p:cNvSpPr/>
            <p:nvPr/>
          </p:nvSpPr>
          <p:spPr>
            <a:xfrm>
              <a:off x="4372071" y="2051546"/>
              <a:ext cx="3453491" cy="1586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DC14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3489DDE-D33C-001E-F789-ADB65077FD86}"/>
                </a:ext>
              </a:extLst>
            </p:cNvPr>
            <p:cNvSpPr/>
            <p:nvPr/>
          </p:nvSpPr>
          <p:spPr>
            <a:xfrm>
              <a:off x="4504978" y="2323034"/>
              <a:ext cx="3235524" cy="56025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(rotor) </a:t>
              </a:r>
              <a:r>
                <a:rPr lang="en-US" altLang="zh-CN" sz="1600" b="1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i="1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5000"/>
                </a:lnSpc>
              </a:pP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altLang="zh-CN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C6C900F5-1B05-902A-8158-E0F9814CC211}"/>
                </a:ext>
              </a:extLst>
            </p:cNvPr>
            <p:cNvSpPr/>
            <p:nvPr/>
          </p:nvSpPr>
          <p:spPr>
            <a:xfrm>
              <a:off x="4504978" y="2988310"/>
              <a:ext cx="3235523" cy="56025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(inflow) </a:t>
              </a:r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5000"/>
                </a:lnSpc>
              </a:pP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1s,LR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1060CE9-02C1-80AC-E6ED-E7A0742ED67A}"/>
                </a:ext>
              </a:extLst>
            </p:cNvPr>
            <p:cNvSpPr/>
            <p:nvPr/>
          </p:nvSpPr>
          <p:spPr>
            <a:xfrm>
              <a:off x="4764589" y="2005742"/>
              <a:ext cx="2716300" cy="35583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400" dirty="0">
                  <a:solidFill>
                    <a:srgbClr val="DC143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Rotor aerodynamic model</a:t>
              </a:r>
              <a:endParaRPr lang="en-US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4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0D03CEB0-4241-1D72-2F28-3ABD32BE2175}"/>
              </a:ext>
            </a:extLst>
          </p:cNvPr>
          <p:cNvSpPr/>
          <p:nvPr/>
        </p:nvSpPr>
        <p:spPr>
          <a:xfrm>
            <a:off x="123576" y="5225032"/>
            <a:ext cx="2450486" cy="2952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&amp; Payload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03E864D-EC00-ED67-FDB5-0D98FFAEC9AF}"/>
              </a:ext>
            </a:extLst>
          </p:cNvPr>
          <p:cNvSpPr/>
          <p:nvPr/>
        </p:nvSpPr>
        <p:spPr>
          <a:xfrm>
            <a:off x="3266023" y="4696045"/>
            <a:ext cx="3511477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Empennage aerodynamic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914EB22B-EAF8-FED9-1D2B-DD117060A13A}"/>
              </a:ext>
            </a:extLst>
          </p:cNvPr>
          <p:cNvCxnSpPr>
            <a:cxnSpLocks/>
            <a:stCxn id="54" idx="3"/>
            <a:endCxn id="184" idx="1"/>
          </p:cNvCxnSpPr>
          <p:nvPr/>
        </p:nvCxnSpPr>
        <p:spPr>
          <a:xfrm>
            <a:off x="2574062" y="5372644"/>
            <a:ext cx="69196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3A7AE86E-05E7-CA0A-2CF4-FBBCD4F8F02F}"/>
              </a:ext>
            </a:extLst>
          </p:cNvPr>
          <p:cNvSpPr/>
          <p:nvPr/>
        </p:nvSpPr>
        <p:spPr>
          <a:xfrm>
            <a:off x="10024490" y="2697388"/>
            <a:ext cx="2078327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93E6DD7-FA5D-EFAA-144D-F09D1C33DD7E}"/>
              </a:ext>
            </a:extLst>
          </p:cNvPr>
          <p:cNvSpPr/>
          <p:nvPr/>
        </p:nvSpPr>
        <p:spPr>
          <a:xfrm>
            <a:off x="10028763" y="3732603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连接符: 肘形 141">
            <a:extLst>
              <a:ext uri="{FF2B5EF4-FFF2-40B4-BE49-F238E27FC236}">
                <a16:creationId xmlns:a16="http://schemas.microsoft.com/office/drawing/2014/main" id="{76E9733B-A75B-8D92-96A6-A56F783735F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574062" y="3732603"/>
            <a:ext cx="696234" cy="60406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A4194336-7F17-DCFE-DE10-BEFF0BD03C58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2574062" y="2612949"/>
            <a:ext cx="691961" cy="8160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124EAECC-8E9F-1C7D-F59C-2E2F6E590F39}"/>
              </a:ext>
            </a:extLst>
          </p:cNvPr>
          <p:cNvCxnSpPr>
            <a:cxnSpLocks/>
            <a:stCxn id="9" idx="3"/>
            <a:endCxn id="59" idx="1"/>
          </p:cNvCxnSpPr>
          <p:nvPr/>
        </p:nvCxnSpPr>
        <p:spPr>
          <a:xfrm>
            <a:off x="2574062" y="4336670"/>
            <a:ext cx="691961" cy="5372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肘形 150">
            <a:extLst>
              <a:ext uri="{FF2B5EF4-FFF2-40B4-BE49-F238E27FC236}">
                <a16:creationId xmlns:a16="http://schemas.microsoft.com/office/drawing/2014/main" id="{EBF54475-C7DA-D965-070D-71237E66FB9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 flipV="1">
            <a:off x="2574062" y="2612949"/>
            <a:ext cx="691961" cy="1723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4878A91F-8CFB-C1A2-7B8C-0053637F23EE}"/>
              </a:ext>
            </a:extLst>
          </p:cNvPr>
          <p:cNvSpPr/>
          <p:nvPr/>
        </p:nvSpPr>
        <p:spPr>
          <a:xfrm>
            <a:off x="10028763" y="4873084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 of inertia</a:t>
            </a:r>
          </a:p>
          <a:p>
            <a:pPr algn="ctr"/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xx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yy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zz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A7EA20D-D9B4-C7C6-B2BE-2CEB6674261A}"/>
              </a:ext>
            </a:extLst>
          </p:cNvPr>
          <p:cNvSpPr/>
          <p:nvPr/>
        </p:nvSpPr>
        <p:spPr>
          <a:xfrm>
            <a:off x="3266023" y="5225033"/>
            <a:ext cx="3511477" cy="295223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&amp; structure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0" name="连接符: 肘形 189">
            <a:extLst>
              <a:ext uri="{FF2B5EF4-FFF2-40B4-BE49-F238E27FC236}">
                <a16:creationId xmlns:a16="http://schemas.microsoft.com/office/drawing/2014/main" id="{1B7B88A0-671E-9D42-B970-6B461B6CE12E}"/>
              </a:ext>
            </a:extLst>
          </p:cNvPr>
          <p:cNvCxnSpPr>
            <a:cxnSpLocks/>
            <a:stCxn id="184" idx="3"/>
            <a:endCxn id="171" idx="1"/>
          </p:cNvCxnSpPr>
          <p:nvPr/>
        </p:nvCxnSpPr>
        <p:spPr>
          <a:xfrm flipV="1">
            <a:off x="6777500" y="5196670"/>
            <a:ext cx="3251263" cy="17597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71347DC5-8F58-968E-18B1-732D1DC8584B}"/>
              </a:ext>
            </a:extLst>
          </p:cNvPr>
          <p:cNvCxnSpPr>
            <a:cxnSpLocks/>
            <a:stCxn id="184" idx="3"/>
            <a:endCxn id="131" idx="1"/>
          </p:cNvCxnSpPr>
          <p:nvPr/>
        </p:nvCxnSpPr>
        <p:spPr>
          <a:xfrm flipV="1">
            <a:off x="6777500" y="4056189"/>
            <a:ext cx="3251263" cy="131645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55DD9FD9-34D7-0A9D-EF1A-D5FE103BDA2A}"/>
              </a:ext>
            </a:extLst>
          </p:cNvPr>
          <p:cNvCxnSpPr>
            <a:cxnSpLocks/>
            <a:stCxn id="59" idx="3"/>
            <a:endCxn id="131" idx="1"/>
          </p:cNvCxnSpPr>
          <p:nvPr/>
        </p:nvCxnSpPr>
        <p:spPr>
          <a:xfrm flipV="1">
            <a:off x="6777500" y="4056189"/>
            <a:ext cx="3251263" cy="817772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E96A241A-BE67-DBC2-F1E9-2BB697B4BCDC}"/>
              </a:ext>
            </a:extLst>
          </p:cNvPr>
          <p:cNvCxnSpPr>
            <a:cxnSpLocks/>
            <a:stCxn id="10" idx="3"/>
            <a:endCxn id="131" idx="1"/>
          </p:cNvCxnSpPr>
          <p:nvPr/>
        </p:nvCxnSpPr>
        <p:spPr>
          <a:xfrm>
            <a:off x="6777500" y="3732603"/>
            <a:ext cx="3251263" cy="32358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连接符: 肘形 215">
            <a:extLst>
              <a:ext uri="{FF2B5EF4-FFF2-40B4-BE49-F238E27FC236}">
                <a16:creationId xmlns:a16="http://schemas.microsoft.com/office/drawing/2014/main" id="{CDB0FB27-BDB6-94FE-506B-DB690120D061}"/>
              </a:ext>
            </a:extLst>
          </p:cNvPr>
          <p:cNvCxnSpPr>
            <a:cxnSpLocks/>
            <a:stCxn id="15" idx="3"/>
            <a:endCxn id="129" idx="1"/>
          </p:cNvCxnSpPr>
          <p:nvPr/>
        </p:nvCxnSpPr>
        <p:spPr>
          <a:xfrm>
            <a:off x="6773227" y="2612949"/>
            <a:ext cx="3251263" cy="40802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62207009-67C6-312A-989C-60DE4A34AE8E}"/>
              </a:ext>
            </a:extLst>
          </p:cNvPr>
          <p:cNvCxnSpPr>
            <a:cxnSpLocks/>
            <a:stCxn id="10" idx="3"/>
            <a:endCxn id="129" idx="1"/>
          </p:cNvCxnSpPr>
          <p:nvPr/>
        </p:nvCxnSpPr>
        <p:spPr>
          <a:xfrm flipV="1">
            <a:off x="6777500" y="3020974"/>
            <a:ext cx="3246990" cy="711629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矩形 253">
            <a:extLst>
              <a:ext uri="{FF2B5EF4-FFF2-40B4-BE49-F238E27FC236}">
                <a16:creationId xmlns:a16="http://schemas.microsoft.com/office/drawing/2014/main" id="{0BE889AF-CB60-07E1-BFDE-185108361F98}"/>
              </a:ext>
            </a:extLst>
          </p:cNvPr>
          <p:cNvSpPr/>
          <p:nvPr/>
        </p:nvSpPr>
        <p:spPr>
          <a:xfrm>
            <a:off x="6863884" y="4967280"/>
            <a:ext cx="1407452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F46990E2-D83E-C36D-FF9E-CED38A98AD8A}"/>
              </a:ext>
            </a:extLst>
          </p:cNvPr>
          <p:cNvSpPr/>
          <p:nvPr/>
        </p:nvSpPr>
        <p:spPr>
          <a:xfrm>
            <a:off x="5996763" y="3215239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(rotor)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52D3922B-FF82-FDC9-2F23-129EEF3CDACB}"/>
              </a:ext>
            </a:extLst>
          </p:cNvPr>
          <p:cNvSpPr/>
          <p:nvPr/>
        </p:nvSpPr>
        <p:spPr>
          <a:xfrm>
            <a:off x="5924686" y="4458504"/>
            <a:ext cx="3285847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AF074FE-C5F3-EB74-F878-83EB2375ACA5}"/>
              </a:ext>
            </a:extLst>
          </p:cNvPr>
          <p:cNvSpPr/>
          <p:nvPr/>
        </p:nvSpPr>
        <p:spPr>
          <a:xfrm>
            <a:off x="5996763" y="2203202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46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1597</TotalTime>
  <Words>371</Words>
  <Application>Microsoft Office PowerPoint</Application>
  <PresentationFormat>宽屏</PresentationFormat>
  <Paragraphs>152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2025-05-24T00:56:43Z</cp:lastPrinted>
  <dcterms:created xsi:type="dcterms:W3CDTF">2025-05-22T21:32:03Z</dcterms:created>
  <dcterms:modified xsi:type="dcterms:W3CDTF">2025-05-24T18:05:13Z</dcterms:modified>
</cp:coreProperties>
</file>
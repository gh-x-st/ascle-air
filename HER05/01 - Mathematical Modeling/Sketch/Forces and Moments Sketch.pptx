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27" dt="2025-05-30T23:12:18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1706" autoAdjust="0"/>
  </p:normalViewPr>
  <p:slideViewPr>
    <p:cSldViewPr snapToGrid="0">
      <p:cViewPr>
        <p:scale>
          <a:sx n="200" d="100"/>
          <a:sy n="200" d="100"/>
        </p:scale>
        <p:origin x="-73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5-30T23:13:44.554" v="9565" actId="207"/>
      <pc:docMkLst>
        <pc:docMk/>
      </pc:docMkLst>
      <pc:sldChg chg="addSp delSp modSp new mod">
        <pc:chgData name="Li, Hanchen F" userId="3aee791e-6a2d-4da7-a77b-fbdf7bf15886" providerId="ADAL" clId="{CDC5B0EF-6BEB-4658-A9FF-CB66F6FA6C1E}" dt="2025-05-30T23:13:44.554" v="9565" actId="207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30T23:12:28.017" v="9277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">
          <ac:chgData name="Li, Hanchen F" userId="3aee791e-6a2d-4da7-a77b-fbdf7bf15886" providerId="ADAL" clId="{CDC5B0EF-6BEB-4658-A9FF-CB66F6FA6C1E}" dt="2025-05-26T23:53:48.568" v="8819" actId="207"/>
          <ac:spMkLst>
            <pc:docMk/>
            <pc:sldMk cId="2152317508" sldId="256"/>
            <ac:spMk id="8" creationId="{C970256C-9125-E58F-41CB-BCB372A65021}"/>
          </ac:spMkLst>
        </pc:spChg>
        <pc:spChg chg="add mod">
          <ac:chgData name="Li, Hanchen F" userId="3aee791e-6a2d-4da7-a77b-fbdf7bf15886" providerId="ADAL" clId="{CDC5B0EF-6BEB-4658-A9FF-CB66F6FA6C1E}" dt="2025-05-26T23:51:47.382" v="8775" actId="1076"/>
          <ac:spMkLst>
            <pc:docMk/>
            <pc:sldMk cId="2152317508" sldId="256"/>
            <ac:spMk id="10" creationId="{E9A659B2-194D-0885-8AC2-353E66878043}"/>
          </ac:spMkLst>
        </pc:spChg>
        <pc:spChg chg="add mod">
          <ac:chgData name="Li, Hanchen F" userId="3aee791e-6a2d-4da7-a77b-fbdf7bf15886" providerId="ADAL" clId="{CDC5B0EF-6BEB-4658-A9FF-CB66F6FA6C1E}" dt="2025-05-26T23:52:24.036" v="8790" actId="1076"/>
          <ac:spMkLst>
            <pc:docMk/>
            <pc:sldMk cId="2152317508" sldId="256"/>
            <ac:spMk id="11" creationId="{748B245D-DDD1-D633-8299-57FFD78B75DB}"/>
          </ac:spMkLst>
        </pc:spChg>
        <pc:spChg chg="add mod">
          <ac:chgData name="Li, Hanchen F" userId="3aee791e-6a2d-4da7-a77b-fbdf7bf15886" providerId="ADAL" clId="{CDC5B0EF-6BEB-4658-A9FF-CB66F6FA6C1E}" dt="2025-05-26T23:53:12.383" v="8807" actId="1076"/>
          <ac:spMkLst>
            <pc:docMk/>
            <pc:sldMk cId="2152317508" sldId="256"/>
            <ac:spMk id="12" creationId="{CBF57178-3723-EBDF-C047-205E47A5D9F4}"/>
          </ac:spMkLst>
        </pc:spChg>
        <pc:spChg chg="add mod">
          <ac:chgData name="Li, Hanchen F" userId="3aee791e-6a2d-4da7-a77b-fbdf7bf15886" providerId="ADAL" clId="{CDC5B0EF-6BEB-4658-A9FF-CB66F6FA6C1E}" dt="2025-05-30T23:13:44.554" v="9565" actId="207"/>
          <ac:spMkLst>
            <pc:docMk/>
            <pc:sldMk cId="2152317508" sldId="256"/>
            <ac:spMk id="13" creationId="{5B325EA7-5DA3-E802-BF27-A0F44547445F}"/>
          </ac:spMkLst>
        </pc:spChg>
        <pc:spChg chg="add mod">
          <ac:chgData name="Li, Hanchen F" userId="3aee791e-6a2d-4da7-a77b-fbdf7bf15886" providerId="ADAL" clId="{CDC5B0EF-6BEB-4658-A9FF-CB66F6FA6C1E}" dt="2025-05-26T23:53:28.173" v="8812" actId="20577"/>
          <ac:spMkLst>
            <pc:docMk/>
            <pc:sldMk cId="2152317508" sldId="256"/>
            <ac:spMk id="14" creationId="{38B81D18-C49E-DC29-B75A-57ED2C559C17}"/>
          </ac:spMkLst>
        </pc:spChg>
        <pc:spChg chg="add mod">
          <ac:chgData name="Li, Hanchen F" userId="3aee791e-6a2d-4da7-a77b-fbdf7bf15886" providerId="ADAL" clId="{CDC5B0EF-6BEB-4658-A9FF-CB66F6FA6C1E}" dt="2025-05-26T23:53:44.414" v="8818" actId="207"/>
          <ac:spMkLst>
            <pc:docMk/>
            <pc:sldMk cId="2152317508" sldId="256"/>
            <ac:spMk id="15" creationId="{DAA01678-E4F6-05B3-F922-3A08CD642EB5}"/>
          </ac:spMkLst>
        </pc:spChg>
        <pc:spChg chg="add mod">
          <ac:chgData name="Li, Hanchen F" userId="3aee791e-6a2d-4da7-a77b-fbdf7bf15886" providerId="ADAL" clId="{CDC5B0EF-6BEB-4658-A9FF-CB66F6FA6C1E}" dt="2025-05-26T23:54:02.443" v="8826" actId="1076"/>
          <ac:spMkLst>
            <pc:docMk/>
            <pc:sldMk cId="2152317508" sldId="256"/>
            <ac:spMk id="16" creationId="{145E91E2-0567-B454-6E6B-0DC473E2A4D0}"/>
          </ac:spMkLst>
        </pc:spChg>
        <pc:spChg chg="add mod">
          <ac:chgData name="Li, Hanchen F" userId="3aee791e-6a2d-4da7-a77b-fbdf7bf15886" providerId="ADAL" clId="{CDC5B0EF-6BEB-4658-A9FF-CB66F6FA6C1E}" dt="2025-05-30T22:38:19.093" v="9043" actId="1076"/>
          <ac:spMkLst>
            <pc:docMk/>
            <pc:sldMk cId="2152317508" sldId="256"/>
            <ac:spMk id="17" creationId="{61D3D5D1-4304-8A52-B7F5-CDFD12DD61BD}"/>
          </ac:spMkLst>
        </pc:spChg>
        <pc:spChg chg="add mo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23T23:40:04.556" v="8220" actId="107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23T23:40:01.476" v="8219" actId="1076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23T23:39:57.228" v="8217" actId="1076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23T23:39:59.387" v="8218" actId="107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23T23:40:07.182" v="8221" actId="1076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6T23:50:51.104" v="8754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30T22:40:08.226" v="9065" actId="107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30T22:40:11.499" v="9066" actId="1076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22T23:35:09.078" v="3625" actId="1076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del mod">
          <ac:chgData name="Li, Hanchen F" userId="3aee791e-6a2d-4da7-a77b-fbdf7bf15886" providerId="ADAL" clId="{CDC5B0EF-6BEB-4658-A9FF-CB66F6FA6C1E}" dt="2025-05-30T22:37:43.005" v="9028" actId="478"/>
          <ac:spMkLst>
            <pc:docMk/>
            <pc:sldMk cId="2152317508" sldId="256"/>
            <ac:spMk id="693" creationId="{3F9A48A1-BA63-64E8-1F9E-D38216DB2FFD}"/>
          </ac:spMkLst>
        </pc:spChg>
        <pc:spChg chg="add mod">
          <ac:chgData name="Li, Hanchen F" userId="3aee791e-6a2d-4da7-a77b-fbdf7bf15886" providerId="ADAL" clId="{CDC5B0EF-6BEB-4658-A9FF-CB66F6FA6C1E}" dt="2025-05-30T22:37:53.628" v="9033" actId="1076"/>
          <ac:spMkLst>
            <pc:docMk/>
            <pc:sldMk cId="2152317508" sldId="256"/>
            <ac:spMk id="694" creationId="{0B589E19-DFFC-1E39-CEEC-5F6428DEC4B7}"/>
          </ac:spMkLst>
        </pc:spChg>
        <pc:spChg chg="add mod ord">
          <ac:chgData name="Li, Hanchen F" userId="3aee791e-6a2d-4da7-a77b-fbdf7bf15886" providerId="ADAL" clId="{CDC5B0EF-6BEB-4658-A9FF-CB66F6FA6C1E}" dt="2025-05-30T22:41:01.439" v="9077" actId="16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30T22:45:51.745" v="9154" actId="1076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30T22:48:21.102" v="9171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30T22:48:14.408" v="9169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30T22:48:19.545" v="9170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6T23:52:11.808" v="8784" actId="1076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22T23:48:52.825" v="5002" actId="107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22T23:49:26.070" v="5007" actId="1076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22T23:49:28.342" v="5008" actId="1076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5-22T23:53:20.828" v="5588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30T22:47:29.897" v="9168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30T22:47:14.691" v="9166" actId="1482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30T22:35:23.784" v="8872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5-30T22:45:11.512" v="9146" actId="167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23T16:54:39.979" v="7719" actId="107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30T22:44:35.728" v="9127" actId="167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30T23:12:04.591" v="9269" actId="1076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30T22:39:44.064" v="9060" actId="14100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5-30T23:12:23.380" v="9276" actId="1076"/>
          <ac:cxnSpMkLst>
            <pc:docMk/>
            <pc:sldMk cId="2152317508" sldId="256"/>
            <ac:cxnSpMk id="20" creationId="{A63BF9C7-983F-5C2B-2264-47912110C621}"/>
          </ac:cxnSpMkLst>
        </pc:cxnChg>
        <pc:cxnChg chg="add mod">
          <ac:chgData name="Li, Hanchen F" userId="3aee791e-6a2d-4da7-a77b-fbdf7bf15886" providerId="ADAL" clId="{CDC5B0EF-6BEB-4658-A9FF-CB66F6FA6C1E}" dt="2025-05-30T22:44:41.093" v="9136" actId="14100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30T22:38:48.245" v="9046" actId="1076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30T22:38:09.622" v="9038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30T22:37:53.372" v="9032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30T22:46:06.154" v="9158" actId="478"/>
          <ac:cxnSpMkLst>
            <pc:docMk/>
            <pc:sldMk cId="2152317508" sldId="256"/>
            <ac:cxnSpMk id="84" creationId="{79D2A366-B413-8528-AC73-86E9F16DB2B7}"/>
          </ac:cxnSpMkLst>
        </pc:cxnChg>
        <pc:cxnChg chg="add del mod">
          <ac:chgData name="Li, Hanchen F" userId="3aee791e-6a2d-4da7-a77b-fbdf7bf15886" providerId="ADAL" clId="{CDC5B0EF-6BEB-4658-A9FF-CB66F6FA6C1E}" dt="2025-05-30T22:46:04.747" v="9157" actId="478"/>
          <ac:cxnSpMkLst>
            <pc:docMk/>
            <pc:sldMk cId="2152317508" sldId="256"/>
            <ac:cxnSpMk id="91" creationId="{E7FFA589-5910-415F-51D1-A5B2F512A967}"/>
          </ac:cxnSpMkLst>
        </pc:cxnChg>
        <pc:cxnChg chg="add mod">
          <ac:chgData name="Li, Hanchen F" userId="3aee791e-6a2d-4da7-a77b-fbdf7bf15886" providerId="ADAL" clId="{CDC5B0EF-6BEB-4658-A9FF-CB66F6FA6C1E}" dt="2025-05-30T22:41:09.377" v="9078" actId="1076"/>
          <ac:cxnSpMkLst>
            <pc:docMk/>
            <pc:sldMk cId="2152317508" sldId="256"/>
            <ac:cxnSpMk id="94" creationId="{DA2ED6A2-FE0D-9D42-8814-4B6D1D221CDC}"/>
          </ac:cxnSpMkLst>
        </pc:cxnChg>
        <pc:cxnChg chg="add mod ord">
          <ac:chgData name="Li, Hanchen F" userId="3aee791e-6a2d-4da7-a77b-fbdf7bf15886" providerId="ADAL" clId="{CDC5B0EF-6BEB-4658-A9FF-CB66F6FA6C1E}" dt="2025-05-30T22:45:27.302" v="9151" actId="14100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30T22:44:41.487" v="9137" actId="1076"/>
          <ac:cxnSpMkLst>
            <pc:docMk/>
            <pc:sldMk cId="2152317508" sldId="256"/>
            <ac:cxnSpMk id="170" creationId="{DD6DD07B-470A-D2AF-3CC6-4334B7C92FD7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30T22:46:35.919" v="9161" actId="1076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30T22:46:11.159" v="9159" actId="1076"/>
          <ac:cxnSpMkLst>
            <pc:docMk/>
            <pc:sldMk cId="2152317508" sldId="256"/>
            <ac:cxnSpMk id="207" creationId="{4C46DF6A-5C94-74EB-A688-418C8D97B29B}"/>
          </ac:cxnSpMkLst>
        </pc:cxnChg>
        <pc:cxnChg chg="add mod ord">
          <ac:chgData name="Li, Hanchen F" userId="3aee791e-6a2d-4da7-a77b-fbdf7bf15886" providerId="ADAL" clId="{CDC5B0EF-6BEB-4658-A9FF-CB66F6FA6C1E}" dt="2025-05-30T22:46:18.171" v="9160" actId="1076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30T23:12:08.002" v="9270" actId="1076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del mod">
          <ac:chgData name="Li, Hanchen F" userId="3aee791e-6a2d-4da7-a77b-fbdf7bf15886" providerId="ADAL" clId="{CDC5B0EF-6BEB-4658-A9FF-CB66F6FA6C1E}" dt="2025-05-30T23:12:12.430" v="9273" actId="478"/>
          <ac:cxnSpMkLst>
            <pc:docMk/>
            <pc:sldMk cId="2152317508" sldId="256"/>
            <ac:cxnSpMk id="230" creationId="{FF7C58E2-8271-6514-4188-11F6201F333C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30T23:13:08.181" v="9279" actId="1076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30T23:13:17.345" v="9281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30T22:47:14.691" v="9166" actId="14826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30T22:50:51.390" v="9267" actId="1076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30T22:49:36.242" v="9249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mod">
          <ac:chgData name="Li, Hanchen F" userId="3aee791e-6a2d-4da7-a77b-fbdf7bf15886" providerId="ADAL" clId="{CDC5B0EF-6BEB-4658-A9FF-CB66F6FA6C1E}" dt="2025-05-30T22:49:23.942" v="9245" actId="1037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30T22:49:28.059" v="9246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30T22:50:51.390" v="9267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5-24T00:49:23.872" v="8680" actId="1076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30T22:49:07.993" v="9225" actId="1038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30T22:48:32.803" v="9172" actId="1482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30T22:49:46.733" v="9251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30T22:50:14.677" v="9264" actId="1035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30T22:50:16.239" v="9265" actId="103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30T22:49:07.993" v="9225" actId="1038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6T23:57:00.737" v="8871" actId="20577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22:14:27.977" v="8181" actId="403"/>
          <ac:spMkLst>
            <pc:docMk/>
            <pc:sldMk cId="1584463432" sldId="260"/>
            <ac:spMk id="2" creationId="{AAF2876B-BAD6-F898-5EFF-FA8340A43036}"/>
          </ac:spMkLst>
        </pc:spChg>
        <pc:spChg chg="add mod">
          <ac:chgData name="Li, Hanchen F" userId="3aee791e-6a2d-4da7-a77b-fbdf7bf15886" providerId="ADAL" clId="{CDC5B0EF-6BEB-4658-A9FF-CB66F6FA6C1E}" dt="2025-05-26T23:54:59.802" v="8837" actId="948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5" creationId="{A660F99D-A667-1157-0E3E-7E9D3C7C9C11}"/>
          </ac:spMkLst>
        </pc:spChg>
        <pc:spChg chg="add mod">
          <ac:chgData name="Li, Hanchen F" userId="3aee791e-6a2d-4da7-a77b-fbdf7bf15886" providerId="ADAL" clId="{CDC5B0EF-6BEB-4658-A9FF-CB66F6FA6C1E}" dt="2025-05-26T23:55:55.225" v="8852" actId="948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5-26T23:57:00.737" v="8871" actId="20577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5-23T22:14:33.522" v="8186" actId="20577"/>
          <ac:spMkLst>
            <pc:docMk/>
            <pc:sldMk cId="1584463432" sldId="260"/>
            <ac:spMk id="49" creationId="{A1060CE9-02C1-80AC-E6ED-E7A0742ED67A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2025/5/31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688864" y="3218032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70" y="719807"/>
            <a:ext cx="8512425" cy="5043294"/>
            <a:chOff x="-1265771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1" y="719808"/>
              <a:ext cx="8512425" cy="4864534"/>
              <a:chOff x="-1265771" y="719808"/>
              <a:chExt cx="8512425" cy="4864534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1" y="796343"/>
                <a:ext cx="8512425" cy="4787999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277552" y="4672089"/>
                <a:ext cx="3062097" cy="420382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360308" y="5099452"/>
                <a:ext cx="3066978" cy="431645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4234552" y="3548907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354822" y="2868803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018039" y="3029448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H="1" flipV="1">
                <a:off x="5438759" y="3142725"/>
                <a:ext cx="47852" cy="351784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DD6DD07B-470A-D2AF-3CC6-4334B7C92FD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276236" y="3447203"/>
                <a:ext cx="0" cy="1698132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026063" y="2753381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338656" y="3133465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558179" y="3059017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69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1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7" cy="4993868"/>
            <a:chOff x="6986023" y="751916"/>
            <a:chExt cx="4788637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7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80978" y="3432165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8843" y="823134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9324" y="4773304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3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4272" y="54558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538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69691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073" y="230218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3756659" y="4525601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3840301" y="497526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721182" y="36313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6255916" y="3133787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100831" y="2499831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5589130" y="2836295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239746" y="2804651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71241" y="912193"/>
            <a:ext cx="59984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55894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73570" y="418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58881" y="100154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30890" y="3382582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278860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18657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70256C-9125-E58F-41CB-BCB372A65021}"/>
              </a:ext>
            </a:extLst>
          </p:cNvPr>
          <p:cNvSpPr txBox="1"/>
          <p:nvPr/>
        </p:nvSpPr>
        <p:spPr>
          <a:xfrm>
            <a:off x="2219762" y="278000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A659B2-194D-0885-8AC2-353E66878043}"/>
              </a:ext>
            </a:extLst>
          </p:cNvPr>
          <p:cNvSpPr txBox="1"/>
          <p:nvPr/>
        </p:nvSpPr>
        <p:spPr>
          <a:xfrm>
            <a:off x="1747489" y="4015185"/>
            <a:ext cx="50045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8B245D-DDD1-D633-8299-57FFD78B75DB}"/>
              </a:ext>
            </a:extLst>
          </p:cNvPr>
          <p:cNvSpPr txBox="1"/>
          <p:nvPr/>
        </p:nvSpPr>
        <p:spPr>
          <a:xfrm>
            <a:off x="2505583" y="1808190"/>
            <a:ext cx="575799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F57178-3723-EBDF-C047-205E47A5D9F4}"/>
              </a:ext>
            </a:extLst>
          </p:cNvPr>
          <p:cNvSpPr txBox="1"/>
          <p:nvPr/>
        </p:nvSpPr>
        <p:spPr>
          <a:xfrm>
            <a:off x="10022405" y="2036783"/>
            <a:ext cx="56778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325EA7-5DA3-E802-BF27-A0F44547445F}"/>
              </a:ext>
            </a:extLst>
          </p:cNvPr>
          <p:cNvSpPr txBox="1"/>
          <p:nvPr/>
        </p:nvSpPr>
        <p:spPr>
          <a:xfrm>
            <a:off x="10201202" y="994803"/>
            <a:ext cx="591829" cy="338554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B81D18-C49E-DC29-B75A-57ED2C559C17}"/>
              </a:ext>
            </a:extLst>
          </p:cNvPr>
          <p:cNvSpPr txBox="1"/>
          <p:nvPr/>
        </p:nvSpPr>
        <p:spPr>
          <a:xfrm>
            <a:off x="9431504" y="229542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A01678-E4F6-05B3-F922-3A08CD642EB5}"/>
              </a:ext>
            </a:extLst>
          </p:cNvPr>
          <p:cNvSpPr txBox="1"/>
          <p:nvPr/>
        </p:nvSpPr>
        <p:spPr>
          <a:xfrm>
            <a:off x="9339087" y="277283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45E91E2-0567-B454-6E6B-0DC473E2A4D0}"/>
              </a:ext>
            </a:extLst>
          </p:cNvPr>
          <p:cNvSpPr txBox="1"/>
          <p:nvPr/>
        </p:nvSpPr>
        <p:spPr>
          <a:xfrm>
            <a:off x="10037442" y="3857956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D3D5D1-4304-8A52-B7F5-CDFD12DD61BD}"/>
              </a:ext>
            </a:extLst>
          </p:cNvPr>
          <p:cNvSpPr txBox="1"/>
          <p:nvPr/>
        </p:nvSpPr>
        <p:spPr>
          <a:xfrm>
            <a:off x="4146789" y="2955645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63BF9C7-983F-5C2B-2264-47912110C621}"/>
              </a:ext>
            </a:extLst>
          </p:cNvPr>
          <p:cNvCxnSpPr>
            <a:cxnSpLocks/>
          </p:cNvCxnSpPr>
          <p:nvPr/>
        </p:nvCxnSpPr>
        <p:spPr>
          <a:xfrm rot="935833" flipV="1">
            <a:off x="8618199" y="3421285"/>
            <a:ext cx="0" cy="36353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69" y="400803"/>
            <a:ext cx="10767460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8217991" y="1034628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8244164" y="865351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3874591" cy="242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135880" y="173472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19470" y="252165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497878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226643" y="3557272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8563303" y="2117595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8563303" y="4805764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9094522" y="3283057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8969047" y="195255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8969047" y="461821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8563303" y="3452334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8217991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8244164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893430"/>
            <a:ext cx="3507204" cy="1632542"/>
            <a:chOff x="4372071" y="2005742"/>
            <a:chExt cx="3453491" cy="163254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8" y="2323034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764589" y="2005742"/>
              <a:ext cx="2716300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1620</TotalTime>
  <Words>335</Words>
  <Application>Microsoft Office PowerPoint</Application>
  <PresentationFormat>宽屏</PresentationFormat>
  <Paragraphs>152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2025-05-24T00:56:43Z</cp:lastPrinted>
  <dcterms:created xsi:type="dcterms:W3CDTF">2025-05-22T21:32:03Z</dcterms:created>
  <dcterms:modified xsi:type="dcterms:W3CDTF">2025-05-30T23:13:46Z</dcterms:modified>
</cp:coreProperties>
</file>
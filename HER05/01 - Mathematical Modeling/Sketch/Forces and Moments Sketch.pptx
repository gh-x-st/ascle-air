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7"/>
  </p:notesMasterIdLst>
  <p:sldIdLst>
    <p:sldId id="258" r:id="rId2"/>
    <p:sldId id="259" r:id="rId3"/>
    <p:sldId id="256" r:id="rId4"/>
    <p:sldId id="257" r:id="rId5"/>
    <p:sldId id="260" r:id="rId6"/>
  </p:sldIdLst>
  <p:sldSz cx="12192000" cy="6858000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D"/>
    <a:srgbClr val="FFFFFF"/>
    <a:srgbClr val="DC143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DC5B0EF-6BEB-4658-A9FF-CB66F6FA6C1E}" v="422" dt="2025-05-26T23:53:54.29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524" autoAdjust="0"/>
    <p:restoredTop sz="94156" autoAdjust="0"/>
  </p:normalViewPr>
  <p:slideViewPr>
    <p:cSldViewPr snapToGrid="0">
      <p:cViewPr varScale="1">
        <p:scale>
          <a:sx n="90" d="100"/>
          <a:sy n="90" d="100"/>
        </p:scale>
        <p:origin x="1028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, Hanchen F" userId="3aee791e-6a2d-4da7-a77b-fbdf7bf15886" providerId="ADAL" clId="{CDC5B0EF-6BEB-4658-A9FF-CB66F6FA6C1E}"/>
    <pc:docChg chg="undo redo custSel addSld delSld modSld modMainMaster modNotesMaster">
      <pc:chgData name="Li, Hanchen F" userId="3aee791e-6a2d-4da7-a77b-fbdf7bf15886" providerId="ADAL" clId="{CDC5B0EF-6BEB-4658-A9FF-CB66F6FA6C1E}" dt="2025-05-26T23:57:00.737" v="8871" actId="20577"/>
      <pc:docMkLst>
        <pc:docMk/>
      </pc:docMkLst>
      <pc:sldChg chg="addSp delSp modSp new mod">
        <pc:chgData name="Li, Hanchen F" userId="3aee791e-6a2d-4da7-a77b-fbdf7bf15886" providerId="ADAL" clId="{CDC5B0EF-6BEB-4658-A9FF-CB66F6FA6C1E}" dt="2025-05-26T23:54:02.443" v="8826" actId="1076"/>
        <pc:sldMkLst>
          <pc:docMk/>
          <pc:sldMk cId="2152317508" sldId="256"/>
        </pc:sldMkLst>
        <pc:spChg chg="add mod">
          <ac:chgData name="Li, Hanchen F" userId="3aee791e-6a2d-4da7-a77b-fbdf7bf15886" providerId="ADAL" clId="{CDC5B0EF-6BEB-4658-A9FF-CB66F6FA6C1E}" dt="2025-05-23T14:36:15.654" v="6688" actId="1076"/>
          <ac:spMkLst>
            <pc:docMk/>
            <pc:sldMk cId="2152317508" sldId="256"/>
            <ac:spMk id="2" creationId="{B59E7ED7-701A-8C03-5826-48621390B84B}"/>
          </ac:spMkLst>
        </pc:spChg>
        <pc:spChg chg="add mod">
          <ac:chgData name="Li, Hanchen F" userId="3aee791e-6a2d-4da7-a77b-fbdf7bf15886" providerId="ADAL" clId="{CDC5B0EF-6BEB-4658-A9FF-CB66F6FA6C1E}" dt="2025-05-23T14:36:10.232" v="6686" actId="1076"/>
          <ac:spMkLst>
            <pc:docMk/>
            <pc:sldMk cId="2152317508" sldId="256"/>
            <ac:spMk id="3" creationId="{D865C23B-9E31-C867-3FF2-4112EEB099C5}"/>
          </ac:spMkLst>
        </pc:spChg>
        <pc:spChg chg="add mod">
          <ac:chgData name="Li, Hanchen F" userId="3aee791e-6a2d-4da7-a77b-fbdf7bf15886" providerId="ADAL" clId="{CDC5B0EF-6BEB-4658-A9FF-CB66F6FA6C1E}" dt="2025-05-23T14:36:13.833" v="6687" actId="1076"/>
          <ac:spMkLst>
            <pc:docMk/>
            <pc:sldMk cId="2152317508" sldId="256"/>
            <ac:spMk id="4" creationId="{A394A4D0-6823-8424-0281-F8AC5F6CB0BD}"/>
          </ac:spMkLst>
        </pc:spChg>
        <pc:spChg chg="add mod">
          <ac:chgData name="Li, Hanchen F" userId="3aee791e-6a2d-4da7-a77b-fbdf7bf15886" providerId="ADAL" clId="{CDC5B0EF-6BEB-4658-A9FF-CB66F6FA6C1E}" dt="2025-05-23T14:36:17.401" v="6689" actId="1076"/>
          <ac:spMkLst>
            <pc:docMk/>
            <pc:sldMk cId="2152317508" sldId="256"/>
            <ac:spMk id="5" creationId="{5DBDA668-D12D-B5BA-A487-BD758F21D7F0}"/>
          </ac:spMkLst>
        </pc:spChg>
        <pc:spChg chg="add mod">
          <ac:chgData name="Li, Hanchen F" userId="3aee791e-6a2d-4da7-a77b-fbdf7bf15886" providerId="ADAL" clId="{CDC5B0EF-6BEB-4658-A9FF-CB66F6FA6C1E}" dt="2025-05-24T00:52:42.898" v="8722" actId="1076"/>
          <ac:spMkLst>
            <pc:docMk/>
            <pc:sldMk cId="2152317508" sldId="256"/>
            <ac:spMk id="7" creationId="{1D746C54-8DEE-DBC7-AEE4-692691C43277}"/>
          </ac:spMkLst>
        </pc:spChg>
        <pc:spChg chg="add mod">
          <ac:chgData name="Li, Hanchen F" userId="3aee791e-6a2d-4da7-a77b-fbdf7bf15886" providerId="ADAL" clId="{CDC5B0EF-6BEB-4658-A9FF-CB66F6FA6C1E}" dt="2025-05-26T23:53:48.568" v="8819" actId="207"/>
          <ac:spMkLst>
            <pc:docMk/>
            <pc:sldMk cId="2152317508" sldId="256"/>
            <ac:spMk id="8" creationId="{C970256C-9125-E58F-41CB-BCB372A65021}"/>
          </ac:spMkLst>
        </pc:spChg>
        <pc:spChg chg="add mod">
          <ac:chgData name="Li, Hanchen F" userId="3aee791e-6a2d-4da7-a77b-fbdf7bf15886" providerId="ADAL" clId="{CDC5B0EF-6BEB-4658-A9FF-CB66F6FA6C1E}" dt="2025-05-26T23:51:47.382" v="8775" actId="1076"/>
          <ac:spMkLst>
            <pc:docMk/>
            <pc:sldMk cId="2152317508" sldId="256"/>
            <ac:spMk id="10" creationId="{E9A659B2-194D-0885-8AC2-353E66878043}"/>
          </ac:spMkLst>
        </pc:spChg>
        <pc:spChg chg="add mod">
          <ac:chgData name="Li, Hanchen F" userId="3aee791e-6a2d-4da7-a77b-fbdf7bf15886" providerId="ADAL" clId="{CDC5B0EF-6BEB-4658-A9FF-CB66F6FA6C1E}" dt="2025-05-26T23:52:24.036" v="8790" actId="1076"/>
          <ac:spMkLst>
            <pc:docMk/>
            <pc:sldMk cId="2152317508" sldId="256"/>
            <ac:spMk id="11" creationId="{748B245D-DDD1-D633-8299-57FFD78B75DB}"/>
          </ac:spMkLst>
        </pc:spChg>
        <pc:spChg chg="add mod">
          <ac:chgData name="Li, Hanchen F" userId="3aee791e-6a2d-4da7-a77b-fbdf7bf15886" providerId="ADAL" clId="{CDC5B0EF-6BEB-4658-A9FF-CB66F6FA6C1E}" dt="2025-05-26T23:53:12.383" v="8807" actId="1076"/>
          <ac:spMkLst>
            <pc:docMk/>
            <pc:sldMk cId="2152317508" sldId="256"/>
            <ac:spMk id="12" creationId="{CBF57178-3723-EBDF-C047-205E47A5D9F4}"/>
          </ac:spMkLst>
        </pc:spChg>
        <pc:spChg chg="add mod">
          <ac:chgData name="Li, Hanchen F" userId="3aee791e-6a2d-4da7-a77b-fbdf7bf15886" providerId="ADAL" clId="{CDC5B0EF-6BEB-4658-A9FF-CB66F6FA6C1E}" dt="2025-05-26T23:53:05.165" v="8803" actId="1076"/>
          <ac:spMkLst>
            <pc:docMk/>
            <pc:sldMk cId="2152317508" sldId="256"/>
            <ac:spMk id="13" creationId="{5B325EA7-5DA3-E802-BF27-A0F44547445F}"/>
          </ac:spMkLst>
        </pc:spChg>
        <pc:spChg chg="add mod">
          <ac:chgData name="Li, Hanchen F" userId="3aee791e-6a2d-4da7-a77b-fbdf7bf15886" providerId="ADAL" clId="{CDC5B0EF-6BEB-4658-A9FF-CB66F6FA6C1E}" dt="2025-05-26T23:53:28.173" v="8812" actId="20577"/>
          <ac:spMkLst>
            <pc:docMk/>
            <pc:sldMk cId="2152317508" sldId="256"/>
            <ac:spMk id="14" creationId="{38B81D18-C49E-DC29-B75A-57ED2C559C17}"/>
          </ac:spMkLst>
        </pc:spChg>
        <pc:spChg chg="add mod">
          <ac:chgData name="Li, Hanchen F" userId="3aee791e-6a2d-4da7-a77b-fbdf7bf15886" providerId="ADAL" clId="{CDC5B0EF-6BEB-4658-A9FF-CB66F6FA6C1E}" dt="2025-05-26T23:53:44.414" v="8818" actId="207"/>
          <ac:spMkLst>
            <pc:docMk/>
            <pc:sldMk cId="2152317508" sldId="256"/>
            <ac:spMk id="15" creationId="{DAA01678-E4F6-05B3-F922-3A08CD642EB5}"/>
          </ac:spMkLst>
        </pc:spChg>
        <pc:spChg chg="add mod">
          <ac:chgData name="Li, Hanchen F" userId="3aee791e-6a2d-4da7-a77b-fbdf7bf15886" providerId="ADAL" clId="{CDC5B0EF-6BEB-4658-A9FF-CB66F6FA6C1E}" dt="2025-05-26T23:54:02.443" v="8826" actId="1076"/>
          <ac:spMkLst>
            <pc:docMk/>
            <pc:sldMk cId="2152317508" sldId="256"/>
            <ac:spMk id="16" creationId="{145E91E2-0567-B454-6E6B-0DC473E2A4D0}"/>
          </ac:spMkLst>
        </pc:spChg>
        <pc:spChg chg="add mod topLvl">
          <ac:chgData name="Li, Hanchen F" userId="3aee791e-6a2d-4da7-a77b-fbdf7bf15886" providerId="ADAL" clId="{CDC5B0EF-6BEB-4658-A9FF-CB66F6FA6C1E}" dt="2025-05-22T23:17:33.494" v="3248" actId="14826"/>
          <ac:spMkLst>
            <pc:docMk/>
            <pc:sldMk cId="2152317508" sldId="256"/>
            <ac:spMk id="30" creationId="{03E7375E-B3C1-217F-067E-365A732738CA}"/>
          </ac:spMkLst>
        </pc:spChg>
        <pc:spChg chg="add mod ord topLvl">
          <ac:chgData name="Li, Hanchen F" userId="3aee791e-6a2d-4da7-a77b-fbdf7bf15886" providerId="ADAL" clId="{CDC5B0EF-6BEB-4658-A9FF-CB66F6FA6C1E}" dt="2025-05-22T23:17:33.494" v="3248" actId="14826"/>
          <ac:spMkLst>
            <pc:docMk/>
            <pc:sldMk cId="2152317508" sldId="256"/>
            <ac:spMk id="120" creationId="{26B1C5DF-F5F1-D5E5-BF53-02D1632609BD}"/>
          </ac:spMkLst>
        </pc:spChg>
        <pc:spChg chg="add mod ord topLvl">
          <ac:chgData name="Li, Hanchen F" userId="3aee791e-6a2d-4da7-a77b-fbdf7bf15886" providerId="ADAL" clId="{CDC5B0EF-6BEB-4658-A9FF-CB66F6FA6C1E}" dt="2025-05-22T23:17:33.494" v="3248" actId="14826"/>
          <ac:spMkLst>
            <pc:docMk/>
            <pc:sldMk cId="2152317508" sldId="256"/>
            <ac:spMk id="121" creationId="{2789BE26-9BBC-85B6-E9B5-FDE184C27064}"/>
          </ac:spMkLst>
        </pc:spChg>
        <pc:spChg chg="add mod ord topLvl">
          <ac:chgData name="Li, Hanchen F" userId="3aee791e-6a2d-4da7-a77b-fbdf7bf15886" providerId="ADAL" clId="{CDC5B0EF-6BEB-4658-A9FF-CB66F6FA6C1E}" dt="2025-05-22T23:17:33.494" v="3248" actId="14826"/>
          <ac:spMkLst>
            <pc:docMk/>
            <pc:sldMk cId="2152317508" sldId="256"/>
            <ac:spMk id="133" creationId="{4F4D487F-7C9C-18BA-8766-258EA06F361C}"/>
          </ac:spMkLst>
        </pc:spChg>
        <pc:spChg chg="add mod ord topLvl">
          <ac:chgData name="Li, Hanchen F" userId="3aee791e-6a2d-4da7-a77b-fbdf7bf15886" providerId="ADAL" clId="{CDC5B0EF-6BEB-4658-A9FF-CB66F6FA6C1E}" dt="2025-05-22T23:17:33.494" v="3248" actId="14826"/>
          <ac:spMkLst>
            <pc:docMk/>
            <pc:sldMk cId="2152317508" sldId="256"/>
            <ac:spMk id="134" creationId="{6100B307-914C-8BEC-6B3B-3C3AFCC6D832}"/>
          </ac:spMkLst>
        </pc:spChg>
        <pc:spChg chg="add mod ord topLvl">
          <ac:chgData name="Li, Hanchen F" userId="3aee791e-6a2d-4da7-a77b-fbdf7bf15886" providerId="ADAL" clId="{CDC5B0EF-6BEB-4658-A9FF-CB66F6FA6C1E}" dt="2025-05-22T23:17:33.494" v="3248" actId="14826"/>
          <ac:spMkLst>
            <pc:docMk/>
            <pc:sldMk cId="2152317508" sldId="256"/>
            <ac:spMk id="157" creationId="{40CDECE2-951F-4D80-ABDF-9DFE04EBF87C}"/>
          </ac:spMkLst>
        </pc:spChg>
        <pc:spChg chg="add mod ord topLvl">
          <ac:chgData name="Li, Hanchen F" userId="3aee791e-6a2d-4da7-a77b-fbdf7bf15886" providerId="ADAL" clId="{CDC5B0EF-6BEB-4658-A9FF-CB66F6FA6C1E}" dt="2025-05-22T23:17:33.494" v="3248" actId="14826"/>
          <ac:spMkLst>
            <pc:docMk/>
            <pc:sldMk cId="2152317508" sldId="256"/>
            <ac:spMk id="158" creationId="{48E4F557-14D2-AE99-53EA-B93325EFF8D3}"/>
          </ac:spMkLst>
        </pc:spChg>
        <pc:spChg chg="add mod ord topLvl">
          <ac:chgData name="Li, Hanchen F" userId="3aee791e-6a2d-4da7-a77b-fbdf7bf15886" providerId="ADAL" clId="{CDC5B0EF-6BEB-4658-A9FF-CB66F6FA6C1E}" dt="2025-05-22T23:18:22.360" v="3254" actId="14826"/>
          <ac:spMkLst>
            <pc:docMk/>
            <pc:sldMk cId="2152317508" sldId="256"/>
            <ac:spMk id="221" creationId="{5C428BBA-306C-5BEB-7E12-F586D29C44EE}"/>
          </ac:spMkLst>
        </pc:spChg>
        <pc:spChg chg="add mod ord topLvl">
          <ac:chgData name="Li, Hanchen F" userId="3aee791e-6a2d-4da7-a77b-fbdf7bf15886" providerId="ADAL" clId="{CDC5B0EF-6BEB-4658-A9FF-CB66F6FA6C1E}" dt="2025-05-22T23:18:22.360" v="3254" actId="14826"/>
          <ac:spMkLst>
            <pc:docMk/>
            <pc:sldMk cId="2152317508" sldId="256"/>
            <ac:spMk id="222" creationId="{69769F35-CE21-DBF6-7A45-31A86156D4B5}"/>
          </ac:spMkLst>
        </pc:spChg>
        <pc:spChg chg="add mod topLvl">
          <ac:chgData name="Li, Hanchen F" userId="3aee791e-6a2d-4da7-a77b-fbdf7bf15886" providerId="ADAL" clId="{CDC5B0EF-6BEB-4658-A9FF-CB66F6FA6C1E}" dt="2025-05-22T23:18:22.360" v="3254" actId="14826"/>
          <ac:spMkLst>
            <pc:docMk/>
            <pc:sldMk cId="2152317508" sldId="256"/>
            <ac:spMk id="223" creationId="{F85F9F5E-7F8C-D806-1208-A61EF4A432E9}"/>
          </ac:spMkLst>
        </pc:spChg>
        <pc:spChg chg="add mod ord topLvl">
          <ac:chgData name="Li, Hanchen F" userId="3aee791e-6a2d-4da7-a77b-fbdf7bf15886" providerId="ADAL" clId="{CDC5B0EF-6BEB-4658-A9FF-CB66F6FA6C1E}" dt="2025-05-22T23:18:22.360" v="3254" actId="14826"/>
          <ac:spMkLst>
            <pc:docMk/>
            <pc:sldMk cId="2152317508" sldId="256"/>
            <ac:spMk id="266" creationId="{6442C8EB-5D30-09C6-3A48-E4C4A4965C0D}"/>
          </ac:spMkLst>
        </pc:spChg>
        <pc:spChg chg="add mod ord topLvl">
          <ac:chgData name="Li, Hanchen F" userId="3aee791e-6a2d-4da7-a77b-fbdf7bf15886" providerId="ADAL" clId="{CDC5B0EF-6BEB-4658-A9FF-CB66F6FA6C1E}" dt="2025-05-22T23:18:22.360" v="3254" actId="14826"/>
          <ac:spMkLst>
            <pc:docMk/>
            <pc:sldMk cId="2152317508" sldId="256"/>
            <ac:spMk id="267" creationId="{EAC586D8-FF38-F395-2022-E4A78A8BBB25}"/>
          </ac:spMkLst>
        </pc:spChg>
        <pc:spChg chg="add mod ord topLvl">
          <ac:chgData name="Li, Hanchen F" userId="3aee791e-6a2d-4da7-a77b-fbdf7bf15886" providerId="ADAL" clId="{CDC5B0EF-6BEB-4658-A9FF-CB66F6FA6C1E}" dt="2025-05-22T23:18:22.360" v="3254" actId="14826"/>
          <ac:spMkLst>
            <pc:docMk/>
            <pc:sldMk cId="2152317508" sldId="256"/>
            <ac:spMk id="269" creationId="{CFE56281-A51F-EF35-243E-D752AA5B404C}"/>
          </ac:spMkLst>
        </pc:spChg>
        <pc:spChg chg="add mod ord topLvl">
          <ac:chgData name="Li, Hanchen F" userId="3aee791e-6a2d-4da7-a77b-fbdf7bf15886" providerId="ADAL" clId="{CDC5B0EF-6BEB-4658-A9FF-CB66F6FA6C1E}" dt="2025-05-22T23:18:22.360" v="3254" actId="14826"/>
          <ac:spMkLst>
            <pc:docMk/>
            <pc:sldMk cId="2152317508" sldId="256"/>
            <ac:spMk id="270" creationId="{567DE5D3-10E8-91AB-E662-584D42F2CFB6}"/>
          </ac:spMkLst>
        </pc:spChg>
        <pc:spChg chg="add mod topLvl">
          <ac:chgData name="Li, Hanchen F" userId="3aee791e-6a2d-4da7-a77b-fbdf7bf15886" providerId="ADAL" clId="{CDC5B0EF-6BEB-4658-A9FF-CB66F6FA6C1E}" dt="2025-05-22T23:26:04.101" v="3410" actId="114"/>
          <ac:spMkLst>
            <pc:docMk/>
            <pc:sldMk cId="2152317508" sldId="256"/>
            <ac:spMk id="278" creationId="{C8FDABE1-648B-5526-4C9D-545577FCCBA5}"/>
          </ac:spMkLst>
        </pc:spChg>
        <pc:spChg chg="add mod topLvl">
          <ac:chgData name="Li, Hanchen F" userId="3aee791e-6a2d-4da7-a77b-fbdf7bf15886" providerId="ADAL" clId="{CDC5B0EF-6BEB-4658-A9FF-CB66F6FA6C1E}" dt="2025-05-22T23:26:07.886" v="3411" actId="114"/>
          <ac:spMkLst>
            <pc:docMk/>
            <pc:sldMk cId="2152317508" sldId="256"/>
            <ac:spMk id="285" creationId="{C9749CAA-9380-FF1F-58B2-A289AECC8E24}"/>
          </ac:spMkLst>
        </pc:spChg>
        <pc:spChg chg="add mod ord">
          <ac:chgData name="Li, Hanchen F" userId="3aee791e-6a2d-4da7-a77b-fbdf7bf15886" providerId="ADAL" clId="{CDC5B0EF-6BEB-4658-A9FF-CB66F6FA6C1E}" dt="2025-05-23T16:54:39.979" v="7719" actId="1076"/>
          <ac:spMkLst>
            <pc:docMk/>
            <pc:sldMk cId="2152317508" sldId="256"/>
            <ac:spMk id="299" creationId="{35F13AFC-0568-494C-4E13-BA8B1C97E7B7}"/>
          </ac:spMkLst>
        </pc:spChg>
        <pc:spChg chg="add del mod ord">
          <ac:chgData name="Li, Hanchen F" userId="3aee791e-6a2d-4da7-a77b-fbdf7bf15886" providerId="ADAL" clId="{CDC5B0EF-6BEB-4658-A9FF-CB66F6FA6C1E}" dt="2025-05-23T16:54:20.998" v="7715" actId="1076"/>
          <ac:spMkLst>
            <pc:docMk/>
            <pc:sldMk cId="2152317508" sldId="256"/>
            <ac:spMk id="302" creationId="{9F1E5FAD-2D86-C8A9-B7BD-0D1C0A758411}"/>
          </ac:spMkLst>
        </pc:spChg>
        <pc:spChg chg="add mod ord">
          <ac:chgData name="Li, Hanchen F" userId="3aee791e-6a2d-4da7-a77b-fbdf7bf15886" providerId="ADAL" clId="{CDC5B0EF-6BEB-4658-A9FF-CB66F6FA6C1E}" dt="2025-05-22T22:51:03.082" v="2877" actId="167"/>
          <ac:spMkLst>
            <pc:docMk/>
            <pc:sldMk cId="2152317508" sldId="256"/>
            <ac:spMk id="485" creationId="{CB6B5EB7-A484-0097-8D2C-1168DFA37C1F}"/>
          </ac:spMkLst>
        </pc:spChg>
        <pc:spChg chg="add mod ord">
          <ac:chgData name="Li, Hanchen F" userId="3aee791e-6a2d-4da7-a77b-fbdf7bf15886" providerId="ADAL" clId="{CDC5B0EF-6BEB-4658-A9FF-CB66F6FA6C1E}" dt="2025-05-22T23:10:21.705" v="3230" actId="14100"/>
          <ac:spMkLst>
            <pc:docMk/>
            <pc:sldMk cId="2152317508" sldId="256"/>
            <ac:spMk id="508" creationId="{9CE91A72-D1F8-5B45-C671-C1B856D4DEA1}"/>
          </ac:spMkLst>
        </pc:spChg>
        <pc:spChg chg="add mod ord">
          <ac:chgData name="Li, Hanchen F" userId="3aee791e-6a2d-4da7-a77b-fbdf7bf15886" providerId="ADAL" clId="{CDC5B0EF-6BEB-4658-A9FF-CB66F6FA6C1E}" dt="2025-05-22T23:10:21.705" v="3230" actId="14100"/>
          <ac:spMkLst>
            <pc:docMk/>
            <pc:sldMk cId="2152317508" sldId="256"/>
            <ac:spMk id="512" creationId="{FFFF0F58-4187-E0C8-06EA-5A6D2EA3BED0}"/>
          </ac:spMkLst>
        </pc:spChg>
        <pc:spChg chg="add mod ord">
          <ac:chgData name="Li, Hanchen F" userId="3aee791e-6a2d-4da7-a77b-fbdf7bf15886" providerId="ADAL" clId="{CDC5B0EF-6BEB-4658-A9FF-CB66F6FA6C1E}" dt="2025-05-22T22:51:03.082" v="2877" actId="167"/>
          <ac:spMkLst>
            <pc:docMk/>
            <pc:sldMk cId="2152317508" sldId="256"/>
            <ac:spMk id="513" creationId="{E21DA164-BD22-4F58-0276-49EA3B2D301D}"/>
          </ac:spMkLst>
        </pc:spChg>
        <pc:spChg chg="add mod ord">
          <ac:chgData name="Li, Hanchen F" userId="3aee791e-6a2d-4da7-a77b-fbdf7bf15886" providerId="ADAL" clId="{CDC5B0EF-6BEB-4658-A9FF-CB66F6FA6C1E}" dt="2025-05-22T23:10:21.705" v="3230" actId="14100"/>
          <ac:spMkLst>
            <pc:docMk/>
            <pc:sldMk cId="2152317508" sldId="256"/>
            <ac:spMk id="522" creationId="{80629344-2DFE-D0B1-C077-5991C85ED62E}"/>
          </ac:spMkLst>
        </pc:spChg>
        <pc:spChg chg="add mod ord">
          <ac:chgData name="Li, Hanchen F" userId="3aee791e-6a2d-4da7-a77b-fbdf7bf15886" providerId="ADAL" clId="{CDC5B0EF-6BEB-4658-A9FF-CB66F6FA6C1E}" dt="2025-05-22T22:52:22.068" v="2915" actId="167"/>
          <ac:spMkLst>
            <pc:docMk/>
            <pc:sldMk cId="2152317508" sldId="256"/>
            <ac:spMk id="523" creationId="{6A271C8F-75E9-42BF-7180-E79EF1374624}"/>
          </ac:spMkLst>
        </pc:spChg>
        <pc:spChg chg="add mod ord">
          <ac:chgData name="Li, Hanchen F" userId="3aee791e-6a2d-4da7-a77b-fbdf7bf15886" providerId="ADAL" clId="{CDC5B0EF-6BEB-4658-A9FF-CB66F6FA6C1E}" dt="2025-05-22T22:52:22.068" v="2915" actId="167"/>
          <ac:spMkLst>
            <pc:docMk/>
            <pc:sldMk cId="2152317508" sldId="256"/>
            <ac:spMk id="524" creationId="{A3116FBB-1674-C3CA-262E-660DAF9B6048}"/>
          </ac:spMkLst>
        </pc:spChg>
        <pc:spChg chg="add mod ord">
          <ac:chgData name="Li, Hanchen F" userId="3aee791e-6a2d-4da7-a77b-fbdf7bf15886" providerId="ADAL" clId="{CDC5B0EF-6BEB-4658-A9FF-CB66F6FA6C1E}" dt="2025-05-22T22:52:22.068" v="2915" actId="167"/>
          <ac:spMkLst>
            <pc:docMk/>
            <pc:sldMk cId="2152317508" sldId="256"/>
            <ac:spMk id="525" creationId="{037A5E4A-FF28-EE89-0F73-8338BF9CDAC6}"/>
          </ac:spMkLst>
        </pc:spChg>
        <pc:spChg chg="add mod ord">
          <ac:chgData name="Li, Hanchen F" userId="3aee791e-6a2d-4da7-a77b-fbdf7bf15886" providerId="ADAL" clId="{CDC5B0EF-6BEB-4658-A9FF-CB66F6FA6C1E}" dt="2025-05-22T22:54:56.952" v="2961" actId="167"/>
          <ac:spMkLst>
            <pc:docMk/>
            <pc:sldMk cId="2152317508" sldId="256"/>
            <ac:spMk id="542" creationId="{4F1DDE24-4B3F-9A0F-F3FD-83E0DE605950}"/>
          </ac:spMkLst>
        </pc:spChg>
        <pc:spChg chg="add mod ord">
          <ac:chgData name="Li, Hanchen F" userId="3aee791e-6a2d-4da7-a77b-fbdf7bf15886" providerId="ADAL" clId="{CDC5B0EF-6BEB-4658-A9FF-CB66F6FA6C1E}" dt="2025-05-22T22:54:56.952" v="2961" actId="167"/>
          <ac:spMkLst>
            <pc:docMk/>
            <pc:sldMk cId="2152317508" sldId="256"/>
            <ac:spMk id="543" creationId="{3D8C1A75-64EC-F6AB-A0D3-5769B06D19DB}"/>
          </ac:spMkLst>
        </pc:spChg>
        <pc:spChg chg="add mod ord">
          <ac:chgData name="Li, Hanchen F" userId="3aee791e-6a2d-4da7-a77b-fbdf7bf15886" providerId="ADAL" clId="{CDC5B0EF-6BEB-4658-A9FF-CB66F6FA6C1E}" dt="2025-05-22T22:54:56.952" v="2961" actId="167"/>
          <ac:spMkLst>
            <pc:docMk/>
            <pc:sldMk cId="2152317508" sldId="256"/>
            <ac:spMk id="545" creationId="{521A5D0C-1294-D5FE-61D6-EBE238C90578}"/>
          </ac:spMkLst>
        </pc:spChg>
        <pc:spChg chg="add mod ord topLvl">
          <ac:chgData name="Li, Hanchen F" userId="3aee791e-6a2d-4da7-a77b-fbdf7bf15886" providerId="ADAL" clId="{CDC5B0EF-6BEB-4658-A9FF-CB66F6FA6C1E}" dt="2025-05-22T23:01:40.308" v="3093" actId="167"/>
          <ac:spMkLst>
            <pc:docMk/>
            <pc:sldMk cId="2152317508" sldId="256"/>
            <ac:spMk id="546" creationId="{DB00C665-6E9B-0F05-199C-8CEFD5BC2BB6}"/>
          </ac:spMkLst>
        </pc:spChg>
        <pc:spChg chg="add mod ord topLvl">
          <ac:chgData name="Li, Hanchen F" userId="3aee791e-6a2d-4da7-a77b-fbdf7bf15886" providerId="ADAL" clId="{CDC5B0EF-6BEB-4658-A9FF-CB66F6FA6C1E}" dt="2025-05-22T23:10:21.705" v="3230" actId="14100"/>
          <ac:spMkLst>
            <pc:docMk/>
            <pc:sldMk cId="2152317508" sldId="256"/>
            <ac:spMk id="547" creationId="{0A42AB5B-F6CC-F063-8EC3-9D75C9E43416}"/>
          </ac:spMkLst>
        </pc:spChg>
        <pc:spChg chg="add mod ord topLvl">
          <ac:chgData name="Li, Hanchen F" userId="3aee791e-6a2d-4da7-a77b-fbdf7bf15886" providerId="ADAL" clId="{CDC5B0EF-6BEB-4658-A9FF-CB66F6FA6C1E}" dt="2025-05-22T23:01:40.308" v="3093" actId="167"/>
          <ac:spMkLst>
            <pc:docMk/>
            <pc:sldMk cId="2152317508" sldId="256"/>
            <ac:spMk id="548" creationId="{4F609DA5-8FC2-8A5D-7BB4-18A276FC5C2D}"/>
          </ac:spMkLst>
        </pc:spChg>
        <pc:spChg chg="add mod ord topLvl">
          <ac:chgData name="Li, Hanchen F" userId="3aee791e-6a2d-4da7-a77b-fbdf7bf15886" providerId="ADAL" clId="{CDC5B0EF-6BEB-4658-A9FF-CB66F6FA6C1E}" dt="2025-05-22T23:01:40.308" v="3093" actId="167"/>
          <ac:spMkLst>
            <pc:docMk/>
            <pc:sldMk cId="2152317508" sldId="256"/>
            <ac:spMk id="549" creationId="{8A1A5189-9C06-1388-F8C0-C6829E258E1D}"/>
          </ac:spMkLst>
        </pc:spChg>
        <pc:spChg chg="add del mod ord topLvl">
          <ac:chgData name="Li, Hanchen F" userId="3aee791e-6a2d-4da7-a77b-fbdf7bf15886" providerId="ADAL" clId="{CDC5B0EF-6BEB-4658-A9FF-CB66F6FA6C1E}" dt="2025-05-22T23:23:17.117" v="3357" actId="478"/>
          <ac:spMkLst>
            <pc:docMk/>
            <pc:sldMk cId="2152317508" sldId="256"/>
            <ac:spMk id="557" creationId="{3B080B03-2067-1C1F-34FF-BDA06B818772}"/>
          </ac:spMkLst>
        </pc:spChg>
        <pc:spChg chg="mod ord topLvl">
          <ac:chgData name="Li, Hanchen F" userId="3aee791e-6a2d-4da7-a77b-fbdf7bf15886" providerId="ADAL" clId="{CDC5B0EF-6BEB-4658-A9FF-CB66F6FA6C1E}" dt="2025-05-22T22:57:19.231" v="2998" actId="167"/>
          <ac:spMkLst>
            <pc:docMk/>
            <pc:sldMk cId="2152317508" sldId="256"/>
            <ac:spMk id="558" creationId="{563C39CA-1781-DE29-36FA-9936F591F1A6}"/>
          </ac:spMkLst>
        </pc:spChg>
        <pc:spChg chg="add del mod ord topLvl">
          <ac:chgData name="Li, Hanchen F" userId="3aee791e-6a2d-4da7-a77b-fbdf7bf15886" providerId="ADAL" clId="{CDC5B0EF-6BEB-4658-A9FF-CB66F6FA6C1E}" dt="2025-05-22T23:49:01.969" v="5003" actId="1076"/>
          <ac:spMkLst>
            <pc:docMk/>
            <pc:sldMk cId="2152317508" sldId="256"/>
            <ac:spMk id="559" creationId="{5E138F4E-5660-0072-C963-B4367190DF21}"/>
          </ac:spMkLst>
        </pc:spChg>
        <pc:spChg chg="add del mod ord topLvl">
          <ac:chgData name="Li, Hanchen F" userId="3aee791e-6a2d-4da7-a77b-fbdf7bf15886" providerId="ADAL" clId="{CDC5B0EF-6BEB-4658-A9FF-CB66F6FA6C1E}" dt="2025-05-22T23:23:17.117" v="3357" actId="478"/>
          <ac:spMkLst>
            <pc:docMk/>
            <pc:sldMk cId="2152317508" sldId="256"/>
            <ac:spMk id="560" creationId="{4ADB44A5-2A0B-1070-834B-A5C1A43285AC}"/>
          </ac:spMkLst>
        </pc:spChg>
        <pc:spChg chg="add del mod ord">
          <ac:chgData name="Li, Hanchen F" userId="3aee791e-6a2d-4da7-a77b-fbdf7bf15886" providerId="ADAL" clId="{CDC5B0EF-6BEB-4658-A9FF-CB66F6FA6C1E}" dt="2025-05-22T23:49:01.969" v="5003" actId="1076"/>
          <ac:spMkLst>
            <pc:docMk/>
            <pc:sldMk cId="2152317508" sldId="256"/>
            <ac:spMk id="564" creationId="{055C078D-2B85-FF2F-04E0-4CF846B07733}"/>
          </ac:spMkLst>
        </pc:spChg>
        <pc:spChg chg="add del mod ord">
          <ac:chgData name="Li, Hanchen F" userId="3aee791e-6a2d-4da7-a77b-fbdf7bf15886" providerId="ADAL" clId="{CDC5B0EF-6BEB-4658-A9FF-CB66F6FA6C1E}" dt="2025-05-22T23:49:01.969" v="5003" actId="1076"/>
          <ac:spMkLst>
            <pc:docMk/>
            <pc:sldMk cId="2152317508" sldId="256"/>
            <ac:spMk id="565" creationId="{D68A3889-E993-2D62-B7CC-4B7E4BE25929}"/>
          </ac:spMkLst>
        </pc:spChg>
        <pc:spChg chg="add del mod ord">
          <ac:chgData name="Li, Hanchen F" userId="3aee791e-6a2d-4da7-a77b-fbdf7bf15886" providerId="ADAL" clId="{CDC5B0EF-6BEB-4658-A9FF-CB66F6FA6C1E}" dt="2025-05-22T23:49:01.969" v="5003" actId="1076"/>
          <ac:spMkLst>
            <pc:docMk/>
            <pc:sldMk cId="2152317508" sldId="256"/>
            <ac:spMk id="566" creationId="{E7E75E91-BADE-ACD7-CB19-A0C9BB5FABD1}"/>
          </ac:spMkLst>
        </pc:spChg>
        <pc:spChg chg="add del mod ord">
          <ac:chgData name="Li, Hanchen F" userId="3aee791e-6a2d-4da7-a77b-fbdf7bf15886" providerId="ADAL" clId="{CDC5B0EF-6BEB-4658-A9FF-CB66F6FA6C1E}" dt="2025-05-22T23:23:17.117" v="3357" actId="478"/>
          <ac:spMkLst>
            <pc:docMk/>
            <pc:sldMk cId="2152317508" sldId="256"/>
            <ac:spMk id="567" creationId="{869053EF-1F6D-A07D-4594-B54AB4C7D495}"/>
          </ac:spMkLst>
        </pc:spChg>
        <pc:spChg chg="add mod ord">
          <ac:chgData name="Li, Hanchen F" userId="3aee791e-6a2d-4da7-a77b-fbdf7bf15886" providerId="ADAL" clId="{CDC5B0EF-6BEB-4658-A9FF-CB66F6FA6C1E}" dt="2025-05-22T23:10:21.705" v="3230" actId="14100"/>
          <ac:spMkLst>
            <pc:docMk/>
            <pc:sldMk cId="2152317508" sldId="256"/>
            <ac:spMk id="574" creationId="{1F0C2681-DA64-655E-E712-00BB205255F8}"/>
          </ac:spMkLst>
        </pc:spChg>
        <pc:spChg chg="add mod ord">
          <ac:chgData name="Li, Hanchen F" userId="3aee791e-6a2d-4da7-a77b-fbdf7bf15886" providerId="ADAL" clId="{CDC5B0EF-6BEB-4658-A9FF-CB66F6FA6C1E}" dt="2025-05-22T23:01:58.585" v="3097" actId="167"/>
          <ac:spMkLst>
            <pc:docMk/>
            <pc:sldMk cId="2152317508" sldId="256"/>
            <ac:spMk id="575" creationId="{8A4EC9C3-2B3C-C60C-D3A8-D59474329C04}"/>
          </ac:spMkLst>
        </pc:spChg>
        <pc:spChg chg="add mod ord">
          <ac:chgData name="Li, Hanchen F" userId="3aee791e-6a2d-4da7-a77b-fbdf7bf15886" providerId="ADAL" clId="{CDC5B0EF-6BEB-4658-A9FF-CB66F6FA6C1E}" dt="2025-05-22T23:10:21.705" v="3230" actId="14100"/>
          <ac:spMkLst>
            <pc:docMk/>
            <pc:sldMk cId="2152317508" sldId="256"/>
            <ac:spMk id="576" creationId="{88BA28D5-D249-1F6A-C569-370A9D7D1E52}"/>
          </ac:spMkLst>
        </pc:spChg>
        <pc:spChg chg="add mod ord">
          <ac:chgData name="Li, Hanchen F" userId="3aee791e-6a2d-4da7-a77b-fbdf7bf15886" providerId="ADAL" clId="{CDC5B0EF-6BEB-4658-A9FF-CB66F6FA6C1E}" dt="2025-05-22T23:01:58.585" v="3097" actId="167"/>
          <ac:spMkLst>
            <pc:docMk/>
            <pc:sldMk cId="2152317508" sldId="256"/>
            <ac:spMk id="577" creationId="{70921E29-34F7-24DA-BF73-4F8559662EBB}"/>
          </ac:spMkLst>
        </pc:spChg>
        <pc:spChg chg="add mod ord">
          <ac:chgData name="Li, Hanchen F" userId="3aee791e-6a2d-4da7-a77b-fbdf7bf15886" providerId="ADAL" clId="{CDC5B0EF-6BEB-4658-A9FF-CB66F6FA6C1E}" dt="2025-05-22T23:03:18.860" v="3117" actId="167"/>
          <ac:spMkLst>
            <pc:docMk/>
            <pc:sldMk cId="2152317508" sldId="256"/>
            <ac:spMk id="578" creationId="{8F3DC47C-2FC5-4867-5C93-5099A7F22F7F}"/>
          </ac:spMkLst>
        </pc:spChg>
        <pc:spChg chg="add del mod ord">
          <ac:chgData name="Li, Hanchen F" userId="3aee791e-6a2d-4da7-a77b-fbdf7bf15886" providerId="ADAL" clId="{CDC5B0EF-6BEB-4658-A9FF-CB66F6FA6C1E}" dt="2025-05-22T23:49:01.969" v="5003" actId="1076"/>
          <ac:spMkLst>
            <pc:docMk/>
            <pc:sldMk cId="2152317508" sldId="256"/>
            <ac:spMk id="579" creationId="{71E32F26-A88C-152F-93DE-0CA08797AD7E}"/>
          </ac:spMkLst>
        </pc:spChg>
        <pc:spChg chg="add del mod ord">
          <ac:chgData name="Li, Hanchen F" userId="3aee791e-6a2d-4da7-a77b-fbdf7bf15886" providerId="ADAL" clId="{CDC5B0EF-6BEB-4658-A9FF-CB66F6FA6C1E}" dt="2025-05-22T23:42:08.630" v="3808" actId="1076"/>
          <ac:spMkLst>
            <pc:docMk/>
            <pc:sldMk cId="2152317508" sldId="256"/>
            <ac:spMk id="580" creationId="{F558A9C8-F024-BD69-5E17-96E76BAC7279}"/>
          </ac:spMkLst>
        </pc:spChg>
        <pc:spChg chg="add mod ord">
          <ac:chgData name="Li, Hanchen F" userId="3aee791e-6a2d-4da7-a77b-fbdf7bf15886" providerId="ADAL" clId="{CDC5B0EF-6BEB-4658-A9FF-CB66F6FA6C1E}" dt="2025-05-22T23:03:18.860" v="3117" actId="167"/>
          <ac:spMkLst>
            <pc:docMk/>
            <pc:sldMk cId="2152317508" sldId="256"/>
            <ac:spMk id="581" creationId="{0A2EC4B9-D3A9-0306-358B-187C327950F5}"/>
          </ac:spMkLst>
        </pc:spChg>
        <pc:spChg chg="add mod ord">
          <ac:chgData name="Li, Hanchen F" userId="3aee791e-6a2d-4da7-a77b-fbdf7bf15886" providerId="ADAL" clId="{CDC5B0EF-6BEB-4658-A9FF-CB66F6FA6C1E}" dt="2025-05-22T23:05:30.434" v="3156" actId="167"/>
          <ac:spMkLst>
            <pc:docMk/>
            <pc:sldMk cId="2152317508" sldId="256"/>
            <ac:spMk id="582" creationId="{67480BD8-52DE-60C5-53AB-92F38C22736F}"/>
          </ac:spMkLst>
        </pc:spChg>
        <pc:spChg chg="add mod ord">
          <ac:chgData name="Li, Hanchen F" userId="3aee791e-6a2d-4da7-a77b-fbdf7bf15886" providerId="ADAL" clId="{CDC5B0EF-6BEB-4658-A9FF-CB66F6FA6C1E}" dt="2025-05-22T23:10:21.705" v="3230" actId="14100"/>
          <ac:spMkLst>
            <pc:docMk/>
            <pc:sldMk cId="2152317508" sldId="256"/>
            <ac:spMk id="583" creationId="{B53C68A4-E6EB-B738-193F-367BE0D7DBD9}"/>
          </ac:spMkLst>
        </pc:spChg>
        <pc:spChg chg="add mod ord">
          <ac:chgData name="Li, Hanchen F" userId="3aee791e-6a2d-4da7-a77b-fbdf7bf15886" providerId="ADAL" clId="{CDC5B0EF-6BEB-4658-A9FF-CB66F6FA6C1E}" dt="2025-05-22T23:05:30.434" v="3156" actId="167"/>
          <ac:spMkLst>
            <pc:docMk/>
            <pc:sldMk cId="2152317508" sldId="256"/>
            <ac:spMk id="584" creationId="{16BA22F2-62BE-CFCF-8A51-8A8728CA050C}"/>
          </ac:spMkLst>
        </pc:spChg>
        <pc:spChg chg="add mod ord">
          <ac:chgData name="Li, Hanchen F" userId="3aee791e-6a2d-4da7-a77b-fbdf7bf15886" providerId="ADAL" clId="{CDC5B0EF-6BEB-4658-A9FF-CB66F6FA6C1E}" dt="2025-05-22T23:05:30.434" v="3156" actId="167"/>
          <ac:spMkLst>
            <pc:docMk/>
            <pc:sldMk cId="2152317508" sldId="256"/>
            <ac:spMk id="585" creationId="{3F4C9750-83C5-86C1-671F-F7076BE5B95D}"/>
          </ac:spMkLst>
        </pc:spChg>
        <pc:spChg chg="add mod ord">
          <ac:chgData name="Li, Hanchen F" userId="3aee791e-6a2d-4da7-a77b-fbdf7bf15886" providerId="ADAL" clId="{CDC5B0EF-6BEB-4658-A9FF-CB66F6FA6C1E}" dt="2025-05-22T23:06:34.508" v="3179" actId="167"/>
          <ac:spMkLst>
            <pc:docMk/>
            <pc:sldMk cId="2152317508" sldId="256"/>
            <ac:spMk id="586" creationId="{23B964E1-1523-DA7C-4675-D2C5E8550EBC}"/>
          </ac:spMkLst>
        </pc:spChg>
        <pc:spChg chg="add mod ord">
          <ac:chgData name="Li, Hanchen F" userId="3aee791e-6a2d-4da7-a77b-fbdf7bf15886" providerId="ADAL" clId="{CDC5B0EF-6BEB-4658-A9FF-CB66F6FA6C1E}" dt="2025-05-22T23:06:34.508" v="3179" actId="167"/>
          <ac:spMkLst>
            <pc:docMk/>
            <pc:sldMk cId="2152317508" sldId="256"/>
            <ac:spMk id="587" creationId="{D61CFB9F-6646-F2A0-5843-38B34C58EBCC}"/>
          </ac:spMkLst>
        </pc:spChg>
        <pc:spChg chg="add mod ord">
          <ac:chgData name="Li, Hanchen F" userId="3aee791e-6a2d-4da7-a77b-fbdf7bf15886" providerId="ADAL" clId="{CDC5B0EF-6BEB-4658-A9FF-CB66F6FA6C1E}" dt="2025-05-22T23:06:34.508" v="3179" actId="167"/>
          <ac:spMkLst>
            <pc:docMk/>
            <pc:sldMk cId="2152317508" sldId="256"/>
            <ac:spMk id="588" creationId="{5EBA3636-B57A-3106-4498-40990A7FC304}"/>
          </ac:spMkLst>
        </pc:spChg>
        <pc:spChg chg="add mod ord">
          <ac:chgData name="Li, Hanchen F" userId="3aee791e-6a2d-4da7-a77b-fbdf7bf15886" providerId="ADAL" clId="{CDC5B0EF-6BEB-4658-A9FF-CB66F6FA6C1E}" dt="2025-05-22T23:06:34.508" v="3179" actId="167"/>
          <ac:spMkLst>
            <pc:docMk/>
            <pc:sldMk cId="2152317508" sldId="256"/>
            <ac:spMk id="589" creationId="{B8800881-C30B-6CA1-6042-06EEF70848E5}"/>
          </ac:spMkLst>
        </pc:spChg>
        <pc:spChg chg="add del mod ord topLvl">
          <ac:chgData name="Li, Hanchen F" userId="3aee791e-6a2d-4da7-a77b-fbdf7bf15886" providerId="ADAL" clId="{CDC5B0EF-6BEB-4658-A9FF-CB66F6FA6C1E}" dt="2025-05-22T23:23:17.117" v="3357" actId="478"/>
          <ac:spMkLst>
            <pc:docMk/>
            <pc:sldMk cId="2152317508" sldId="256"/>
            <ac:spMk id="590" creationId="{B615F152-8B51-79EC-8481-DEFCF934E050}"/>
          </ac:spMkLst>
        </pc:spChg>
        <pc:spChg chg="add mod ord topLvl">
          <ac:chgData name="Li, Hanchen F" userId="3aee791e-6a2d-4da7-a77b-fbdf7bf15886" providerId="ADAL" clId="{CDC5B0EF-6BEB-4658-A9FF-CB66F6FA6C1E}" dt="2025-05-22T23:49:01.969" v="5003" actId="1076"/>
          <ac:spMkLst>
            <pc:docMk/>
            <pc:sldMk cId="2152317508" sldId="256"/>
            <ac:spMk id="591" creationId="{BADFCC88-4D74-25A6-4A37-A7182E5C8680}"/>
          </ac:spMkLst>
        </pc:spChg>
        <pc:spChg chg="add mod ord topLvl">
          <ac:chgData name="Li, Hanchen F" userId="3aee791e-6a2d-4da7-a77b-fbdf7bf15886" providerId="ADAL" clId="{CDC5B0EF-6BEB-4658-A9FF-CB66F6FA6C1E}" dt="2025-05-22T23:49:01.969" v="5003" actId="1076"/>
          <ac:spMkLst>
            <pc:docMk/>
            <pc:sldMk cId="2152317508" sldId="256"/>
            <ac:spMk id="592" creationId="{B16977BE-F2B0-4ADC-A4DF-8517894FED28}"/>
          </ac:spMkLst>
        </pc:spChg>
        <pc:spChg chg="add mod ord topLvl">
          <ac:chgData name="Li, Hanchen F" userId="3aee791e-6a2d-4da7-a77b-fbdf7bf15886" providerId="ADAL" clId="{CDC5B0EF-6BEB-4658-A9FF-CB66F6FA6C1E}" dt="2025-05-22T23:08:04.166" v="3200" actId="167"/>
          <ac:spMkLst>
            <pc:docMk/>
            <pc:sldMk cId="2152317508" sldId="256"/>
            <ac:spMk id="593" creationId="{DEF6A005-7CB5-E8D3-ADA1-B72C58D85415}"/>
          </ac:spMkLst>
        </pc:spChg>
        <pc:spChg chg="add mod">
          <ac:chgData name="Li, Hanchen F" userId="3aee791e-6a2d-4da7-a77b-fbdf7bf15886" providerId="ADAL" clId="{CDC5B0EF-6BEB-4658-A9FF-CB66F6FA6C1E}" dt="2025-05-22T23:08:10.806" v="3201" actId="164"/>
          <ac:spMkLst>
            <pc:docMk/>
            <pc:sldMk cId="2152317508" sldId="256"/>
            <ac:spMk id="594" creationId="{04398683-021F-3C50-FF61-1A8F80E3FC61}"/>
          </ac:spMkLst>
        </pc:spChg>
        <pc:spChg chg="add mod">
          <ac:chgData name="Li, Hanchen F" userId="3aee791e-6a2d-4da7-a77b-fbdf7bf15886" providerId="ADAL" clId="{CDC5B0EF-6BEB-4658-A9FF-CB66F6FA6C1E}" dt="2025-05-22T23:08:10.806" v="3201" actId="164"/>
          <ac:spMkLst>
            <pc:docMk/>
            <pc:sldMk cId="2152317508" sldId="256"/>
            <ac:spMk id="595" creationId="{D50A29E3-B572-5E42-45A9-97776C44858E}"/>
          </ac:spMkLst>
        </pc:spChg>
        <pc:spChg chg="add mod">
          <ac:chgData name="Li, Hanchen F" userId="3aee791e-6a2d-4da7-a77b-fbdf7bf15886" providerId="ADAL" clId="{CDC5B0EF-6BEB-4658-A9FF-CB66F6FA6C1E}" dt="2025-05-22T23:08:10.806" v="3201" actId="164"/>
          <ac:spMkLst>
            <pc:docMk/>
            <pc:sldMk cId="2152317508" sldId="256"/>
            <ac:spMk id="596" creationId="{01F804CE-9812-8805-AFB5-9328BAC92300}"/>
          </ac:spMkLst>
        </pc:spChg>
        <pc:spChg chg="add mod">
          <ac:chgData name="Li, Hanchen F" userId="3aee791e-6a2d-4da7-a77b-fbdf7bf15886" providerId="ADAL" clId="{CDC5B0EF-6BEB-4658-A9FF-CB66F6FA6C1E}" dt="2025-05-22T23:08:10.806" v="3201" actId="164"/>
          <ac:spMkLst>
            <pc:docMk/>
            <pc:sldMk cId="2152317508" sldId="256"/>
            <ac:spMk id="597" creationId="{863903AF-8C69-BC7B-5722-122F807E1510}"/>
          </ac:spMkLst>
        </pc:spChg>
        <pc:spChg chg="add mod">
          <ac:chgData name="Li, Hanchen F" userId="3aee791e-6a2d-4da7-a77b-fbdf7bf15886" providerId="ADAL" clId="{CDC5B0EF-6BEB-4658-A9FF-CB66F6FA6C1E}" dt="2025-05-23T23:40:04.556" v="8220" actId="1076"/>
          <ac:spMkLst>
            <pc:docMk/>
            <pc:sldMk cId="2152317508" sldId="256"/>
            <ac:spMk id="617" creationId="{CB15D671-EDCB-C09D-1146-52306A656CD9}"/>
          </ac:spMkLst>
        </pc:spChg>
        <pc:spChg chg="add mod">
          <ac:chgData name="Li, Hanchen F" userId="3aee791e-6a2d-4da7-a77b-fbdf7bf15886" providerId="ADAL" clId="{CDC5B0EF-6BEB-4658-A9FF-CB66F6FA6C1E}" dt="2025-05-23T23:40:01.476" v="8219" actId="1076"/>
          <ac:spMkLst>
            <pc:docMk/>
            <pc:sldMk cId="2152317508" sldId="256"/>
            <ac:spMk id="619" creationId="{79E206C2-73FC-BC8D-0BF4-6E0E80BC3ECC}"/>
          </ac:spMkLst>
        </pc:spChg>
        <pc:spChg chg="add mod">
          <ac:chgData name="Li, Hanchen F" userId="3aee791e-6a2d-4da7-a77b-fbdf7bf15886" providerId="ADAL" clId="{CDC5B0EF-6BEB-4658-A9FF-CB66F6FA6C1E}" dt="2025-05-23T16:54:39.979" v="7719" actId="1076"/>
          <ac:spMkLst>
            <pc:docMk/>
            <pc:sldMk cId="2152317508" sldId="256"/>
            <ac:spMk id="621" creationId="{1F4717BC-6CD4-9D6B-3F0B-F37256C12850}"/>
          </ac:spMkLst>
        </pc:spChg>
        <pc:spChg chg="add mod">
          <ac:chgData name="Li, Hanchen F" userId="3aee791e-6a2d-4da7-a77b-fbdf7bf15886" providerId="ADAL" clId="{CDC5B0EF-6BEB-4658-A9FF-CB66F6FA6C1E}" dt="2025-05-23T23:39:57.228" v="8217" actId="1076"/>
          <ac:spMkLst>
            <pc:docMk/>
            <pc:sldMk cId="2152317508" sldId="256"/>
            <ac:spMk id="622" creationId="{24FE7683-DD96-130B-A35D-560FE0BF68C4}"/>
          </ac:spMkLst>
        </pc:spChg>
        <pc:spChg chg="add mod">
          <ac:chgData name="Li, Hanchen F" userId="3aee791e-6a2d-4da7-a77b-fbdf7bf15886" providerId="ADAL" clId="{CDC5B0EF-6BEB-4658-A9FF-CB66F6FA6C1E}" dt="2025-05-23T23:39:59.387" v="8218" actId="1076"/>
          <ac:spMkLst>
            <pc:docMk/>
            <pc:sldMk cId="2152317508" sldId="256"/>
            <ac:spMk id="623" creationId="{BE97E01D-3E36-43CA-F999-3F23131BBA17}"/>
          </ac:spMkLst>
        </pc:spChg>
        <pc:spChg chg="add mod">
          <ac:chgData name="Li, Hanchen F" userId="3aee791e-6a2d-4da7-a77b-fbdf7bf15886" providerId="ADAL" clId="{CDC5B0EF-6BEB-4658-A9FF-CB66F6FA6C1E}" dt="2025-05-23T23:40:07.182" v="8221" actId="1076"/>
          <ac:spMkLst>
            <pc:docMk/>
            <pc:sldMk cId="2152317508" sldId="256"/>
            <ac:spMk id="625" creationId="{9B96B34A-88E8-A575-706C-EA6554473EB5}"/>
          </ac:spMkLst>
        </pc:spChg>
        <pc:spChg chg="add mod">
          <ac:chgData name="Li, Hanchen F" userId="3aee791e-6a2d-4da7-a77b-fbdf7bf15886" providerId="ADAL" clId="{CDC5B0EF-6BEB-4658-A9FF-CB66F6FA6C1E}" dt="2025-05-23T23:39:42.388" v="8210" actId="1076"/>
          <ac:spMkLst>
            <pc:docMk/>
            <pc:sldMk cId="2152317508" sldId="256"/>
            <ac:spMk id="626" creationId="{23362C5B-7C12-59DB-F159-14ED22686E92}"/>
          </ac:spMkLst>
        </pc:spChg>
        <pc:spChg chg="add mod">
          <ac:chgData name="Li, Hanchen F" userId="3aee791e-6a2d-4da7-a77b-fbdf7bf15886" providerId="ADAL" clId="{CDC5B0EF-6BEB-4658-A9FF-CB66F6FA6C1E}" dt="2025-05-23T16:54:20.998" v="7715" actId="1076"/>
          <ac:spMkLst>
            <pc:docMk/>
            <pc:sldMk cId="2152317508" sldId="256"/>
            <ac:spMk id="627" creationId="{3B1E4A0D-4815-6A4D-2500-5FA08793AA43}"/>
          </ac:spMkLst>
        </pc:spChg>
        <pc:spChg chg="add mod">
          <ac:chgData name="Li, Hanchen F" userId="3aee791e-6a2d-4da7-a77b-fbdf7bf15886" providerId="ADAL" clId="{CDC5B0EF-6BEB-4658-A9FF-CB66F6FA6C1E}" dt="2025-05-23T16:54:20.998" v="7715" actId="1076"/>
          <ac:spMkLst>
            <pc:docMk/>
            <pc:sldMk cId="2152317508" sldId="256"/>
            <ac:spMk id="628" creationId="{0C6B2218-D0B0-5419-38BD-907C17746AF2}"/>
          </ac:spMkLst>
        </pc:spChg>
        <pc:spChg chg="add mod">
          <ac:chgData name="Li, Hanchen F" userId="3aee791e-6a2d-4da7-a77b-fbdf7bf15886" providerId="ADAL" clId="{CDC5B0EF-6BEB-4658-A9FF-CB66F6FA6C1E}" dt="2025-05-23T23:39:37.445" v="8208" actId="1076"/>
          <ac:spMkLst>
            <pc:docMk/>
            <pc:sldMk cId="2152317508" sldId="256"/>
            <ac:spMk id="629" creationId="{6BD67D8F-5D9E-71D0-C219-EC903BC305F3}"/>
          </ac:spMkLst>
        </pc:spChg>
        <pc:spChg chg="add mod">
          <ac:chgData name="Li, Hanchen F" userId="3aee791e-6a2d-4da7-a77b-fbdf7bf15886" providerId="ADAL" clId="{CDC5B0EF-6BEB-4658-A9FF-CB66F6FA6C1E}" dt="2025-05-23T23:39:40.676" v="8209" actId="1076"/>
          <ac:spMkLst>
            <pc:docMk/>
            <pc:sldMk cId="2152317508" sldId="256"/>
            <ac:spMk id="630" creationId="{886E6962-D707-458C-7FE3-5B5708862DC4}"/>
          </ac:spMkLst>
        </pc:spChg>
        <pc:spChg chg="add mod">
          <ac:chgData name="Li, Hanchen F" userId="3aee791e-6a2d-4da7-a77b-fbdf7bf15886" providerId="ADAL" clId="{CDC5B0EF-6BEB-4658-A9FF-CB66F6FA6C1E}" dt="2025-05-23T23:39:45.618" v="8211" actId="1076"/>
          <ac:spMkLst>
            <pc:docMk/>
            <pc:sldMk cId="2152317508" sldId="256"/>
            <ac:spMk id="631" creationId="{5408E49A-F35A-9A74-F232-F007BFFB7297}"/>
          </ac:spMkLst>
        </pc:spChg>
        <pc:spChg chg="add mod">
          <ac:chgData name="Li, Hanchen F" userId="3aee791e-6a2d-4da7-a77b-fbdf7bf15886" providerId="ADAL" clId="{CDC5B0EF-6BEB-4658-A9FF-CB66F6FA6C1E}" dt="2025-05-22T23:34:13.925" v="3605" actId="1036"/>
          <ac:spMkLst>
            <pc:docMk/>
            <pc:sldMk cId="2152317508" sldId="256"/>
            <ac:spMk id="632" creationId="{A61D15AF-B466-2D63-5FA5-552ED19C9A6C}"/>
          </ac:spMkLst>
        </pc:spChg>
        <pc:spChg chg="add mod">
          <ac:chgData name="Li, Hanchen F" userId="3aee791e-6a2d-4da7-a77b-fbdf7bf15886" providerId="ADAL" clId="{CDC5B0EF-6BEB-4658-A9FF-CB66F6FA6C1E}" dt="2025-05-22T23:34:17.088" v="3611" actId="1037"/>
          <ac:spMkLst>
            <pc:docMk/>
            <pc:sldMk cId="2152317508" sldId="256"/>
            <ac:spMk id="669" creationId="{A123FB79-41B3-6095-12D2-8997AD6F70A2}"/>
          </ac:spMkLst>
        </pc:spChg>
        <pc:spChg chg="add del mod">
          <ac:chgData name="Li, Hanchen F" userId="3aee791e-6a2d-4da7-a77b-fbdf7bf15886" providerId="ADAL" clId="{CDC5B0EF-6BEB-4658-A9FF-CB66F6FA6C1E}" dt="2025-05-26T23:51:13.039" v="8761" actId="478"/>
          <ac:spMkLst>
            <pc:docMk/>
            <pc:sldMk cId="2152317508" sldId="256"/>
            <ac:spMk id="671" creationId="{48721D70-ADC2-65F2-CF96-A9148310688B}"/>
          </ac:spMkLst>
        </pc:spChg>
        <pc:spChg chg="add mod">
          <ac:chgData name="Li, Hanchen F" userId="3aee791e-6a2d-4da7-a77b-fbdf7bf15886" providerId="ADAL" clId="{CDC5B0EF-6BEB-4658-A9FF-CB66F6FA6C1E}" dt="2025-05-22T23:30:03.370" v="3495" actId="1076"/>
          <ac:spMkLst>
            <pc:docMk/>
            <pc:sldMk cId="2152317508" sldId="256"/>
            <ac:spMk id="672" creationId="{C94978E5-38D3-C72E-4BC7-EA21E8DEA92A}"/>
          </ac:spMkLst>
        </pc:spChg>
        <pc:spChg chg="add del mod">
          <ac:chgData name="Li, Hanchen F" userId="3aee791e-6a2d-4da7-a77b-fbdf7bf15886" providerId="ADAL" clId="{CDC5B0EF-6BEB-4658-A9FF-CB66F6FA6C1E}" dt="2025-05-26T23:50:53.609" v="8755" actId="478"/>
          <ac:spMkLst>
            <pc:docMk/>
            <pc:sldMk cId="2152317508" sldId="256"/>
            <ac:spMk id="673" creationId="{5A7B8730-BD7F-1D04-4A62-5FA63DD009A6}"/>
          </ac:spMkLst>
        </pc:spChg>
        <pc:spChg chg="add mod">
          <ac:chgData name="Li, Hanchen F" userId="3aee791e-6a2d-4da7-a77b-fbdf7bf15886" providerId="ADAL" clId="{CDC5B0EF-6BEB-4658-A9FF-CB66F6FA6C1E}" dt="2025-05-26T23:50:51.104" v="8754" actId="1076"/>
          <ac:spMkLst>
            <pc:docMk/>
            <pc:sldMk cId="2152317508" sldId="256"/>
            <ac:spMk id="674" creationId="{A935AE22-62AE-F8AB-1407-39E208CA744F}"/>
          </ac:spMkLst>
        </pc:spChg>
        <pc:spChg chg="add mod">
          <ac:chgData name="Li, Hanchen F" userId="3aee791e-6a2d-4da7-a77b-fbdf7bf15886" providerId="ADAL" clId="{CDC5B0EF-6BEB-4658-A9FF-CB66F6FA6C1E}" dt="2025-05-22T23:32:37.908" v="3542" actId="1076"/>
          <ac:spMkLst>
            <pc:docMk/>
            <pc:sldMk cId="2152317508" sldId="256"/>
            <ac:spMk id="675" creationId="{0A17F9F3-7622-7E38-74EA-A9F9A6FC294D}"/>
          </ac:spMkLst>
        </pc:spChg>
        <pc:spChg chg="add mod">
          <ac:chgData name="Li, Hanchen F" userId="3aee791e-6a2d-4da7-a77b-fbdf7bf15886" providerId="ADAL" clId="{CDC5B0EF-6BEB-4658-A9FF-CB66F6FA6C1E}" dt="2025-05-22T23:32:40.803" v="3543" actId="1076"/>
          <ac:spMkLst>
            <pc:docMk/>
            <pc:sldMk cId="2152317508" sldId="256"/>
            <ac:spMk id="676" creationId="{5905825D-B7AF-AF50-F109-30D5381D1F18}"/>
          </ac:spMkLst>
        </pc:spChg>
        <pc:spChg chg="add mod">
          <ac:chgData name="Li, Hanchen F" userId="3aee791e-6a2d-4da7-a77b-fbdf7bf15886" providerId="ADAL" clId="{CDC5B0EF-6BEB-4658-A9FF-CB66F6FA6C1E}" dt="2025-05-23T23:40:45.630" v="8236" actId="20577"/>
          <ac:spMkLst>
            <pc:docMk/>
            <pc:sldMk cId="2152317508" sldId="256"/>
            <ac:spMk id="680" creationId="{96046CD0-B632-D089-E3F2-4534318B70BC}"/>
          </ac:spMkLst>
        </pc:spChg>
        <pc:spChg chg="add mod">
          <ac:chgData name="Li, Hanchen F" userId="3aee791e-6a2d-4da7-a77b-fbdf7bf15886" providerId="ADAL" clId="{CDC5B0EF-6BEB-4658-A9FF-CB66F6FA6C1E}" dt="2025-05-22T23:34:04.617" v="3598" actId="1036"/>
          <ac:spMkLst>
            <pc:docMk/>
            <pc:sldMk cId="2152317508" sldId="256"/>
            <ac:spMk id="681" creationId="{9FB00591-A454-E9A8-439F-76F36CD7DCE3}"/>
          </ac:spMkLst>
        </pc:spChg>
        <pc:spChg chg="add mod">
          <ac:chgData name="Li, Hanchen F" userId="3aee791e-6a2d-4da7-a77b-fbdf7bf15886" providerId="ADAL" clId="{CDC5B0EF-6BEB-4658-A9FF-CB66F6FA6C1E}" dt="2025-05-22T23:34:07.702" v="3601" actId="1035"/>
          <ac:spMkLst>
            <pc:docMk/>
            <pc:sldMk cId="2152317508" sldId="256"/>
            <ac:spMk id="682" creationId="{4CB399E5-F8DB-1D9F-20B3-263E4D0AAFC3}"/>
          </ac:spMkLst>
        </pc:spChg>
        <pc:spChg chg="add mod">
          <ac:chgData name="Li, Hanchen F" userId="3aee791e-6a2d-4da7-a77b-fbdf7bf15886" providerId="ADAL" clId="{CDC5B0EF-6BEB-4658-A9FF-CB66F6FA6C1E}" dt="2025-05-22T23:53:25.932" v="5589" actId="1076"/>
          <ac:spMkLst>
            <pc:docMk/>
            <pc:sldMk cId="2152317508" sldId="256"/>
            <ac:spMk id="683" creationId="{25CA2D92-020F-A43F-AF56-E034EF6D12B2}"/>
          </ac:spMkLst>
        </pc:spChg>
        <pc:spChg chg="add mod">
          <ac:chgData name="Li, Hanchen F" userId="3aee791e-6a2d-4da7-a77b-fbdf7bf15886" providerId="ADAL" clId="{CDC5B0EF-6BEB-4658-A9FF-CB66F6FA6C1E}" dt="2025-05-22T23:35:09.078" v="3625" actId="1076"/>
          <ac:spMkLst>
            <pc:docMk/>
            <pc:sldMk cId="2152317508" sldId="256"/>
            <ac:spMk id="685" creationId="{15CD14B3-3672-7889-04FF-6372A7ECA99F}"/>
          </ac:spMkLst>
        </pc:spChg>
        <pc:spChg chg="add mod">
          <ac:chgData name="Li, Hanchen F" userId="3aee791e-6a2d-4da7-a77b-fbdf7bf15886" providerId="ADAL" clId="{CDC5B0EF-6BEB-4658-A9FF-CB66F6FA6C1E}" dt="2025-05-22T23:35:06.980" v="3624" actId="1076"/>
          <ac:spMkLst>
            <pc:docMk/>
            <pc:sldMk cId="2152317508" sldId="256"/>
            <ac:spMk id="686" creationId="{E4908A9B-0B08-3E5A-D4DC-288A41ECB9F4}"/>
          </ac:spMkLst>
        </pc:spChg>
        <pc:spChg chg="add mod">
          <ac:chgData name="Li, Hanchen F" userId="3aee791e-6a2d-4da7-a77b-fbdf7bf15886" providerId="ADAL" clId="{CDC5B0EF-6BEB-4658-A9FF-CB66F6FA6C1E}" dt="2025-05-22T23:38:49.218" v="3746" actId="1076"/>
          <ac:spMkLst>
            <pc:docMk/>
            <pc:sldMk cId="2152317508" sldId="256"/>
            <ac:spMk id="687" creationId="{DE03A269-2B06-7347-360C-9AAB13BCBDE4}"/>
          </ac:spMkLst>
        </pc:spChg>
        <pc:spChg chg="add mod">
          <ac:chgData name="Li, Hanchen F" userId="3aee791e-6a2d-4da7-a77b-fbdf7bf15886" providerId="ADAL" clId="{CDC5B0EF-6BEB-4658-A9FF-CB66F6FA6C1E}" dt="2025-05-22T23:38:47.746" v="3745" actId="1076"/>
          <ac:spMkLst>
            <pc:docMk/>
            <pc:sldMk cId="2152317508" sldId="256"/>
            <ac:spMk id="688" creationId="{A4CB812A-F9B2-4F31-D595-F3770083734A}"/>
          </ac:spMkLst>
        </pc:spChg>
        <pc:spChg chg="add mod">
          <ac:chgData name="Li, Hanchen F" userId="3aee791e-6a2d-4da7-a77b-fbdf7bf15886" providerId="ADAL" clId="{CDC5B0EF-6BEB-4658-A9FF-CB66F6FA6C1E}" dt="2025-05-22T23:38:55.232" v="3748" actId="1076"/>
          <ac:spMkLst>
            <pc:docMk/>
            <pc:sldMk cId="2152317508" sldId="256"/>
            <ac:spMk id="690" creationId="{6F14A423-09E9-8712-6DA4-C3997236A307}"/>
          </ac:spMkLst>
        </pc:spChg>
        <pc:spChg chg="add mod">
          <ac:chgData name="Li, Hanchen F" userId="3aee791e-6a2d-4da7-a77b-fbdf7bf15886" providerId="ADAL" clId="{CDC5B0EF-6BEB-4658-A9FF-CB66F6FA6C1E}" dt="2025-05-22T23:38:51.789" v="3747" actId="1076"/>
          <ac:spMkLst>
            <pc:docMk/>
            <pc:sldMk cId="2152317508" sldId="256"/>
            <ac:spMk id="691" creationId="{38987C34-3EF9-7FF9-A322-6AC7EAF3701F}"/>
          </ac:spMkLst>
        </pc:spChg>
        <pc:spChg chg="add mod">
          <ac:chgData name="Li, Hanchen F" userId="3aee791e-6a2d-4da7-a77b-fbdf7bf15886" providerId="ADAL" clId="{CDC5B0EF-6BEB-4658-A9FF-CB66F6FA6C1E}" dt="2025-05-22T23:39:38.538" v="3765" actId="1076"/>
          <ac:spMkLst>
            <pc:docMk/>
            <pc:sldMk cId="2152317508" sldId="256"/>
            <ac:spMk id="693" creationId="{3F9A48A1-BA63-64E8-1F9E-D38216DB2FFD}"/>
          </ac:spMkLst>
        </pc:spChg>
        <pc:spChg chg="add mod">
          <ac:chgData name="Li, Hanchen F" userId="3aee791e-6a2d-4da7-a77b-fbdf7bf15886" providerId="ADAL" clId="{CDC5B0EF-6BEB-4658-A9FF-CB66F6FA6C1E}" dt="2025-05-22T23:39:52.981" v="3772" actId="1076"/>
          <ac:spMkLst>
            <pc:docMk/>
            <pc:sldMk cId="2152317508" sldId="256"/>
            <ac:spMk id="694" creationId="{0B589E19-DFFC-1E39-CEEC-5F6428DEC4B7}"/>
          </ac:spMkLst>
        </pc:spChg>
        <pc:spChg chg="add mod">
          <ac:chgData name="Li, Hanchen F" userId="3aee791e-6a2d-4da7-a77b-fbdf7bf15886" providerId="ADAL" clId="{CDC5B0EF-6BEB-4658-A9FF-CB66F6FA6C1E}" dt="2025-05-22T23:46:06.214" v="4585" actId="207"/>
          <ac:spMkLst>
            <pc:docMk/>
            <pc:sldMk cId="2152317508" sldId="256"/>
            <ac:spMk id="695" creationId="{A5C50E1A-5024-5A9F-7660-C2084EDC312F}"/>
          </ac:spMkLst>
        </pc:spChg>
        <pc:spChg chg="add mod">
          <ac:chgData name="Li, Hanchen F" userId="3aee791e-6a2d-4da7-a77b-fbdf7bf15886" providerId="ADAL" clId="{CDC5B0EF-6BEB-4658-A9FF-CB66F6FA6C1E}" dt="2025-05-22T23:46:08.041" v="4608" actId="207"/>
          <ac:spMkLst>
            <pc:docMk/>
            <pc:sldMk cId="2152317508" sldId="256"/>
            <ac:spMk id="697" creationId="{A96771D7-2070-8EA0-BBE2-DA085813F41A}"/>
          </ac:spMkLst>
        </pc:spChg>
        <pc:spChg chg="add mod">
          <ac:chgData name="Li, Hanchen F" userId="3aee791e-6a2d-4da7-a77b-fbdf7bf15886" providerId="ADAL" clId="{CDC5B0EF-6BEB-4658-A9FF-CB66F6FA6C1E}" dt="2025-05-22T23:41:27.521" v="3797" actId="1076"/>
          <ac:spMkLst>
            <pc:docMk/>
            <pc:sldMk cId="2152317508" sldId="256"/>
            <ac:spMk id="698" creationId="{2DF3CB69-63A2-B3DC-0144-99AB9254180D}"/>
          </ac:spMkLst>
        </pc:spChg>
        <pc:spChg chg="add mod">
          <ac:chgData name="Li, Hanchen F" userId="3aee791e-6a2d-4da7-a77b-fbdf7bf15886" providerId="ADAL" clId="{CDC5B0EF-6BEB-4658-A9FF-CB66F6FA6C1E}" dt="2025-05-22T23:41:22.348" v="3796" actId="1076"/>
          <ac:spMkLst>
            <pc:docMk/>
            <pc:sldMk cId="2152317508" sldId="256"/>
            <ac:spMk id="699" creationId="{01DB1B03-FD95-A5DD-B402-50BD9002E032}"/>
          </ac:spMkLst>
        </pc:spChg>
        <pc:spChg chg="add mod">
          <ac:chgData name="Li, Hanchen F" userId="3aee791e-6a2d-4da7-a77b-fbdf7bf15886" providerId="ADAL" clId="{CDC5B0EF-6BEB-4658-A9FF-CB66F6FA6C1E}" dt="2025-05-22T23:41:42.484" v="3802" actId="1076"/>
          <ac:spMkLst>
            <pc:docMk/>
            <pc:sldMk cId="2152317508" sldId="256"/>
            <ac:spMk id="700" creationId="{52A8ADF1-E2DB-6492-1D11-D53EB8815883}"/>
          </ac:spMkLst>
        </pc:spChg>
        <pc:spChg chg="add mod">
          <ac:chgData name="Li, Hanchen F" userId="3aee791e-6a2d-4da7-a77b-fbdf7bf15886" providerId="ADAL" clId="{CDC5B0EF-6BEB-4658-A9FF-CB66F6FA6C1E}" dt="2025-05-22T23:41:45.316" v="3803" actId="1076"/>
          <ac:spMkLst>
            <pc:docMk/>
            <pc:sldMk cId="2152317508" sldId="256"/>
            <ac:spMk id="701" creationId="{0E0344B6-55C6-DA8D-C738-0A0E7B1E1CDB}"/>
          </ac:spMkLst>
        </pc:spChg>
        <pc:spChg chg="add mod">
          <ac:chgData name="Li, Hanchen F" userId="3aee791e-6a2d-4da7-a77b-fbdf7bf15886" providerId="ADAL" clId="{CDC5B0EF-6BEB-4658-A9FF-CB66F6FA6C1E}" dt="2025-05-22T23:42:42.066" v="3822" actId="1076"/>
          <ac:spMkLst>
            <pc:docMk/>
            <pc:sldMk cId="2152317508" sldId="256"/>
            <ac:spMk id="733" creationId="{2A2896AD-C315-E106-F81F-9121EA723B13}"/>
          </ac:spMkLst>
        </pc:spChg>
        <pc:spChg chg="add mod">
          <ac:chgData name="Li, Hanchen F" userId="3aee791e-6a2d-4da7-a77b-fbdf7bf15886" providerId="ADAL" clId="{CDC5B0EF-6BEB-4658-A9FF-CB66F6FA6C1E}" dt="2025-05-22T23:43:09.012" v="3836" actId="1076"/>
          <ac:spMkLst>
            <pc:docMk/>
            <pc:sldMk cId="2152317508" sldId="256"/>
            <ac:spMk id="734" creationId="{112E89AB-2C87-89CF-2219-18466457E667}"/>
          </ac:spMkLst>
        </pc:spChg>
        <pc:spChg chg="add mod">
          <ac:chgData name="Li, Hanchen F" userId="3aee791e-6a2d-4da7-a77b-fbdf7bf15886" providerId="ADAL" clId="{CDC5B0EF-6BEB-4658-A9FF-CB66F6FA6C1E}" dt="2025-05-24T00:53:08.040" v="8728" actId="1076"/>
          <ac:spMkLst>
            <pc:docMk/>
            <pc:sldMk cId="2152317508" sldId="256"/>
            <ac:spMk id="735" creationId="{7FDDC4CF-21D3-FA7E-7C8A-14ECEDFF89E2}"/>
          </ac:spMkLst>
        </pc:spChg>
        <pc:spChg chg="add mod">
          <ac:chgData name="Li, Hanchen F" userId="3aee791e-6a2d-4da7-a77b-fbdf7bf15886" providerId="ADAL" clId="{CDC5B0EF-6BEB-4658-A9FF-CB66F6FA6C1E}" dt="2025-05-26T23:52:11.808" v="8784" actId="1076"/>
          <ac:spMkLst>
            <pc:docMk/>
            <pc:sldMk cId="2152317508" sldId="256"/>
            <ac:spMk id="736" creationId="{EE4076E9-DC44-CB9F-E117-46DA295CF84E}"/>
          </ac:spMkLst>
        </pc:spChg>
        <pc:spChg chg="add del mod">
          <ac:chgData name="Li, Hanchen F" userId="3aee791e-6a2d-4da7-a77b-fbdf7bf15886" providerId="ADAL" clId="{CDC5B0EF-6BEB-4658-A9FF-CB66F6FA6C1E}" dt="2025-05-26T23:52:14.060" v="8785" actId="478"/>
          <ac:spMkLst>
            <pc:docMk/>
            <pc:sldMk cId="2152317508" sldId="256"/>
            <ac:spMk id="737" creationId="{94D702E4-E09F-8517-606F-3C66E6865576}"/>
          </ac:spMkLst>
        </pc:spChg>
        <pc:spChg chg="add mod">
          <ac:chgData name="Li, Hanchen F" userId="3aee791e-6a2d-4da7-a77b-fbdf7bf15886" providerId="ADAL" clId="{CDC5B0EF-6BEB-4658-A9FF-CB66F6FA6C1E}" dt="2025-05-22T23:46:54.319" v="4873" actId="207"/>
          <ac:spMkLst>
            <pc:docMk/>
            <pc:sldMk cId="2152317508" sldId="256"/>
            <ac:spMk id="738" creationId="{DE88ECC6-CC75-E768-2B33-6E719BFDFCCC}"/>
          </ac:spMkLst>
        </pc:spChg>
        <pc:spChg chg="add mod">
          <ac:chgData name="Li, Hanchen F" userId="3aee791e-6a2d-4da7-a77b-fbdf7bf15886" providerId="ADAL" clId="{CDC5B0EF-6BEB-4658-A9FF-CB66F6FA6C1E}" dt="2025-05-22T23:47:07.771" v="4879" actId="1076"/>
          <ac:spMkLst>
            <pc:docMk/>
            <pc:sldMk cId="2152317508" sldId="256"/>
            <ac:spMk id="739" creationId="{6D3DA571-6C18-4EFE-ED2A-063D2F002717}"/>
          </ac:spMkLst>
        </pc:spChg>
        <pc:spChg chg="add del mod">
          <ac:chgData name="Li, Hanchen F" userId="3aee791e-6a2d-4da7-a77b-fbdf7bf15886" providerId="ADAL" clId="{CDC5B0EF-6BEB-4658-A9FF-CB66F6FA6C1E}" dt="2025-05-26T23:53:32.499" v="8813" actId="478"/>
          <ac:spMkLst>
            <pc:docMk/>
            <pc:sldMk cId="2152317508" sldId="256"/>
            <ac:spMk id="740" creationId="{5C05FDFA-069A-1211-391D-6535C7B3AB3F}"/>
          </ac:spMkLst>
        </pc:spChg>
        <pc:spChg chg="add del mod">
          <ac:chgData name="Li, Hanchen F" userId="3aee791e-6a2d-4da7-a77b-fbdf7bf15886" providerId="ADAL" clId="{CDC5B0EF-6BEB-4658-A9FF-CB66F6FA6C1E}" dt="2025-05-26T23:53:18.669" v="8808" actId="478"/>
          <ac:spMkLst>
            <pc:docMk/>
            <pc:sldMk cId="2152317508" sldId="256"/>
            <ac:spMk id="741" creationId="{C3BB3AE5-380E-3C8F-7915-31796B6B7783}"/>
          </ac:spMkLst>
        </pc:spChg>
        <pc:spChg chg="add del mod">
          <ac:chgData name="Li, Hanchen F" userId="3aee791e-6a2d-4da7-a77b-fbdf7bf15886" providerId="ADAL" clId="{CDC5B0EF-6BEB-4658-A9FF-CB66F6FA6C1E}" dt="2025-05-26T23:52:49.447" v="8798" actId="478"/>
          <ac:spMkLst>
            <pc:docMk/>
            <pc:sldMk cId="2152317508" sldId="256"/>
            <ac:spMk id="742" creationId="{52B53972-AFE9-F924-2D9E-BB933025E733}"/>
          </ac:spMkLst>
        </pc:spChg>
        <pc:spChg chg="add del mod">
          <ac:chgData name="Li, Hanchen F" userId="3aee791e-6a2d-4da7-a77b-fbdf7bf15886" providerId="ADAL" clId="{CDC5B0EF-6BEB-4658-A9FF-CB66F6FA6C1E}" dt="2025-05-26T23:52:37.750" v="8793" actId="478"/>
          <ac:spMkLst>
            <pc:docMk/>
            <pc:sldMk cId="2152317508" sldId="256"/>
            <ac:spMk id="743" creationId="{4A4AA55F-5428-4951-AFB7-460E89C61A98}"/>
          </ac:spMkLst>
        </pc:spChg>
        <pc:spChg chg="add mod">
          <ac:chgData name="Li, Hanchen F" userId="3aee791e-6a2d-4da7-a77b-fbdf7bf15886" providerId="ADAL" clId="{CDC5B0EF-6BEB-4658-A9FF-CB66F6FA6C1E}" dt="2025-05-22T23:48:52.825" v="5002" actId="1076"/>
          <ac:spMkLst>
            <pc:docMk/>
            <pc:sldMk cId="2152317508" sldId="256"/>
            <ac:spMk id="744" creationId="{2BC70BC8-903A-BD01-023B-0547825CD8A6}"/>
          </ac:spMkLst>
        </pc:spChg>
        <pc:spChg chg="add mod">
          <ac:chgData name="Li, Hanchen F" userId="3aee791e-6a2d-4da7-a77b-fbdf7bf15886" providerId="ADAL" clId="{CDC5B0EF-6BEB-4658-A9FF-CB66F6FA6C1E}" dt="2025-05-22T23:49:26.070" v="5007" actId="1076"/>
          <ac:spMkLst>
            <pc:docMk/>
            <pc:sldMk cId="2152317508" sldId="256"/>
            <ac:spMk id="745" creationId="{C6BE3402-24E9-7236-D6D8-500C6579CD80}"/>
          </ac:spMkLst>
        </pc:spChg>
        <pc:spChg chg="add mod">
          <ac:chgData name="Li, Hanchen F" userId="3aee791e-6a2d-4da7-a77b-fbdf7bf15886" providerId="ADAL" clId="{CDC5B0EF-6BEB-4658-A9FF-CB66F6FA6C1E}" dt="2025-05-22T23:49:28.342" v="5008" actId="1076"/>
          <ac:spMkLst>
            <pc:docMk/>
            <pc:sldMk cId="2152317508" sldId="256"/>
            <ac:spMk id="746" creationId="{0F92675F-F254-A4D0-212B-67359F7B649C}"/>
          </ac:spMkLst>
        </pc:spChg>
        <pc:spChg chg="add mod">
          <ac:chgData name="Li, Hanchen F" userId="3aee791e-6a2d-4da7-a77b-fbdf7bf15886" providerId="ADAL" clId="{CDC5B0EF-6BEB-4658-A9FF-CB66F6FA6C1E}" dt="2025-05-22T23:50:19.071" v="5198" actId="1076"/>
          <ac:spMkLst>
            <pc:docMk/>
            <pc:sldMk cId="2152317508" sldId="256"/>
            <ac:spMk id="747" creationId="{9A53B4AF-9B29-93D8-B37B-B96B6DFE0487}"/>
          </ac:spMkLst>
        </pc:spChg>
        <pc:spChg chg="add mod">
          <ac:chgData name="Li, Hanchen F" userId="3aee791e-6a2d-4da7-a77b-fbdf7bf15886" providerId="ADAL" clId="{CDC5B0EF-6BEB-4658-A9FF-CB66F6FA6C1E}" dt="2025-05-22T23:49:58.232" v="5020" actId="1076"/>
          <ac:spMkLst>
            <pc:docMk/>
            <pc:sldMk cId="2152317508" sldId="256"/>
            <ac:spMk id="748" creationId="{111AA687-624F-620E-C99D-F8D54B78F662}"/>
          </ac:spMkLst>
        </pc:spChg>
        <pc:spChg chg="add mod">
          <ac:chgData name="Li, Hanchen F" userId="3aee791e-6a2d-4da7-a77b-fbdf7bf15886" providerId="ADAL" clId="{CDC5B0EF-6BEB-4658-A9FF-CB66F6FA6C1E}" dt="2025-05-24T00:53:12.071" v="8729" actId="1076"/>
          <ac:spMkLst>
            <pc:docMk/>
            <pc:sldMk cId="2152317508" sldId="256"/>
            <ac:spMk id="749" creationId="{FDFA0785-AA60-C97B-E868-DD5E0D7DEDC8}"/>
          </ac:spMkLst>
        </pc:spChg>
        <pc:spChg chg="add mod">
          <ac:chgData name="Li, Hanchen F" userId="3aee791e-6a2d-4da7-a77b-fbdf7bf15886" providerId="ADAL" clId="{CDC5B0EF-6BEB-4658-A9FF-CB66F6FA6C1E}" dt="2025-05-22T23:52:13.850" v="5364" actId="1076"/>
          <ac:spMkLst>
            <pc:docMk/>
            <pc:sldMk cId="2152317508" sldId="256"/>
            <ac:spMk id="750" creationId="{2864E7F6-D1E7-8631-D443-4B6B887CD189}"/>
          </ac:spMkLst>
        </pc:spChg>
        <pc:spChg chg="add del mod">
          <ac:chgData name="Li, Hanchen F" userId="3aee791e-6a2d-4da7-a77b-fbdf7bf15886" providerId="ADAL" clId="{CDC5B0EF-6BEB-4658-A9FF-CB66F6FA6C1E}" dt="2025-05-26T23:53:54.086" v="8820" actId="478"/>
          <ac:spMkLst>
            <pc:docMk/>
            <pc:sldMk cId="2152317508" sldId="256"/>
            <ac:spMk id="751" creationId="{8681218D-9205-44F7-6506-CC2120DF707D}"/>
          </ac:spMkLst>
        </pc:spChg>
        <pc:spChg chg="add mod">
          <ac:chgData name="Li, Hanchen F" userId="3aee791e-6a2d-4da7-a77b-fbdf7bf15886" providerId="ADAL" clId="{CDC5B0EF-6BEB-4658-A9FF-CB66F6FA6C1E}" dt="2025-05-22T23:53:20.828" v="5588" actId="1076"/>
          <ac:spMkLst>
            <pc:docMk/>
            <pc:sldMk cId="2152317508" sldId="256"/>
            <ac:spMk id="752" creationId="{0EF37D7D-0854-980C-5771-23C3CACF81F6}"/>
          </ac:spMkLst>
        </pc:spChg>
        <pc:spChg chg="add mod">
          <ac:chgData name="Li, Hanchen F" userId="3aee791e-6a2d-4da7-a77b-fbdf7bf15886" providerId="ADAL" clId="{CDC5B0EF-6BEB-4658-A9FF-CB66F6FA6C1E}" dt="2025-05-22T23:53:00.281" v="5585" actId="1076"/>
          <ac:spMkLst>
            <pc:docMk/>
            <pc:sldMk cId="2152317508" sldId="256"/>
            <ac:spMk id="753" creationId="{AFAF4F96-6C33-D57C-9CA3-287090C37CEA}"/>
          </ac:spMkLst>
        </pc:spChg>
        <pc:spChg chg="add mod">
          <ac:chgData name="Li, Hanchen F" userId="3aee791e-6a2d-4da7-a77b-fbdf7bf15886" providerId="ADAL" clId="{CDC5B0EF-6BEB-4658-A9FF-CB66F6FA6C1E}" dt="2025-05-22T23:54:41.828" v="5815" actId="1076"/>
          <ac:spMkLst>
            <pc:docMk/>
            <pc:sldMk cId="2152317508" sldId="256"/>
            <ac:spMk id="754" creationId="{654F74DC-C54D-160E-7F76-CC6C6D091C52}"/>
          </ac:spMkLst>
        </pc:spChg>
        <pc:grpChg chg="add mod">
          <ac:chgData name="Li, Hanchen F" userId="3aee791e-6a2d-4da7-a77b-fbdf7bf15886" providerId="ADAL" clId="{CDC5B0EF-6BEB-4658-A9FF-CB66F6FA6C1E}" dt="2025-05-26T23:53:07.061" v="8805" actId="1076"/>
          <ac:grpSpMkLst>
            <pc:docMk/>
            <pc:sldMk cId="2152317508" sldId="256"/>
            <ac:grpSpMk id="424" creationId="{9F1A28B0-6F06-38F7-A4F0-567541437687}"/>
          </ac:grpSpMkLst>
        </pc:grpChg>
        <pc:grpChg chg="add mod">
          <ac:chgData name="Li, Hanchen F" userId="3aee791e-6a2d-4da7-a77b-fbdf7bf15886" providerId="ADAL" clId="{CDC5B0EF-6BEB-4658-A9FF-CB66F6FA6C1E}" dt="2025-05-23T16:54:20.998" v="7715" actId="1076"/>
          <ac:grpSpMkLst>
            <pc:docMk/>
            <pc:sldMk cId="2152317508" sldId="256"/>
            <ac:grpSpMk id="425" creationId="{FD40069C-D5E4-2299-15A9-5DED6C679A10}"/>
          </ac:grpSpMkLst>
        </pc:grpChg>
        <pc:grpChg chg="add mod">
          <ac:chgData name="Li, Hanchen F" userId="3aee791e-6a2d-4da7-a77b-fbdf7bf15886" providerId="ADAL" clId="{CDC5B0EF-6BEB-4658-A9FF-CB66F6FA6C1E}" dt="2025-05-22T23:17:33.494" v="3248" actId="14826"/>
          <ac:grpSpMkLst>
            <pc:docMk/>
            <pc:sldMk cId="2152317508" sldId="256"/>
            <ac:grpSpMk id="428" creationId="{F1CC0E8C-32AF-8801-F6A5-56F625B0D8B5}"/>
          </ac:grpSpMkLst>
        </pc:grpChg>
        <pc:grpChg chg="add del mod ord">
          <ac:chgData name="Li, Hanchen F" userId="3aee791e-6a2d-4da7-a77b-fbdf7bf15886" providerId="ADAL" clId="{CDC5B0EF-6BEB-4658-A9FF-CB66F6FA6C1E}" dt="2025-05-26T23:51:45.095" v="8774" actId="1076"/>
          <ac:grpSpMkLst>
            <pc:docMk/>
            <pc:sldMk cId="2152317508" sldId="256"/>
            <ac:grpSpMk id="478" creationId="{351C8968-4B32-D226-890B-00640FF3AFE1}"/>
          </ac:grpSpMkLst>
        </pc:grpChg>
        <pc:grpChg chg="add del mod">
          <ac:chgData name="Li, Hanchen F" userId="3aee791e-6a2d-4da7-a77b-fbdf7bf15886" providerId="ADAL" clId="{CDC5B0EF-6BEB-4658-A9FF-CB66F6FA6C1E}" dt="2025-05-23T16:54:39.979" v="7719" actId="1076"/>
          <ac:grpSpMkLst>
            <pc:docMk/>
            <pc:sldMk cId="2152317508" sldId="256"/>
            <ac:grpSpMk id="481" creationId="{40A442D5-4219-0962-DA42-B84C6DC6D1B2}"/>
          </ac:grpSpMkLst>
        </pc:grpChg>
        <pc:grpChg chg="add mod ord">
          <ac:chgData name="Li, Hanchen F" userId="3aee791e-6a2d-4da7-a77b-fbdf7bf15886" providerId="ADAL" clId="{CDC5B0EF-6BEB-4658-A9FF-CB66F6FA6C1E}" dt="2025-05-22T23:08:21.457" v="3207" actId="167"/>
          <ac:grpSpMkLst>
            <pc:docMk/>
            <pc:sldMk cId="2152317508" sldId="256"/>
            <ac:grpSpMk id="599" creationId="{100A3D7A-31B6-C1F6-362A-DBAC2613A66A}"/>
          </ac:grpSpMkLst>
        </pc:grpChg>
        <pc:picChg chg="add mod ord topLvl">
          <ac:chgData name="Li, Hanchen F" userId="3aee791e-6a2d-4da7-a77b-fbdf7bf15886" providerId="ADAL" clId="{CDC5B0EF-6BEB-4658-A9FF-CB66F6FA6C1E}" dt="2025-05-22T23:17:33.494" v="3248" actId="14826"/>
          <ac:picMkLst>
            <pc:docMk/>
            <pc:sldMk cId="2152317508" sldId="256"/>
            <ac:picMk id="145" creationId="{378922EB-529D-1588-C177-926981EA5CF4}"/>
          </ac:picMkLst>
        </pc:picChg>
        <pc:picChg chg="add del mod ord topLvl">
          <ac:chgData name="Li, Hanchen F" userId="3aee791e-6a2d-4da7-a77b-fbdf7bf15886" providerId="ADAL" clId="{CDC5B0EF-6BEB-4658-A9FF-CB66F6FA6C1E}" dt="2025-05-22T23:23:16.886" v="3356" actId="478"/>
          <ac:picMkLst>
            <pc:docMk/>
            <pc:sldMk cId="2152317508" sldId="256"/>
            <ac:picMk id="147" creationId="{F7890D1C-36FA-7F8E-9990-C3FA4573F15B}"/>
          </ac:picMkLst>
        </pc:picChg>
        <pc:cxnChg chg="add mod">
          <ac:chgData name="Li, Hanchen F" userId="3aee791e-6a2d-4da7-a77b-fbdf7bf15886" providerId="ADAL" clId="{CDC5B0EF-6BEB-4658-A9FF-CB66F6FA6C1E}" dt="2025-05-24T00:52:35.099" v="8720" actId="1076"/>
          <ac:cxnSpMkLst>
            <pc:docMk/>
            <pc:sldMk cId="2152317508" sldId="256"/>
            <ac:cxnSpMk id="6" creationId="{8D35F380-2EF8-27C9-CA2D-198CC4E8D9A5}"/>
          </ac:cxnSpMkLst>
        </pc:cxnChg>
        <pc:cxnChg chg="add mod ord">
          <ac:chgData name="Li, Hanchen F" userId="3aee791e-6a2d-4da7-a77b-fbdf7bf15886" providerId="ADAL" clId="{CDC5B0EF-6BEB-4658-A9FF-CB66F6FA6C1E}" dt="2025-05-22T22:35:17.683" v="2530" actId="164"/>
          <ac:cxnSpMkLst>
            <pc:docMk/>
            <pc:sldMk cId="2152317508" sldId="256"/>
            <ac:cxnSpMk id="9" creationId="{3ACA3E98-6F19-C873-41D7-77AB3BED52B1}"/>
          </ac:cxnSpMkLst>
        </pc:cxnChg>
        <pc:cxnChg chg="add mod">
          <ac:chgData name="Li, Hanchen F" userId="3aee791e-6a2d-4da7-a77b-fbdf7bf15886" providerId="ADAL" clId="{CDC5B0EF-6BEB-4658-A9FF-CB66F6FA6C1E}" dt="2025-05-22T22:35:21.362" v="2531" actId="164"/>
          <ac:cxnSpMkLst>
            <pc:docMk/>
            <pc:sldMk cId="2152317508" sldId="256"/>
            <ac:cxnSpMk id="18" creationId="{BFC97AB2-D586-B684-02F7-4904C316E565}"/>
          </ac:cxnSpMkLst>
        </pc:cxnChg>
        <pc:cxnChg chg="add mod">
          <ac:chgData name="Li, Hanchen F" userId="3aee791e-6a2d-4da7-a77b-fbdf7bf15886" providerId="ADAL" clId="{CDC5B0EF-6BEB-4658-A9FF-CB66F6FA6C1E}" dt="2025-05-22T22:15:31.910" v="1304" actId="1035"/>
          <ac:cxnSpMkLst>
            <pc:docMk/>
            <pc:sldMk cId="2152317508" sldId="256"/>
            <ac:cxnSpMk id="37" creationId="{8642DCBE-E7A2-F056-1979-93B4AE5AFBC0}"/>
          </ac:cxnSpMkLst>
        </pc:cxnChg>
        <pc:cxnChg chg="add mod">
          <ac:chgData name="Li, Hanchen F" userId="3aee791e-6a2d-4da7-a77b-fbdf7bf15886" providerId="ADAL" clId="{CDC5B0EF-6BEB-4658-A9FF-CB66F6FA6C1E}" dt="2025-05-22T22:40:04.067" v="2599" actId="164"/>
          <ac:cxnSpMkLst>
            <pc:docMk/>
            <pc:sldMk cId="2152317508" sldId="256"/>
            <ac:cxnSpMk id="38" creationId="{8FFBCA68-4DD3-41D5-D1EB-75FBD53EAABD}"/>
          </ac:cxnSpMkLst>
        </pc:cxnChg>
        <pc:cxnChg chg="add mod">
          <ac:chgData name="Li, Hanchen F" userId="3aee791e-6a2d-4da7-a77b-fbdf7bf15886" providerId="ADAL" clId="{CDC5B0EF-6BEB-4658-A9FF-CB66F6FA6C1E}" dt="2025-05-22T22:27:21.828" v="2184" actId="1038"/>
          <ac:cxnSpMkLst>
            <pc:docMk/>
            <pc:sldMk cId="2152317508" sldId="256"/>
            <ac:cxnSpMk id="54" creationId="{C7815A4D-BE3D-0D36-EB69-D2583C6341AF}"/>
          </ac:cxnSpMkLst>
        </pc:cxnChg>
        <pc:cxnChg chg="add mod">
          <ac:chgData name="Li, Hanchen F" userId="3aee791e-6a2d-4da7-a77b-fbdf7bf15886" providerId="ADAL" clId="{CDC5B0EF-6BEB-4658-A9FF-CB66F6FA6C1E}" dt="2025-05-22T23:38:35.462" v="3733" actId="1076"/>
          <ac:cxnSpMkLst>
            <pc:docMk/>
            <pc:sldMk cId="2152317508" sldId="256"/>
            <ac:cxnSpMk id="69" creationId="{B0B780CE-DD90-C235-8232-ADFE5C7CCBF7}"/>
          </ac:cxnSpMkLst>
        </pc:cxnChg>
        <pc:cxnChg chg="add mod">
          <ac:chgData name="Li, Hanchen F" userId="3aee791e-6a2d-4da7-a77b-fbdf7bf15886" providerId="ADAL" clId="{CDC5B0EF-6BEB-4658-A9FF-CB66F6FA6C1E}" dt="2025-05-22T23:39:10.400" v="3753" actId="1076"/>
          <ac:cxnSpMkLst>
            <pc:docMk/>
            <pc:sldMk cId="2152317508" sldId="256"/>
            <ac:cxnSpMk id="80" creationId="{0DF3227B-686C-F0EC-2E2F-EB029E531004}"/>
          </ac:cxnSpMkLst>
        </pc:cxnChg>
        <pc:cxnChg chg="add mod">
          <ac:chgData name="Li, Hanchen F" userId="3aee791e-6a2d-4da7-a77b-fbdf7bf15886" providerId="ADAL" clId="{CDC5B0EF-6BEB-4658-A9FF-CB66F6FA6C1E}" dt="2025-05-22T22:08:46.129" v="1101" actId="1076"/>
          <ac:cxnSpMkLst>
            <pc:docMk/>
            <pc:sldMk cId="2152317508" sldId="256"/>
            <ac:cxnSpMk id="84" creationId="{79D2A366-B413-8528-AC73-86E9F16DB2B7}"/>
          </ac:cxnSpMkLst>
        </pc:cxnChg>
        <pc:cxnChg chg="add mod">
          <ac:chgData name="Li, Hanchen F" userId="3aee791e-6a2d-4da7-a77b-fbdf7bf15886" providerId="ADAL" clId="{CDC5B0EF-6BEB-4658-A9FF-CB66F6FA6C1E}" dt="2025-05-22T23:40:57.291" v="3792" actId="1076"/>
          <ac:cxnSpMkLst>
            <pc:docMk/>
            <pc:sldMk cId="2152317508" sldId="256"/>
            <ac:cxnSpMk id="91" creationId="{E7FFA589-5910-415F-51D1-A5B2F512A967}"/>
          </ac:cxnSpMkLst>
        </pc:cxnChg>
        <pc:cxnChg chg="add mod">
          <ac:chgData name="Li, Hanchen F" userId="3aee791e-6a2d-4da7-a77b-fbdf7bf15886" providerId="ADAL" clId="{CDC5B0EF-6BEB-4658-A9FF-CB66F6FA6C1E}" dt="2025-05-22T22:34:52.852" v="2520" actId="164"/>
          <ac:cxnSpMkLst>
            <pc:docMk/>
            <pc:sldMk cId="2152317508" sldId="256"/>
            <ac:cxnSpMk id="94" creationId="{DA2ED6A2-FE0D-9D42-8814-4B6D1D221CDC}"/>
          </ac:cxnSpMkLst>
        </pc:cxnChg>
        <pc:cxnChg chg="add mod">
          <ac:chgData name="Li, Hanchen F" userId="3aee791e-6a2d-4da7-a77b-fbdf7bf15886" providerId="ADAL" clId="{CDC5B0EF-6BEB-4658-A9FF-CB66F6FA6C1E}" dt="2025-05-22T23:40:47.629" v="3791" actId="1076"/>
          <ac:cxnSpMkLst>
            <pc:docMk/>
            <pc:sldMk cId="2152317508" sldId="256"/>
            <ac:cxnSpMk id="96" creationId="{2BBF5184-413D-2598-FCC2-C84A6439D634}"/>
          </ac:cxnSpMkLst>
        </pc:cxnChg>
        <pc:cxnChg chg="add mod">
          <ac:chgData name="Li, Hanchen F" userId="3aee791e-6a2d-4da7-a77b-fbdf7bf15886" providerId="ADAL" clId="{CDC5B0EF-6BEB-4658-A9FF-CB66F6FA6C1E}" dt="2025-05-22T22:08:15.426" v="1093" actId="1035"/>
          <ac:cxnSpMkLst>
            <pc:docMk/>
            <pc:sldMk cId="2152317508" sldId="256"/>
            <ac:cxnSpMk id="113" creationId="{373E8CBE-4B88-2DFF-4079-6E202632BC13}"/>
          </ac:cxnSpMkLst>
        </pc:cxnChg>
        <pc:cxnChg chg="add mod">
          <ac:chgData name="Li, Hanchen F" userId="3aee791e-6a2d-4da7-a77b-fbdf7bf15886" providerId="ADAL" clId="{CDC5B0EF-6BEB-4658-A9FF-CB66F6FA6C1E}" dt="2025-05-22T21:57:17.414" v="696" actId="1076"/>
          <ac:cxnSpMkLst>
            <pc:docMk/>
            <pc:sldMk cId="2152317508" sldId="256"/>
            <ac:cxnSpMk id="129" creationId="{2F27E88B-803E-F356-3299-8EB0B729D019}"/>
          </ac:cxnSpMkLst>
        </pc:cxnChg>
        <pc:cxnChg chg="add mod ord">
          <ac:chgData name="Li, Hanchen F" userId="3aee791e-6a2d-4da7-a77b-fbdf7bf15886" providerId="ADAL" clId="{CDC5B0EF-6BEB-4658-A9FF-CB66F6FA6C1E}" dt="2025-05-22T22:07:21.005" v="990" actId="1035"/>
          <ac:cxnSpMkLst>
            <pc:docMk/>
            <pc:sldMk cId="2152317508" sldId="256"/>
            <ac:cxnSpMk id="148" creationId="{060D26C6-F8D3-6610-42C5-778A5FB1F946}"/>
          </ac:cxnSpMkLst>
        </pc:cxnChg>
        <pc:cxnChg chg="add mod ord">
          <ac:chgData name="Li, Hanchen F" userId="3aee791e-6a2d-4da7-a77b-fbdf7bf15886" providerId="ADAL" clId="{CDC5B0EF-6BEB-4658-A9FF-CB66F6FA6C1E}" dt="2025-05-22T22:07:52.811" v="1023" actId="1035"/>
          <ac:cxnSpMkLst>
            <pc:docMk/>
            <pc:sldMk cId="2152317508" sldId="256"/>
            <ac:cxnSpMk id="159" creationId="{E792A4D8-956D-3776-9D71-9A1F759EE81A}"/>
          </ac:cxnSpMkLst>
        </pc:cxnChg>
        <pc:cxnChg chg="add mod">
          <ac:chgData name="Li, Hanchen F" userId="3aee791e-6a2d-4da7-a77b-fbdf7bf15886" providerId="ADAL" clId="{CDC5B0EF-6BEB-4658-A9FF-CB66F6FA6C1E}" dt="2025-05-22T22:15:28.854" v="1300" actId="14100"/>
          <ac:cxnSpMkLst>
            <pc:docMk/>
            <pc:sldMk cId="2152317508" sldId="256"/>
            <ac:cxnSpMk id="170" creationId="{DD6DD07B-470A-D2AF-3CC6-4334B7C92FD7}"/>
          </ac:cxnSpMkLst>
        </pc:cxnChg>
        <pc:cxnChg chg="add mod">
          <ac:chgData name="Li, Hanchen F" userId="3aee791e-6a2d-4da7-a77b-fbdf7bf15886" providerId="ADAL" clId="{CDC5B0EF-6BEB-4658-A9FF-CB66F6FA6C1E}" dt="2025-05-22T22:34:51.982" v="2519" actId="164"/>
          <ac:cxnSpMkLst>
            <pc:docMk/>
            <pc:sldMk cId="2152317508" sldId="256"/>
            <ac:cxnSpMk id="191" creationId="{E89D4DE0-4A45-5520-C1F0-22D2CDB8596C}"/>
          </ac:cxnSpMkLst>
        </pc:cxnChg>
        <pc:cxnChg chg="add mod">
          <ac:chgData name="Li, Hanchen F" userId="3aee791e-6a2d-4da7-a77b-fbdf7bf15886" providerId="ADAL" clId="{CDC5B0EF-6BEB-4658-A9FF-CB66F6FA6C1E}" dt="2025-05-22T22:13:57.995" v="1221" actId="1076"/>
          <ac:cxnSpMkLst>
            <pc:docMk/>
            <pc:sldMk cId="2152317508" sldId="256"/>
            <ac:cxnSpMk id="192" creationId="{FEAE4C49-6FFC-7540-E16D-54D59F206E3B}"/>
          </ac:cxnSpMkLst>
        </pc:cxnChg>
        <pc:cxnChg chg="add mod">
          <ac:chgData name="Li, Hanchen F" userId="3aee791e-6a2d-4da7-a77b-fbdf7bf15886" providerId="ADAL" clId="{CDC5B0EF-6BEB-4658-A9FF-CB66F6FA6C1E}" dt="2025-05-22T22:29:23.094" v="2452" actId="14100"/>
          <ac:cxnSpMkLst>
            <pc:docMk/>
            <pc:sldMk cId="2152317508" sldId="256"/>
            <ac:cxnSpMk id="196" creationId="{9BE0C7E9-78DC-7B6F-CC51-11DADB1BA1CA}"/>
          </ac:cxnSpMkLst>
        </pc:cxnChg>
        <pc:cxnChg chg="add mod">
          <ac:chgData name="Li, Hanchen F" userId="3aee791e-6a2d-4da7-a77b-fbdf7bf15886" providerId="ADAL" clId="{CDC5B0EF-6BEB-4658-A9FF-CB66F6FA6C1E}" dt="2025-05-22T22:14:41.886" v="1236" actId="1076"/>
          <ac:cxnSpMkLst>
            <pc:docMk/>
            <pc:sldMk cId="2152317508" sldId="256"/>
            <ac:cxnSpMk id="197" creationId="{62FE9377-BBD3-A51E-CF13-DC89A136EAFD}"/>
          </ac:cxnSpMkLst>
        </pc:cxnChg>
        <pc:cxnChg chg="add mod">
          <ac:chgData name="Li, Hanchen F" userId="3aee791e-6a2d-4da7-a77b-fbdf7bf15886" providerId="ADAL" clId="{CDC5B0EF-6BEB-4658-A9FF-CB66F6FA6C1E}" dt="2025-05-22T22:16:13.104" v="1363" actId="14100"/>
          <ac:cxnSpMkLst>
            <pc:docMk/>
            <pc:sldMk cId="2152317508" sldId="256"/>
            <ac:cxnSpMk id="204" creationId="{DE3345A0-F71C-C1AA-9A9E-7320FA778E85}"/>
          </ac:cxnSpMkLst>
        </pc:cxnChg>
        <pc:cxnChg chg="add mod">
          <ac:chgData name="Li, Hanchen F" userId="3aee791e-6a2d-4da7-a77b-fbdf7bf15886" providerId="ADAL" clId="{CDC5B0EF-6BEB-4658-A9FF-CB66F6FA6C1E}" dt="2025-05-22T22:17:03.109" v="1379" actId="14100"/>
          <ac:cxnSpMkLst>
            <pc:docMk/>
            <pc:sldMk cId="2152317508" sldId="256"/>
            <ac:cxnSpMk id="207" creationId="{4C46DF6A-5C94-74EB-A688-418C8D97B29B}"/>
          </ac:cxnSpMkLst>
        </pc:cxnChg>
        <pc:cxnChg chg="add mod">
          <ac:chgData name="Li, Hanchen F" userId="3aee791e-6a2d-4da7-a77b-fbdf7bf15886" providerId="ADAL" clId="{CDC5B0EF-6BEB-4658-A9FF-CB66F6FA6C1E}" dt="2025-05-22T22:17:05.963" v="1380" actId="14100"/>
          <ac:cxnSpMkLst>
            <pc:docMk/>
            <pc:sldMk cId="2152317508" sldId="256"/>
            <ac:cxnSpMk id="208" creationId="{91F191B3-8473-EA8B-D791-FFE8786B3AFB}"/>
          </ac:cxnSpMkLst>
        </pc:cxnChg>
        <pc:cxnChg chg="add del mod">
          <ac:chgData name="Li, Hanchen F" userId="3aee791e-6a2d-4da7-a77b-fbdf7bf15886" providerId="ADAL" clId="{CDC5B0EF-6BEB-4658-A9FF-CB66F6FA6C1E}" dt="2025-05-22T23:36:41.195" v="3686" actId="478"/>
          <ac:cxnSpMkLst>
            <pc:docMk/>
            <pc:sldMk cId="2152317508" sldId="256"/>
            <ac:cxnSpMk id="224" creationId="{CB8655E7-9263-66CA-B340-EB4DFB8BE69B}"/>
          </ac:cxnSpMkLst>
        </pc:cxnChg>
        <pc:cxnChg chg="add del mod">
          <ac:chgData name="Li, Hanchen F" userId="3aee791e-6a2d-4da7-a77b-fbdf7bf15886" providerId="ADAL" clId="{CDC5B0EF-6BEB-4658-A9FF-CB66F6FA6C1E}" dt="2025-05-23T14:35:38.708" v="6677" actId="1076"/>
          <ac:cxnSpMkLst>
            <pc:docMk/>
            <pc:sldMk cId="2152317508" sldId="256"/>
            <ac:cxnSpMk id="225" creationId="{03BD3D9A-C9AA-CCC0-9870-E5E4BC5782EC}"/>
          </ac:cxnSpMkLst>
        </pc:cxnChg>
        <pc:cxnChg chg="add del mod">
          <ac:chgData name="Li, Hanchen F" userId="3aee791e-6a2d-4da7-a77b-fbdf7bf15886" providerId="ADAL" clId="{CDC5B0EF-6BEB-4658-A9FF-CB66F6FA6C1E}" dt="2025-05-23T14:35:33.985" v="6676" actId="1076"/>
          <ac:cxnSpMkLst>
            <pc:docMk/>
            <pc:sldMk cId="2152317508" sldId="256"/>
            <ac:cxnSpMk id="226" creationId="{DB2F3AEE-B761-5E71-8AE1-E33DDFDF6B85}"/>
          </ac:cxnSpMkLst>
        </pc:cxnChg>
        <pc:cxnChg chg="add del mod">
          <ac:chgData name="Li, Hanchen F" userId="3aee791e-6a2d-4da7-a77b-fbdf7bf15886" providerId="ADAL" clId="{CDC5B0EF-6BEB-4658-A9FF-CB66F6FA6C1E}" dt="2025-05-22T23:36:39.847" v="3682" actId="478"/>
          <ac:cxnSpMkLst>
            <pc:docMk/>
            <pc:sldMk cId="2152317508" sldId="256"/>
            <ac:cxnSpMk id="228" creationId="{A3F939AE-87BA-7023-2020-9D290276BA0C}"/>
          </ac:cxnSpMkLst>
        </pc:cxnChg>
        <pc:cxnChg chg="add del mod">
          <ac:chgData name="Li, Hanchen F" userId="3aee791e-6a2d-4da7-a77b-fbdf7bf15886" providerId="ADAL" clId="{CDC5B0EF-6BEB-4658-A9FF-CB66F6FA6C1E}" dt="2025-05-22T23:36:39.513" v="3681" actId="478"/>
          <ac:cxnSpMkLst>
            <pc:docMk/>
            <pc:sldMk cId="2152317508" sldId="256"/>
            <ac:cxnSpMk id="229" creationId="{C103E752-214C-7665-E5F1-11F50DE47006}"/>
          </ac:cxnSpMkLst>
        </pc:cxnChg>
        <pc:cxnChg chg="add del mod">
          <ac:chgData name="Li, Hanchen F" userId="3aee791e-6a2d-4da7-a77b-fbdf7bf15886" providerId="ADAL" clId="{CDC5B0EF-6BEB-4658-A9FF-CB66F6FA6C1E}" dt="2025-05-22T23:36:40.186" v="3683" actId="478"/>
          <ac:cxnSpMkLst>
            <pc:docMk/>
            <pc:sldMk cId="2152317508" sldId="256"/>
            <ac:cxnSpMk id="230" creationId="{FF7C58E2-8271-6514-4188-11F6201F333C}"/>
          </ac:cxnSpMkLst>
        </pc:cxnChg>
        <pc:cxnChg chg="add mod">
          <ac:chgData name="Li, Hanchen F" userId="3aee791e-6a2d-4da7-a77b-fbdf7bf15886" providerId="ADAL" clId="{CDC5B0EF-6BEB-4658-A9FF-CB66F6FA6C1E}" dt="2025-05-22T22:27:01.095" v="2133" actId="1037"/>
          <ac:cxnSpMkLst>
            <pc:docMk/>
            <pc:sldMk cId="2152317508" sldId="256"/>
            <ac:cxnSpMk id="231" creationId="{CFDAB8A7-87E1-90B0-F5AC-883C297E14BD}"/>
          </ac:cxnSpMkLst>
        </pc:cxnChg>
        <pc:cxnChg chg="add mod">
          <ac:chgData name="Li, Hanchen F" userId="3aee791e-6a2d-4da7-a77b-fbdf7bf15886" providerId="ADAL" clId="{CDC5B0EF-6BEB-4658-A9FF-CB66F6FA6C1E}" dt="2025-05-22T22:27:01.095" v="2133" actId="1037"/>
          <ac:cxnSpMkLst>
            <pc:docMk/>
            <pc:sldMk cId="2152317508" sldId="256"/>
            <ac:cxnSpMk id="246" creationId="{442DED86-15C7-DAC2-4ED7-F6A6EDCC2D95}"/>
          </ac:cxnSpMkLst>
        </pc:cxnChg>
        <pc:cxnChg chg="add mod">
          <ac:chgData name="Li, Hanchen F" userId="3aee791e-6a2d-4da7-a77b-fbdf7bf15886" providerId="ADAL" clId="{CDC5B0EF-6BEB-4658-A9FF-CB66F6FA6C1E}" dt="2025-05-23T21:51:39.772" v="8163" actId="14100"/>
          <ac:cxnSpMkLst>
            <pc:docMk/>
            <pc:sldMk cId="2152317508" sldId="256"/>
            <ac:cxnSpMk id="248" creationId="{D2951ADB-0F71-59B8-C2EF-7E87502F28FA}"/>
          </ac:cxnSpMkLst>
        </pc:cxnChg>
        <pc:cxnChg chg="add mod">
          <ac:chgData name="Li, Hanchen F" userId="3aee791e-6a2d-4da7-a77b-fbdf7bf15886" providerId="ADAL" clId="{CDC5B0EF-6BEB-4658-A9FF-CB66F6FA6C1E}" dt="2025-05-22T22:24:28.680" v="2036" actId="1037"/>
          <ac:cxnSpMkLst>
            <pc:docMk/>
            <pc:sldMk cId="2152317508" sldId="256"/>
            <ac:cxnSpMk id="250" creationId="{570E6DDE-DDFA-FE77-E798-6A314545D89C}"/>
          </ac:cxnSpMkLst>
        </pc:cxnChg>
        <pc:cxnChg chg="add mod">
          <ac:chgData name="Li, Hanchen F" userId="3aee791e-6a2d-4da7-a77b-fbdf7bf15886" providerId="ADAL" clId="{CDC5B0EF-6BEB-4658-A9FF-CB66F6FA6C1E}" dt="2025-05-22T22:21:35.270" v="2019" actId="1076"/>
          <ac:cxnSpMkLst>
            <pc:docMk/>
            <pc:sldMk cId="2152317508" sldId="256"/>
            <ac:cxnSpMk id="251" creationId="{1BCE793B-002E-F1E0-D6C2-DE01F010F67B}"/>
          </ac:cxnSpMkLst>
        </pc:cxnChg>
        <pc:cxnChg chg="add mod">
          <ac:chgData name="Li, Hanchen F" userId="3aee791e-6a2d-4da7-a77b-fbdf7bf15886" providerId="ADAL" clId="{CDC5B0EF-6BEB-4658-A9FF-CB66F6FA6C1E}" dt="2025-05-22T22:27:04.074" v="2134" actId="14100"/>
          <ac:cxnSpMkLst>
            <pc:docMk/>
            <pc:sldMk cId="2152317508" sldId="256"/>
            <ac:cxnSpMk id="252" creationId="{0A524933-72F3-170D-E7C4-879926902942}"/>
          </ac:cxnSpMkLst>
        </pc:cxnChg>
        <pc:cxnChg chg="add mod">
          <ac:chgData name="Li, Hanchen F" userId="3aee791e-6a2d-4da7-a77b-fbdf7bf15886" providerId="ADAL" clId="{CDC5B0EF-6BEB-4658-A9FF-CB66F6FA6C1E}" dt="2025-05-22T22:28:24.769" v="2437" actId="1037"/>
          <ac:cxnSpMkLst>
            <pc:docMk/>
            <pc:sldMk cId="2152317508" sldId="256"/>
            <ac:cxnSpMk id="268" creationId="{ECF41D28-282E-B35D-FF09-CDBF775EBD1D}"/>
          </ac:cxnSpMkLst>
        </pc:cxnChg>
        <pc:cxnChg chg="add mod">
          <ac:chgData name="Li, Hanchen F" userId="3aee791e-6a2d-4da7-a77b-fbdf7bf15886" providerId="ADAL" clId="{CDC5B0EF-6BEB-4658-A9FF-CB66F6FA6C1E}" dt="2025-05-22T22:28:24.769" v="2437" actId="1037"/>
          <ac:cxnSpMkLst>
            <pc:docMk/>
            <pc:sldMk cId="2152317508" sldId="256"/>
            <ac:cxnSpMk id="271" creationId="{521660D2-51D1-EA3E-8946-0E9A9684F252}"/>
          </ac:cxnSpMkLst>
        </pc:cxnChg>
        <pc:cxnChg chg="add mod">
          <ac:chgData name="Li, Hanchen F" userId="3aee791e-6a2d-4da7-a77b-fbdf7bf15886" providerId="ADAL" clId="{CDC5B0EF-6BEB-4658-A9FF-CB66F6FA6C1E}" dt="2025-05-22T22:28:24.769" v="2437" actId="1037"/>
          <ac:cxnSpMkLst>
            <pc:docMk/>
            <pc:sldMk cId="2152317508" sldId="256"/>
            <ac:cxnSpMk id="272" creationId="{1DEED7CE-4198-96CA-1032-BB57DED9173F}"/>
          </ac:cxnSpMkLst>
        </pc:cxnChg>
        <pc:cxnChg chg="add mod">
          <ac:chgData name="Li, Hanchen F" userId="3aee791e-6a2d-4da7-a77b-fbdf7bf15886" providerId="ADAL" clId="{CDC5B0EF-6BEB-4658-A9FF-CB66F6FA6C1E}" dt="2025-05-22T22:28:24.769" v="2437" actId="1037"/>
          <ac:cxnSpMkLst>
            <pc:docMk/>
            <pc:sldMk cId="2152317508" sldId="256"/>
            <ac:cxnSpMk id="273" creationId="{1A9F41C1-7708-8F66-04E7-7EBB134A97DB}"/>
          </ac:cxnSpMkLst>
        </pc:cxnChg>
        <pc:cxnChg chg="add mod">
          <ac:chgData name="Li, Hanchen F" userId="3aee791e-6a2d-4da7-a77b-fbdf7bf15886" providerId="ADAL" clId="{CDC5B0EF-6BEB-4658-A9FF-CB66F6FA6C1E}" dt="2025-05-22T22:28:58.449" v="2444" actId="1036"/>
          <ac:cxnSpMkLst>
            <pc:docMk/>
            <pc:sldMk cId="2152317508" sldId="256"/>
            <ac:cxnSpMk id="274" creationId="{77AF1EB1-DF2F-A2D8-C763-9EF7BAB60E79}"/>
          </ac:cxnSpMkLst>
        </pc:cxnChg>
        <pc:cxnChg chg="add mod">
          <ac:chgData name="Li, Hanchen F" userId="3aee791e-6a2d-4da7-a77b-fbdf7bf15886" providerId="ADAL" clId="{CDC5B0EF-6BEB-4658-A9FF-CB66F6FA6C1E}" dt="2025-05-22T22:28:24.769" v="2437" actId="1037"/>
          <ac:cxnSpMkLst>
            <pc:docMk/>
            <pc:sldMk cId="2152317508" sldId="256"/>
            <ac:cxnSpMk id="275" creationId="{9F4A59CA-D978-3E20-7E40-20F1C2D3928B}"/>
          </ac:cxnSpMkLst>
        </pc:cxnChg>
        <pc:cxnChg chg="add mod topLvl">
          <ac:chgData name="Li, Hanchen F" userId="3aee791e-6a2d-4da7-a77b-fbdf7bf15886" providerId="ADAL" clId="{CDC5B0EF-6BEB-4658-A9FF-CB66F6FA6C1E}" dt="2025-05-22T22:40:57.305" v="2609" actId="165"/>
          <ac:cxnSpMkLst>
            <pc:docMk/>
            <pc:sldMk cId="2152317508" sldId="256"/>
            <ac:cxnSpMk id="279" creationId="{8D8C5F5A-9233-60A2-3B7B-93214972CAAE}"/>
          </ac:cxnSpMkLst>
        </pc:cxnChg>
        <pc:cxnChg chg="add mod topLvl">
          <ac:chgData name="Li, Hanchen F" userId="3aee791e-6a2d-4da7-a77b-fbdf7bf15886" providerId="ADAL" clId="{CDC5B0EF-6BEB-4658-A9FF-CB66F6FA6C1E}" dt="2025-05-22T22:40:57.305" v="2609" actId="165"/>
          <ac:cxnSpMkLst>
            <pc:docMk/>
            <pc:sldMk cId="2152317508" sldId="256"/>
            <ac:cxnSpMk id="282" creationId="{2B657ED1-7F1A-0F72-9774-6CECFAE5CB4D}"/>
          </ac:cxnSpMkLst>
        </pc:cxnChg>
        <pc:cxnChg chg="add mod">
          <ac:chgData name="Li, Hanchen F" userId="3aee791e-6a2d-4da7-a77b-fbdf7bf15886" providerId="ADAL" clId="{CDC5B0EF-6BEB-4658-A9FF-CB66F6FA6C1E}" dt="2025-05-22T22:36:13.755" v="2540" actId="208"/>
          <ac:cxnSpMkLst>
            <pc:docMk/>
            <pc:sldMk cId="2152317508" sldId="256"/>
            <ac:cxnSpMk id="286" creationId="{237DBAA5-1918-5976-1ACC-CEE6CB71B5A9}"/>
          </ac:cxnSpMkLst>
        </pc:cxnChg>
        <pc:cxnChg chg="add mod">
          <ac:chgData name="Li, Hanchen F" userId="3aee791e-6a2d-4da7-a77b-fbdf7bf15886" providerId="ADAL" clId="{CDC5B0EF-6BEB-4658-A9FF-CB66F6FA6C1E}" dt="2025-05-22T22:36:13.755" v="2540" actId="208"/>
          <ac:cxnSpMkLst>
            <pc:docMk/>
            <pc:sldMk cId="2152317508" sldId="256"/>
            <ac:cxnSpMk id="287" creationId="{BC6D1C4C-A396-A543-3006-FC720EFD2BAB}"/>
          </ac:cxnSpMkLst>
        </pc:cxnChg>
        <pc:cxnChg chg="add mod ord">
          <ac:chgData name="Li, Hanchen F" userId="3aee791e-6a2d-4da7-a77b-fbdf7bf15886" providerId="ADAL" clId="{CDC5B0EF-6BEB-4658-A9FF-CB66F6FA6C1E}" dt="2025-05-23T16:54:39.979" v="7719" actId="1076"/>
          <ac:cxnSpMkLst>
            <pc:docMk/>
            <pc:sldMk cId="2152317508" sldId="256"/>
            <ac:cxnSpMk id="300" creationId="{B2F47BB0-E798-99C6-C407-73F6DD980568}"/>
          </ac:cxnSpMkLst>
        </pc:cxnChg>
        <pc:cxnChg chg="add mod ord">
          <ac:chgData name="Li, Hanchen F" userId="3aee791e-6a2d-4da7-a77b-fbdf7bf15886" providerId="ADAL" clId="{CDC5B0EF-6BEB-4658-A9FF-CB66F6FA6C1E}" dt="2025-05-23T16:54:39.979" v="7719" actId="1076"/>
          <ac:cxnSpMkLst>
            <pc:docMk/>
            <pc:sldMk cId="2152317508" sldId="256"/>
            <ac:cxnSpMk id="301" creationId="{176783C3-CF39-A69B-C1B3-B16BA638508E}"/>
          </ac:cxnSpMkLst>
        </pc:cxnChg>
        <pc:cxnChg chg="add mod ord">
          <ac:chgData name="Li, Hanchen F" userId="3aee791e-6a2d-4da7-a77b-fbdf7bf15886" providerId="ADAL" clId="{CDC5B0EF-6BEB-4658-A9FF-CB66F6FA6C1E}" dt="2025-05-23T16:54:20.998" v="7715" actId="1076"/>
          <ac:cxnSpMkLst>
            <pc:docMk/>
            <pc:sldMk cId="2152317508" sldId="256"/>
            <ac:cxnSpMk id="303" creationId="{D0758446-627C-065E-7BE7-BD4D730A6FE2}"/>
          </ac:cxnSpMkLst>
        </pc:cxnChg>
        <pc:cxnChg chg="add mod ord">
          <ac:chgData name="Li, Hanchen F" userId="3aee791e-6a2d-4da7-a77b-fbdf7bf15886" providerId="ADAL" clId="{CDC5B0EF-6BEB-4658-A9FF-CB66F6FA6C1E}" dt="2025-05-23T16:54:20.998" v="7715" actId="1076"/>
          <ac:cxnSpMkLst>
            <pc:docMk/>
            <pc:sldMk cId="2152317508" sldId="256"/>
            <ac:cxnSpMk id="304" creationId="{A6EE3A5B-5AE9-D053-02A8-3899EAD21351}"/>
          </ac:cxnSpMkLst>
        </pc:cxnChg>
        <pc:cxnChg chg="add mod topLvl">
          <ac:chgData name="Li, Hanchen F" userId="3aee791e-6a2d-4da7-a77b-fbdf7bf15886" providerId="ADAL" clId="{CDC5B0EF-6BEB-4658-A9FF-CB66F6FA6C1E}" dt="2025-05-22T22:43:53.687" v="2661" actId="1076"/>
          <ac:cxnSpMkLst>
            <pc:docMk/>
            <pc:sldMk cId="2152317508" sldId="256"/>
            <ac:cxnSpMk id="463" creationId="{10451E52-E204-D840-CB8B-B13B2966A110}"/>
          </ac:cxnSpMkLst>
        </pc:cxnChg>
        <pc:cxnChg chg="add mod ord">
          <ac:chgData name="Li, Hanchen F" userId="3aee791e-6a2d-4da7-a77b-fbdf7bf15886" providerId="ADAL" clId="{CDC5B0EF-6BEB-4658-A9FF-CB66F6FA6C1E}" dt="2025-05-22T22:50:58.080" v="2876" actId="1038"/>
          <ac:cxnSpMkLst>
            <pc:docMk/>
            <pc:sldMk cId="2152317508" sldId="256"/>
            <ac:cxnSpMk id="483" creationId="{5AF17CA7-72F7-9647-1F1D-D8A25CFF497A}"/>
          </ac:cxnSpMkLst>
        </pc:cxnChg>
        <pc:cxnChg chg="add mod">
          <ac:chgData name="Li, Hanchen F" userId="3aee791e-6a2d-4da7-a77b-fbdf7bf15886" providerId="ADAL" clId="{CDC5B0EF-6BEB-4658-A9FF-CB66F6FA6C1E}" dt="2025-05-22T22:54:10.992" v="2944" actId="1076"/>
          <ac:cxnSpMkLst>
            <pc:docMk/>
            <pc:sldMk cId="2152317508" sldId="256"/>
            <ac:cxnSpMk id="534" creationId="{28DCBBF2-569A-BF19-FBF4-A7AE295AFA26}"/>
          </ac:cxnSpMkLst>
        </pc:cxnChg>
        <pc:cxnChg chg="add mod">
          <ac:chgData name="Li, Hanchen F" userId="3aee791e-6a2d-4da7-a77b-fbdf7bf15886" providerId="ADAL" clId="{CDC5B0EF-6BEB-4658-A9FF-CB66F6FA6C1E}" dt="2025-05-22T22:57:47.410" v="3004" actId="14100"/>
          <ac:cxnSpMkLst>
            <pc:docMk/>
            <pc:sldMk cId="2152317508" sldId="256"/>
            <ac:cxnSpMk id="562" creationId="{5F15D32E-87DC-39C5-8DEF-C6DCE7A86D50}"/>
          </ac:cxnSpMkLst>
        </pc:cxnChg>
        <pc:cxnChg chg="add mod">
          <ac:chgData name="Li, Hanchen F" userId="3aee791e-6a2d-4da7-a77b-fbdf7bf15886" providerId="ADAL" clId="{CDC5B0EF-6BEB-4658-A9FF-CB66F6FA6C1E}" dt="2025-05-22T23:09:15.125" v="3224" actId="1582"/>
          <ac:cxnSpMkLst>
            <pc:docMk/>
            <pc:sldMk cId="2152317508" sldId="256"/>
            <ac:cxnSpMk id="601" creationId="{ECA836D5-FD28-EE01-74E1-47EBE037CCED}"/>
          </ac:cxnSpMkLst>
        </pc:cxnChg>
        <pc:cxnChg chg="add mod">
          <ac:chgData name="Li, Hanchen F" userId="3aee791e-6a2d-4da7-a77b-fbdf7bf15886" providerId="ADAL" clId="{CDC5B0EF-6BEB-4658-A9FF-CB66F6FA6C1E}" dt="2025-05-22T23:17:18.872" v="3246" actId="1076"/>
          <ac:cxnSpMkLst>
            <pc:docMk/>
            <pc:sldMk cId="2152317508" sldId="256"/>
            <ac:cxnSpMk id="605" creationId="{D2143DC4-EA0D-8B30-FBDE-3FD6550A6B4C}"/>
          </ac:cxnSpMkLst>
        </pc:cxnChg>
        <pc:cxnChg chg="add mod ord">
          <ac:chgData name="Li, Hanchen F" userId="3aee791e-6a2d-4da7-a77b-fbdf7bf15886" providerId="ADAL" clId="{CDC5B0EF-6BEB-4658-A9FF-CB66F6FA6C1E}" dt="2025-05-22T23:32:33.437" v="3541" actId="1076"/>
          <ac:cxnSpMkLst>
            <pc:docMk/>
            <pc:sldMk cId="2152317508" sldId="256"/>
            <ac:cxnSpMk id="678" creationId="{20958F26-8103-D0AD-6896-7DBAF7723DAC}"/>
          </ac:cxnSpMkLst>
        </pc:cxnChg>
        <pc:cxnChg chg="add mod">
          <ac:chgData name="Li, Hanchen F" userId="3aee791e-6a2d-4da7-a77b-fbdf7bf15886" providerId="ADAL" clId="{CDC5B0EF-6BEB-4658-A9FF-CB66F6FA6C1E}" dt="2025-05-22T23:39:18.782" v="3754" actId="1076"/>
          <ac:cxnSpMkLst>
            <pc:docMk/>
            <pc:sldMk cId="2152317508" sldId="256"/>
            <ac:cxnSpMk id="689" creationId="{6F97B8BC-4C0E-5980-22FE-67E841C54176}"/>
          </ac:cxnSpMkLst>
        </pc:cxnChg>
      </pc:sldChg>
      <pc:sldChg chg="addSp delSp modSp add mod">
        <pc:chgData name="Li, Hanchen F" userId="3aee791e-6a2d-4da7-a77b-fbdf7bf15886" providerId="ADAL" clId="{CDC5B0EF-6BEB-4658-A9FF-CB66F6FA6C1E}" dt="2025-05-24T18:02:17.886" v="8740" actId="20577"/>
        <pc:sldMkLst>
          <pc:docMk/>
          <pc:sldMk cId="3137520481" sldId="257"/>
        </pc:sldMkLst>
        <pc:spChg chg="add mod">
          <ac:chgData name="Li, Hanchen F" userId="3aee791e-6a2d-4da7-a77b-fbdf7bf15886" providerId="ADAL" clId="{CDC5B0EF-6BEB-4658-A9FF-CB66F6FA6C1E}" dt="2025-05-24T00:33:27.897" v="8254" actId="1076"/>
          <ac:spMkLst>
            <pc:docMk/>
            <pc:sldMk cId="3137520481" sldId="257"/>
            <ac:spMk id="6" creationId="{9700E06F-C76F-24DC-265D-8FF8611C4CE5}"/>
          </ac:spMkLst>
        </pc:spChg>
        <pc:spChg chg="add mod">
          <ac:chgData name="Li, Hanchen F" userId="3aee791e-6a2d-4da7-a77b-fbdf7bf15886" providerId="ADAL" clId="{CDC5B0EF-6BEB-4658-A9FF-CB66F6FA6C1E}" dt="2025-05-24T00:35:36" v="8285" actId="1076"/>
          <ac:spMkLst>
            <pc:docMk/>
            <pc:sldMk cId="3137520481" sldId="257"/>
            <ac:spMk id="7" creationId="{D863D04C-C773-7D17-F094-EA9246E93090}"/>
          </ac:spMkLst>
        </pc:spChg>
        <pc:spChg chg="add mod ord">
          <ac:chgData name="Li, Hanchen F" userId="3aee791e-6a2d-4da7-a77b-fbdf7bf15886" providerId="ADAL" clId="{CDC5B0EF-6BEB-4658-A9FF-CB66F6FA6C1E}" dt="2025-05-22T23:59:29.557" v="5896" actId="167"/>
          <ac:spMkLst>
            <pc:docMk/>
            <pc:sldMk cId="3137520481" sldId="257"/>
            <ac:spMk id="11" creationId="{1C8D814E-1FE6-AAD0-8679-8A6A34C132E7}"/>
          </ac:spMkLst>
        </pc:spChg>
        <pc:spChg chg="add mod">
          <ac:chgData name="Li, Hanchen F" userId="3aee791e-6a2d-4da7-a77b-fbdf7bf15886" providerId="ADAL" clId="{CDC5B0EF-6BEB-4658-A9FF-CB66F6FA6C1E}" dt="2025-05-22T23:58:29.467" v="5879" actId="208"/>
          <ac:spMkLst>
            <pc:docMk/>
            <pc:sldMk cId="3137520481" sldId="257"/>
            <ac:spMk id="12" creationId="{1D56ECA4-C46A-60CB-1C38-972A8E49F49A}"/>
          </ac:spMkLst>
        </pc:spChg>
        <pc:spChg chg="add del mod">
          <ac:chgData name="Li, Hanchen F" userId="3aee791e-6a2d-4da7-a77b-fbdf7bf15886" providerId="ADAL" clId="{CDC5B0EF-6BEB-4658-A9FF-CB66F6FA6C1E}" dt="2025-05-23T23:40:13.163" v="8223" actId="1076"/>
          <ac:spMkLst>
            <pc:docMk/>
            <pc:sldMk cId="3137520481" sldId="257"/>
            <ac:spMk id="20" creationId="{9FDBF980-E1E1-B0A3-D564-A2844E7C95E4}"/>
          </ac:spMkLst>
        </pc:spChg>
        <pc:spChg chg="add mod">
          <ac:chgData name="Li, Hanchen F" userId="3aee791e-6a2d-4da7-a77b-fbdf7bf15886" providerId="ADAL" clId="{CDC5B0EF-6BEB-4658-A9FF-CB66F6FA6C1E}" dt="2025-05-24T00:41:58.135" v="8407" actId="1076"/>
          <ac:spMkLst>
            <pc:docMk/>
            <pc:sldMk cId="3137520481" sldId="257"/>
            <ac:spMk id="22" creationId="{4226639B-0001-43F7-B0EA-0D705E8B5890}"/>
          </ac:spMkLst>
        </pc:spChg>
        <pc:spChg chg="add del mod">
          <ac:chgData name="Li, Hanchen F" userId="3aee791e-6a2d-4da7-a77b-fbdf7bf15886" providerId="ADAL" clId="{CDC5B0EF-6BEB-4658-A9FF-CB66F6FA6C1E}" dt="2025-05-23T23:40:28.501" v="8232" actId="1076"/>
          <ac:spMkLst>
            <pc:docMk/>
            <pc:sldMk cId="3137520481" sldId="257"/>
            <ac:spMk id="23" creationId="{D1DAE93A-9AA6-BD5C-BD39-DA46BD3ECC8E}"/>
          </ac:spMkLst>
        </pc:spChg>
        <pc:spChg chg="add mod">
          <ac:chgData name="Li, Hanchen F" userId="3aee791e-6a2d-4da7-a77b-fbdf7bf15886" providerId="ADAL" clId="{CDC5B0EF-6BEB-4658-A9FF-CB66F6FA6C1E}" dt="2025-05-23T23:40:26.524" v="8231" actId="1076"/>
          <ac:spMkLst>
            <pc:docMk/>
            <pc:sldMk cId="3137520481" sldId="257"/>
            <ac:spMk id="24" creationId="{353B4A2E-4D26-C115-B554-FEEE96FAC67E}"/>
          </ac:spMkLst>
        </pc:spChg>
        <pc:spChg chg="add mod">
          <ac:chgData name="Li, Hanchen F" userId="3aee791e-6a2d-4da7-a77b-fbdf7bf15886" providerId="ADAL" clId="{CDC5B0EF-6BEB-4658-A9FF-CB66F6FA6C1E}" dt="2025-05-23T00:02:20.669" v="5954" actId="1076"/>
          <ac:spMkLst>
            <pc:docMk/>
            <pc:sldMk cId="3137520481" sldId="257"/>
            <ac:spMk id="28" creationId="{431BC851-4C75-2838-B444-DF9D50FCFAB6}"/>
          </ac:spMkLst>
        </pc:spChg>
        <pc:spChg chg="add mod ord">
          <ac:chgData name="Li, Hanchen F" userId="3aee791e-6a2d-4da7-a77b-fbdf7bf15886" providerId="ADAL" clId="{CDC5B0EF-6BEB-4658-A9FF-CB66F6FA6C1E}" dt="2025-05-22T23:59:29.557" v="5896" actId="167"/>
          <ac:spMkLst>
            <pc:docMk/>
            <pc:sldMk cId="3137520481" sldId="257"/>
            <ac:spMk id="29" creationId="{157D4687-2FC4-0BB3-1CE2-162798D4D1BC}"/>
          </ac:spMkLst>
        </pc:spChg>
        <pc:spChg chg="add mod ord">
          <ac:chgData name="Li, Hanchen F" userId="3aee791e-6a2d-4da7-a77b-fbdf7bf15886" providerId="ADAL" clId="{CDC5B0EF-6BEB-4658-A9FF-CB66F6FA6C1E}" dt="2025-05-23T00:01:14.329" v="5941" actId="167"/>
          <ac:spMkLst>
            <pc:docMk/>
            <pc:sldMk cId="3137520481" sldId="257"/>
            <ac:spMk id="31" creationId="{FC32021A-91D5-FF0A-F8A1-61641E68A5FC}"/>
          </ac:spMkLst>
        </pc:spChg>
        <pc:spChg chg="add mod ord">
          <ac:chgData name="Li, Hanchen F" userId="3aee791e-6a2d-4da7-a77b-fbdf7bf15886" providerId="ADAL" clId="{CDC5B0EF-6BEB-4658-A9FF-CB66F6FA6C1E}" dt="2025-05-23T00:01:14.329" v="5941" actId="167"/>
          <ac:spMkLst>
            <pc:docMk/>
            <pc:sldMk cId="3137520481" sldId="257"/>
            <ac:spMk id="32" creationId="{FCA93D50-C542-939C-83A7-985A6FDA564C}"/>
          </ac:spMkLst>
        </pc:spChg>
        <pc:spChg chg="add mod">
          <ac:chgData name="Li, Hanchen F" userId="3aee791e-6a2d-4da7-a77b-fbdf7bf15886" providerId="ADAL" clId="{CDC5B0EF-6BEB-4658-A9FF-CB66F6FA6C1E}" dt="2025-05-24T00:36:57.438" v="8332" actId="20577"/>
          <ac:spMkLst>
            <pc:docMk/>
            <pc:sldMk cId="3137520481" sldId="257"/>
            <ac:spMk id="35" creationId="{5B806E30-E46B-7D19-A740-208391EA72B9}"/>
          </ac:spMkLst>
        </pc:spChg>
        <pc:spChg chg="add mod">
          <ac:chgData name="Li, Hanchen F" userId="3aee791e-6a2d-4da7-a77b-fbdf7bf15886" providerId="ADAL" clId="{CDC5B0EF-6BEB-4658-A9FF-CB66F6FA6C1E}" dt="2025-05-24T00:41:13.792" v="8391" actId="1076"/>
          <ac:spMkLst>
            <pc:docMk/>
            <pc:sldMk cId="3137520481" sldId="257"/>
            <ac:spMk id="41" creationId="{784151CB-C975-343E-6987-A065C851DAAF}"/>
          </ac:spMkLst>
        </pc:spChg>
        <pc:spChg chg="add mod">
          <ac:chgData name="Li, Hanchen F" userId="3aee791e-6a2d-4da7-a77b-fbdf7bf15886" providerId="ADAL" clId="{CDC5B0EF-6BEB-4658-A9FF-CB66F6FA6C1E}" dt="2025-05-24T00:48:05.629" v="8668" actId="1076"/>
          <ac:spMkLst>
            <pc:docMk/>
            <pc:sldMk cId="3137520481" sldId="257"/>
            <ac:spMk id="50" creationId="{703FFA13-9B77-D784-DF9E-73500849D18C}"/>
          </ac:spMkLst>
        </pc:spChg>
        <pc:spChg chg="add mod">
          <ac:chgData name="Li, Hanchen F" userId="3aee791e-6a2d-4da7-a77b-fbdf7bf15886" providerId="ADAL" clId="{CDC5B0EF-6BEB-4658-A9FF-CB66F6FA6C1E}" dt="2025-05-24T18:02:17.886" v="8740" actId="20577"/>
          <ac:spMkLst>
            <pc:docMk/>
            <pc:sldMk cId="3137520481" sldId="257"/>
            <ac:spMk id="52" creationId="{8F4F5904-0323-595A-B49A-3AD7C33B6900}"/>
          </ac:spMkLst>
        </pc:spChg>
        <pc:spChg chg="add mod">
          <ac:chgData name="Li, Hanchen F" userId="3aee791e-6a2d-4da7-a77b-fbdf7bf15886" providerId="ADAL" clId="{CDC5B0EF-6BEB-4658-A9FF-CB66F6FA6C1E}" dt="2025-05-24T18:02:13.505" v="8736" actId="20577"/>
          <ac:spMkLst>
            <pc:docMk/>
            <pc:sldMk cId="3137520481" sldId="257"/>
            <ac:spMk id="53" creationId="{044A02A3-8FD4-9AA5-F9D6-8FC76EED89B4}"/>
          </ac:spMkLst>
        </pc:spChg>
        <pc:spChg chg="add mod">
          <ac:chgData name="Li, Hanchen F" userId="3aee791e-6a2d-4da7-a77b-fbdf7bf15886" providerId="ADAL" clId="{CDC5B0EF-6BEB-4658-A9FF-CB66F6FA6C1E}" dt="2025-05-24T00:42:04.199" v="8408" actId="1076"/>
          <ac:spMkLst>
            <pc:docMk/>
            <pc:sldMk cId="3137520481" sldId="257"/>
            <ac:spMk id="55" creationId="{6A77F17C-8C65-7FDA-DAC3-98A8468E9257}"/>
          </ac:spMkLst>
        </pc:spChg>
        <pc:spChg chg="add mod">
          <ac:chgData name="Li, Hanchen F" userId="3aee791e-6a2d-4da7-a77b-fbdf7bf15886" providerId="ADAL" clId="{CDC5B0EF-6BEB-4658-A9FF-CB66F6FA6C1E}" dt="2025-05-24T00:47:29.241" v="8652" actId="207"/>
          <ac:spMkLst>
            <pc:docMk/>
            <pc:sldMk cId="3137520481" sldId="257"/>
            <ac:spMk id="74" creationId="{5B5F92B9-05C2-A7CD-9D02-AB11C8B66D90}"/>
          </ac:spMkLst>
        </pc:spChg>
        <pc:spChg chg="add mod">
          <ac:chgData name="Li, Hanchen F" userId="3aee791e-6a2d-4da7-a77b-fbdf7bf15886" providerId="ADAL" clId="{CDC5B0EF-6BEB-4658-A9FF-CB66F6FA6C1E}" dt="2025-05-24T00:42:46.034" v="8523" actId="1076"/>
          <ac:spMkLst>
            <pc:docMk/>
            <pc:sldMk cId="3137520481" sldId="257"/>
            <ac:spMk id="75" creationId="{FB23F848-8C8F-1BC6-1398-C7A8E6AD91DD}"/>
          </ac:spMkLst>
        </pc:spChg>
        <pc:spChg chg="add mod">
          <ac:chgData name="Li, Hanchen F" userId="3aee791e-6a2d-4da7-a77b-fbdf7bf15886" providerId="ADAL" clId="{CDC5B0EF-6BEB-4658-A9FF-CB66F6FA6C1E}" dt="2025-05-24T00:46:35.473" v="8552" actId="1076"/>
          <ac:spMkLst>
            <pc:docMk/>
            <pc:sldMk cId="3137520481" sldId="257"/>
            <ac:spMk id="79" creationId="{F25CBC90-FA6E-4164-2AF0-F783CF6072D2}"/>
          </ac:spMkLst>
        </pc:spChg>
        <pc:spChg chg="add mod">
          <ac:chgData name="Li, Hanchen F" userId="3aee791e-6a2d-4da7-a77b-fbdf7bf15886" providerId="ADAL" clId="{CDC5B0EF-6BEB-4658-A9FF-CB66F6FA6C1E}" dt="2025-05-24T00:45:55.994" v="8537" actId="1076"/>
          <ac:spMkLst>
            <pc:docMk/>
            <pc:sldMk cId="3137520481" sldId="257"/>
            <ac:spMk id="80" creationId="{940B8AAC-264C-6DA7-6123-0345AF11E6BA}"/>
          </ac:spMkLst>
        </pc:spChg>
        <pc:spChg chg="add mod">
          <ac:chgData name="Li, Hanchen F" userId="3aee791e-6a2d-4da7-a77b-fbdf7bf15886" providerId="ADAL" clId="{CDC5B0EF-6BEB-4658-A9FF-CB66F6FA6C1E}" dt="2025-05-24T00:46:01.551" v="8539" actId="1076"/>
          <ac:spMkLst>
            <pc:docMk/>
            <pc:sldMk cId="3137520481" sldId="257"/>
            <ac:spMk id="81" creationId="{B05312CD-F777-79FD-4B52-FD8F95ADB7C9}"/>
          </ac:spMkLst>
        </pc:spChg>
        <pc:spChg chg="add mod">
          <ac:chgData name="Li, Hanchen F" userId="3aee791e-6a2d-4da7-a77b-fbdf7bf15886" providerId="ADAL" clId="{CDC5B0EF-6BEB-4658-A9FF-CB66F6FA6C1E}" dt="2025-05-24T00:49:23.872" v="8680" actId="1076"/>
          <ac:spMkLst>
            <pc:docMk/>
            <pc:sldMk cId="3137520481" sldId="257"/>
            <ac:spMk id="95" creationId="{08AC8145-7DDF-0E51-D70F-B0BCCD616ED5}"/>
          </ac:spMkLst>
        </pc:spChg>
        <pc:spChg chg="add mod">
          <ac:chgData name="Li, Hanchen F" userId="3aee791e-6a2d-4da7-a77b-fbdf7bf15886" providerId="ADAL" clId="{CDC5B0EF-6BEB-4658-A9FF-CB66F6FA6C1E}" dt="2025-05-24T00:50:53.176" v="8718" actId="1035"/>
          <ac:spMkLst>
            <pc:docMk/>
            <pc:sldMk cId="3137520481" sldId="257"/>
            <ac:spMk id="98" creationId="{757A896F-48AA-74B1-98EB-B77E3A4F9541}"/>
          </ac:spMkLst>
        </pc:spChg>
        <pc:picChg chg="add del mod">
          <ac:chgData name="Li, Hanchen F" userId="3aee791e-6a2d-4da7-a77b-fbdf7bf15886" providerId="ADAL" clId="{CDC5B0EF-6BEB-4658-A9FF-CB66F6FA6C1E}" dt="2025-05-24T00:49:14.429" v="8678" actId="1076"/>
          <ac:picMkLst>
            <pc:docMk/>
            <pc:sldMk cId="3137520481" sldId="257"/>
            <ac:picMk id="3" creationId="{4CEAE2BB-ED8C-A2AD-B6C5-083DFBB5BF78}"/>
          </ac:picMkLst>
        </pc:picChg>
        <pc:cxnChg chg="add mod">
          <ac:chgData name="Li, Hanchen F" userId="3aee791e-6a2d-4da7-a77b-fbdf7bf15886" providerId="ADAL" clId="{CDC5B0EF-6BEB-4658-A9FF-CB66F6FA6C1E}" dt="2025-05-24T00:32:44.798" v="8240" actId="14100"/>
          <ac:cxnSpMkLst>
            <pc:docMk/>
            <pc:sldMk cId="3137520481" sldId="257"/>
            <ac:cxnSpMk id="2" creationId="{A4B13EC4-2D02-F1F2-C310-288E80243905}"/>
          </ac:cxnSpMkLst>
        </pc:cxnChg>
        <pc:cxnChg chg="add mod">
          <ac:chgData name="Li, Hanchen F" userId="3aee791e-6a2d-4da7-a77b-fbdf7bf15886" providerId="ADAL" clId="{CDC5B0EF-6BEB-4658-A9FF-CB66F6FA6C1E}" dt="2025-05-22T23:56:07.134" v="5833" actId="1076"/>
          <ac:cxnSpMkLst>
            <pc:docMk/>
            <pc:sldMk cId="3137520481" sldId="257"/>
            <ac:cxnSpMk id="4" creationId="{0E43F9AE-287E-36BB-34F6-C6F92169902D}"/>
          </ac:cxnSpMkLst>
        </pc:cxnChg>
        <pc:cxnChg chg="add mod">
          <ac:chgData name="Li, Hanchen F" userId="3aee791e-6a2d-4da7-a77b-fbdf7bf15886" providerId="ADAL" clId="{CDC5B0EF-6BEB-4658-A9FF-CB66F6FA6C1E}" dt="2025-05-22T23:58:29.467" v="5879" actId="208"/>
          <ac:cxnSpMkLst>
            <pc:docMk/>
            <pc:sldMk cId="3137520481" sldId="257"/>
            <ac:cxnSpMk id="13" creationId="{AD3910F3-7BF5-B901-3E25-3C91270D1972}"/>
          </ac:cxnSpMkLst>
        </pc:cxnChg>
        <pc:cxnChg chg="mod">
          <ac:chgData name="Li, Hanchen F" userId="3aee791e-6a2d-4da7-a77b-fbdf7bf15886" providerId="ADAL" clId="{CDC5B0EF-6BEB-4658-A9FF-CB66F6FA6C1E}" dt="2025-05-22T23:58:29.467" v="5879" actId="208"/>
          <ac:cxnSpMkLst>
            <pc:docMk/>
            <pc:sldMk cId="3137520481" sldId="257"/>
            <ac:cxnSpMk id="14" creationId="{867A3783-FAF8-3DCA-3F00-095AD67D91F8}"/>
          </ac:cxnSpMkLst>
        </pc:cxnChg>
        <pc:cxnChg chg="add mod">
          <ac:chgData name="Li, Hanchen F" userId="3aee791e-6a2d-4da7-a77b-fbdf7bf15886" providerId="ADAL" clId="{CDC5B0EF-6BEB-4658-A9FF-CB66F6FA6C1E}" dt="2025-05-24T00:41:51.625" v="8404" actId="1076"/>
          <ac:cxnSpMkLst>
            <pc:docMk/>
            <pc:sldMk cId="3137520481" sldId="257"/>
            <ac:cxnSpMk id="25" creationId="{585188A3-2425-D867-BB54-8713386C8D59}"/>
          </ac:cxnSpMkLst>
        </pc:cxnChg>
        <pc:cxnChg chg="add mod">
          <ac:chgData name="Li, Hanchen F" userId="3aee791e-6a2d-4da7-a77b-fbdf7bf15886" providerId="ADAL" clId="{CDC5B0EF-6BEB-4658-A9FF-CB66F6FA6C1E}" dt="2025-05-24T00:37:02.429" v="8333" actId="1076"/>
          <ac:cxnSpMkLst>
            <pc:docMk/>
            <pc:sldMk cId="3137520481" sldId="257"/>
            <ac:cxnSpMk id="30" creationId="{C0EE0300-66D0-0AA6-766D-E4F38CFC8D77}"/>
          </ac:cxnSpMkLst>
        </pc:cxnChg>
        <pc:cxnChg chg="add mod">
          <ac:chgData name="Li, Hanchen F" userId="3aee791e-6a2d-4da7-a77b-fbdf7bf15886" providerId="ADAL" clId="{CDC5B0EF-6BEB-4658-A9FF-CB66F6FA6C1E}" dt="2025-05-24T00:34:39.528" v="8270" actId="1076"/>
          <ac:cxnSpMkLst>
            <pc:docMk/>
            <pc:sldMk cId="3137520481" sldId="257"/>
            <ac:cxnSpMk id="34" creationId="{F1CB6232-8B6E-1EF4-73EB-C4409618AD26}"/>
          </ac:cxnSpMkLst>
        </pc:cxnChg>
        <pc:cxnChg chg="add mod">
          <ac:chgData name="Li, Hanchen F" userId="3aee791e-6a2d-4da7-a77b-fbdf7bf15886" providerId="ADAL" clId="{CDC5B0EF-6BEB-4658-A9FF-CB66F6FA6C1E}" dt="2025-05-23T00:01:19.058" v="5943" actId="1076"/>
          <ac:cxnSpMkLst>
            <pc:docMk/>
            <pc:sldMk cId="3137520481" sldId="257"/>
            <ac:cxnSpMk id="36" creationId="{9A7AAC3F-8075-88D6-E648-895DD4EAC295}"/>
          </ac:cxnSpMkLst>
        </pc:cxnChg>
        <pc:cxnChg chg="add mod">
          <ac:chgData name="Li, Hanchen F" userId="3aee791e-6a2d-4da7-a77b-fbdf7bf15886" providerId="ADAL" clId="{CDC5B0EF-6BEB-4658-A9FF-CB66F6FA6C1E}" dt="2025-05-24T00:41:45.401" v="8402" actId="14100"/>
          <ac:cxnSpMkLst>
            <pc:docMk/>
            <pc:sldMk cId="3137520481" sldId="257"/>
            <ac:cxnSpMk id="37" creationId="{0CFD51FD-AF08-0001-FA2A-150037603E7F}"/>
          </ac:cxnSpMkLst>
        </pc:cxnChg>
        <pc:cxnChg chg="add mod">
          <ac:chgData name="Li, Hanchen F" userId="3aee791e-6a2d-4da7-a77b-fbdf7bf15886" providerId="ADAL" clId="{CDC5B0EF-6BEB-4658-A9FF-CB66F6FA6C1E}" dt="2025-05-24T01:02:26.893" v="8731" actId="1076"/>
          <ac:cxnSpMkLst>
            <pc:docMk/>
            <pc:sldMk cId="3137520481" sldId="257"/>
            <ac:cxnSpMk id="40" creationId="{484BEFF4-71E7-8955-B2B8-36A0C5284C4D}"/>
          </ac:cxnSpMkLst>
        </pc:cxnChg>
        <pc:cxnChg chg="add mod">
          <ac:chgData name="Li, Hanchen F" userId="3aee791e-6a2d-4da7-a77b-fbdf7bf15886" providerId="ADAL" clId="{CDC5B0EF-6BEB-4658-A9FF-CB66F6FA6C1E}" dt="2025-05-24T00:47:52.516" v="8666" actId="14100"/>
          <ac:cxnSpMkLst>
            <pc:docMk/>
            <pc:sldMk cId="3137520481" sldId="257"/>
            <ac:cxnSpMk id="44" creationId="{D7B098D4-15C3-C67F-AC23-E46157C0BE33}"/>
          </ac:cxnSpMkLst>
        </pc:cxnChg>
        <pc:cxnChg chg="add mod">
          <ac:chgData name="Li, Hanchen F" userId="3aee791e-6a2d-4da7-a77b-fbdf7bf15886" providerId="ADAL" clId="{CDC5B0EF-6BEB-4658-A9FF-CB66F6FA6C1E}" dt="2025-05-24T00:41:43.285" v="8401" actId="14100"/>
          <ac:cxnSpMkLst>
            <pc:docMk/>
            <pc:sldMk cId="3137520481" sldId="257"/>
            <ac:cxnSpMk id="46" creationId="{DD3F70FD-8DC4-00CB-65BE-08E8228B12BA}"/>
          </ac:cxnSpMkLst>
        </pc:cxnChg>
        <pc:cxnChg chg="add mod">
          <ac:chgData name="Li, Hanchen F" userId="3aee791e-6a2d-4da7-a77b-fbdf7bf15886" providerId="ADAL" clId="{CDC5B0EF-6BEB-4658-A9FF-CB66F6FA6C1E}" dt="2025-05-24T00:46:54.637" v="8631" actId="14100"/>
          <ac:cxnSpMkLst>
            <pc:docMk/>
            <pc:sldMk cId="3137520481" sldId="257"/>
            <ac:cxnSpMk id="59" creationId="{F10ACB7C-C2E9-4CE3-47D4-C342C45DC8E8}"/>
          </ac:cxnSpMkLst>
        </pc:cxnChg>
        <pc:cxnChg chg="add mod">
          <ac:chgData name="Li, Hanchen F" userId="3aee791e-6a2d-4da7-a77b-fbdf7bf15886" providerId="ADAL" clId="{CDC5B0EF-6BEB-4658-A9FF-CB66F6FA6C1E}" dt="2025-05-24T00:41:36.338" v="8398" actId="14100"/>
          <ac:cxnSpMkLst>
            <pc:docMk/>
            <pc:sldMk cId="3137520481" sldId="257"/>
            <ac:cxnSpMk id="61" creationId="{1E941D0A-CFDC-950C-79E6-4F2B6E587315}"/>
          </ac:cxnSpMkLst>
        </pc:cxnChg>
        <pc:cxnChg chg="add mod">
          <ac:chgData name="Li, Hanchen F" userId="3aee791e-6a2d-4da7-a77b-fbdf7bf15886" providerId="ADAL" clId="{CDC5B0EF-6BEB-4658-A9FF-CB66F6FA6C1E}" dt="2025-05-24T00:41:34.942" v="8397" actId="14100"/>
          <ac:cxnSpMkLst>
            <pc:docMk/>
            <pc:sldMk cId="3137520481" sldId="257"/>
            <ac:cxnSpMk id="64" creationId="{0583C440-FD44-1D4D-E1B6-A27D98A74663}"/>
          </ac:cxnSpMkLst>
        </pc:cxnChg>
        <pc:cxnChg chg="add mod">
          <ac:chgData name="Li, Hanchen F" userId="3aee791e-6a2d-4da7-a77b-fbdf7bf15886" providerId="ADAL" clId="{CDC5B0EF-6BEB-4658-A9FF-CB66F6FA6C1E}" dt="2025-05-24T00:45:30.413" v="8528" actId="14100"/>
          <ac:cxnSpMkLst>
            <pc:docMk/>
            <pc:sldMk cId="3137520481" sldId="257"/>
            <ac:cxnSpMk id="76" creationId="{5CC74EC5-5ABE-A8ED-F92F-DAC754155B70}"/>
          </ac:cxnSpMkLst>
        </pc:cxnChg>
        <pc:cxnChg chg="add mod">
          <ac:chgData name="Li, Hanchen F" userId="3aee791e-6a2d-4da7-a77b-fbdf7bf15886" providerId="ADAL" clId="{CDC5B0EF-6BEB-4658-A9FF-CB66F6FA6C1E}" dt="2025-05-24T00:45:38.349" v="8531" actId="1076"/>
          <ac:cxnSpMkLst>
            <pc:docMk/>
            <pc:sldMk cId="3137520481" sldId="257"/>
            <ac:cxnSpMk id="78" creationId="{9C6FC589-B5DF-51D8-0F64-2A528D9D4A35}"/>
          </ac:cxnSpMkLst>
        </pc:cxnChg>
        <pc:cxnChg chg="add mod">
          <ac:chgData name="Li, Hanchen F" userId="3aee791e-6a2d-4da7-a77b-fbdf7bf15886" providerId="ADAL" clId="{CDC5B0EF-6BEB-4658-A9FF-CB66F6FA6C1E}" dt="2025-05-24T00:46:23.374" v="8550" actId="14100"/>
          <ac:cxnSpMkLst>
            <pc:docMk/>
            <pc:sldMk cId="3137520481" sldId="257"/>
            <ac:cxnSpMk id="82" creationId="{0A5498A6-A0C0-9A85-CCD4-C67C21B5DF66}"/>
          </ac:cxnSpMkLst>
        </pc:cxnChg>
        <pc:cxnChg chg="add mod">
          <ac:chgData name="Li, Hanchen F" userId="3aee791e-6a2d-4da7-a77b-fbdf7bf15886" providerId="ADAL" clId="{CDC5B0EF-6BEB-4658-A9FF-CB66F6FA6C1E}" dt="2025-05-24T00:47:03.381" v="8633" actId="1076"/>
          <ac:cxnSpMkLst>
            <pc:docMk/>
            <pc:sldMk cId="3137520481" sldId="257"/>
            <ac:cxnSpMk id="88" creationId="{77CB9A69-00E2-54E3-E75E-B949E51E5BD8}"/>
          </ac:cxnSpMkLst>
        </pc:cxnChg>
        <pc:cxnChg chg="add mod">
          <ac:chgData name="Li, Hanchen F" userId="3aee791e-6a2d-4da7-a77b-fbdf7bf15886" providerId="ADAL" clId="{CDC5B0EF-6BEB-4658-A9FF-CB66F6FA6C1E}" dt="2025-05-24T00:49:12.704" v="8676" actId="14100"/>
          <ac:cxnSpMkLst>
            <pc:docMk/>
            <pc:sldMk cId="3137520481" sldId="257"/>
            <ac:cxnSpMk id="93" creationId="{5E9E2717-1417-D984-5CAC-9879A07784A5}"/>
          </ac:cxnSpMkLst>
        </pc:cxnChg>
        <pc:cxnChg chg="add mod">
          <ac:chgData name="Li, Hanchen F" userId="3aee791e-6a2d-4da7-a77b-fbdf7bf15886" providerId="ADAL" clId="{CDC5B0EF-6BEB-4658-A9FF-CB66F6FA6C1E}" dt="2025-05-24T00:50:49.367" v="8717" actId="1035"/>
          <ac:cxnSpMkLst>
            <pc:docMk/>
            <pc:sldMk cId="3137520481" sldId="257"/>
            <ac:cxnSpMk id="97" creationId="{B43CBE80-B09D-B56C-7A61-47630402BA28}"/>
          </ac:cxnSpMkLst>
        </pc:cxnChg>
      </pc:sldChg>
      <pc:sldChg chg="addSp delSp add del mod">
        <pc:chgData name="Li, Hanchen F" userId="3aee791e-6a2d-4da7-a77b-fbdf7bf15886" providerId="ADAL" clId="{CDC5B0EF-6BEB-4658-A9FF-CB66F6FA6C1E}" dt="2025-05-22T23:23:20.623" v="3362" actId="2696"/>
        <pc:sldMkLst>
          <pc:docMk/>
          <pc:sldMk cId="4277506326" sldId="257"/>
        </pc:sldMkLst>
      </pc:sldChg>
      <pc:sldChg chg="addSp delSp modSp new mod">
        <pc:chgData name="Li, Hanchen F" userId="3aee791e-6a2d-4da7-a77b-fbdf7bf15886" providerId="ADAL" clId="{CDC5B0EF-6BEB-4658-A9FF-CB66F6FA6C1E}" dt="2025-05-23T00:19:58.620" v="6262" actId="1076"/>
        <pc:sldMkLst>
          <pc:docMk/>
          <pc:sldMk cId="3834972223" sldId="258"/>
        </pc:sldMkLst>
        <pc:spChg chg="add mod ord">
          <ac:chgData name="Li, Hanchen F" userId="3aee791e-6a2d-4da7-a77b-fbdf7bf15886" providerId="ADAL" clId="{CDC5B0EF-6BEB-4658-A9FF-CB66F6FA6C1E}" dt="2025-05-23T00:12:26.212" v="6114" actId="208"/>
          <ac:spMkLst>
            <pc:docMk/>
            <pc:sldMk cId="3834972223" sldId="258"/>
            <ac:spMk id="14" creationId="{2709C667-BD2A-882C-12AE-7FBDBDBBF518}"/>
          </ac:spMkLst>
        </pc:spChg>
        <pc:spChg chg="add mod ord">
          <ac:chgData name="Li, Hanchen F" userId="3aee791e-6a2d-4da7-a77b-fbdf7bf15886" providerId="ADAL" clId="{CDC5B0EF-6BEB-4658-A9FF-CB66F6FA6C1E}" dt="2025-05-23T00:12:26.212" v="6114" actId="208"/>
          <ac:spMkLst>
            <pc:docMk/>
            <pc:sldMk cId="3834972223" sldId="258"/>
            <ac:spMk id="15" creationId="{C303C415-092C-9684-B281-AE71737EDCB1}"/>
          </ac:spMkLst>
        </pc:spChg>
        <pc:spChg chg="add mod ord">
          <ac:chgData name="Li, Hanchen F" userId="3aee791e-6a2d-4da7-a77b-fbdf7bf15886" providerId="ADAL" clId="{CDC5B0EF-6BEB-4658-A9FF-CB66F6FA6C1E}" dt="2025-05-23T00:12:26.212" v="6114" actId="208"/>
          <ac:spMkLst>
            <pc:docMk/>
            <pc:sldMk cId="3834972223" sldId="258"/>
            <ac:spMk id="16" creationId="{765FE46C-A5E9-C6F3-7EB3-85FC3DED8F46}"/>
          </ac:spMkLst>
        </pc:spChg>
        <pc:spChg chg="add del mod ord">
          <ac:chgData name="Li, Hanchen F" userId="3aee791e-6a2d-4da7-a77b-fbdf7bf15886" providerId="ADAL" clId="{CDC5B0EF-6BEB-4658-A9FF-CB66F6FA6C1E}" dt="2025-05-23T00:16:49.086" v="6192" actId="478"/>
          <ac:spMkLst>
            <pc:docMk/>
            <pc:sldMk cId="3834972223" sldId="258"/>
            <ac:spMk id="17" creationId="{1583C3EA-A8DD-B661-F8B0-43FFC069958D}"/>
          </ac:spMkLst>
        </pc:spChg>
        <pc:spChg chg="add mod ord">
          <ac:chgData name="Li, Hanchen F" userId="3aee791e-6a2d-4da7-a77b-fbdf7bf15886" providerId="ADAL" clId="{CDC5B0EF-6BEB-4658-A9FF-CB66F6FA6C1E}" dt="2025-05-23T00:12:31.110" v="6115" actId="2085"/>
          <ac:spMkLst>
            <pc:docMk/>
            <pc:sldMk cId="3834972223" sldId="258"/>
            <ac:spMk id="19" creationId="{00BE844E-FDBA-BB12-B655-D9B733710326}"/>
          </ac:spMkLst>
        </pc:spChg>
        <pc:spChg chg="add mod ord">
          <ac:chgData name="Li, Hanchen F" userId="3aee791e-6a2d-4da7-a77b-fbdf7bf15886" providerId="ADAL" clId="{CDC5B0EF-6BEB-4658-A9FF-CB66F6FA6C1E}" dt="2025-05-23T00:12:31.110" v="6115" actId="2085"/>
          <ac:spMkLst>
            <pc:docMk/>
            <pc:sldMk cId="3834972223" sldId="258"/>
            <ac:spMk id="21" creationId="{7685D780-D896-1651-3071-342C8A3ACB3D}"/>
          </ac:spMkLst>
        </pc:spChg>
        <pc:spChg chg="add del mod">
          <ac:chgData name="Li, Hanchen F" userId="3aee791e-6a2d-4da7-a77b-fbdf7bf15886" providerId="ADAL" clId="{CDC5B0EF-6BEB-4658-A9FF-CB66F6FA6C1E}" dt="2025-05-23T00:16:35.613" v="6180" actId="478"/>
          <ac:spMkLst>
            <pc:docMk/>
            <pc:sldMk cId="3834972223" sldId="258"/>
            <ac:spMk id="35" creationId="{628697DE-3941-2AFE-E321-2D6667A519EA}"/>
          </ac:spMkLst>
        </pc:spChg>
        <pc:spChg chg="add mod">
          <ac:chgData name="Li, Hanchen F" userId="3aee791e-6a2d-4da7-a77b-fbdf7bf15886" providerId="ADAL" clId="{CDC5B0EF-6BEB-4658-A9FF-CB66F6FA6C1E}" dt="2025-05-23T00:13:18.537" v="6125" actId="1076"/>
          <ac:spMkLst>
            <pc:docMk/>
            <pc:sldMk cId="3834972223" sldId="258"/>
            <ac:spMk id="37" creationId="{F2F81E4A-2BDD-DCCD-834F-B541B026B5A3}"/>
          </ac:spMkLst>
        </pc:spChg>
        <pc:spChg chg="add mod">
          <ac:chgData name="Li, Hanchen F" userId="3aee791e-6a2d-4da7-a77b-fbdf7bf15886" providerId="ADAL" clId="{CDC5B0EF-6BEB-4658-A9FF-CB66F6FA6C1E}" dt="2025-05-23T00:13:42.238" v="6129" actId="1076"/>
          <ac:spMkLst>
            <pc:docMk/>
            <pc:sldMk cId="3834972223" sldId="258"/>
            <ac:spMk id="38" creationId="{A62C49D5-E6D0-3FD9-5851-6BF0E941D8FF}"/>
          </ac:spMkLst>
        </pc:spChg>
        <pc:spChg chg="add mod">
          <ac:chgData name="Li, Hanchen F" userId="3aee791e-6a2d-4da7-a77b-fbdf7bf15886" providerId="ADAL" clId="{CDC5B0EF-6BEB-4658-A9FF-CB66F6FA6C1E}" dt="2025-05-23T00:17:13.624" v="6205" actId="20577"/>
          <ac:spMkLst>
            <pc:docMk/>
            <pc:sldMk cId="3834972223" sldId="258"/>
            <ac:spMk id="39" creationId="{ECAD9D81-63F6-1498-5BCD-28EF5AFE05C3}"/>
          </ac:spMkLst>
        </pc:spChg>
        <pc:spChg chg="add mod">
          <ac:chgData name="Li, Hanchen F" userId="3aee791e-6a2d-4da7-a77b-fbdf7bf15886" providerId="ADAL" clId="{CDC5B0EF-6BEB-4658-A9FF-CB66F6FA6C1E}" dt="2025-05-23T00:17:19.988" v="6207" actId="1076"/>
          <ac:spMkLst>
            <pc:docMk/>
            <pc:sldMk cId="3834972223" sldId="258"/>
            <ac:spMk id="40" creationId="{6687DDF9-BCC8-F180-6402-E59F9A87D03C}"/>
          </ac:spMkLst>
        </pc:spChg>
        <pc:spChg chg="add mod">
          <ac:chgData name="Li, Hanchen F" userId="3aee791e-6a2d-4da7-a77b-fbdf7bf15886" providerId="ADAL" clId="{CDC5B0EF-6BEB-4658-A9FF-CB66F6FA6C1E}" dt="2025-05-23T00:17:16.951" v="6206" actId="1076"/>
          <ac:spMkLst>
            <pc:docMk/>
            <pc:sldMk cId="3834972223" sldId="258"/>
            <ac:spMk id="41" creationId="{C17FC6F7-5871-3E6E-6168-959CD481B76D}"/>
          </ac:spMkLst>
        </pc:spChg>
        <pc:spChg chg="add mod">
          <ac:chgData name="Li, Hanchen F" userId="3aee791e-6a2d-4da7-a77b-fbdf7bf15886" providerId="ADAL" clId="{CDC5B0EF-6BEB-4658-A9FF-CB66F6FA6C1E}" dt="2025-05-23T00:16:08.409" v="6164" actId="208"/>
          <ac:spMkLst>
            <pc:docMk/>
            <pc:sldMk cId="3834972223" sldId="258"/>
            <ac:spMk id="60" creationId="{805149CB-4FBE-07E8-8647-4F465E50CA33}"/>
          </ac:spMkLst>
        </pc:spChg>
        <pc:spChg chg="add mod">
          <ac:chgData name="Li, Hanchen F" userId="3aee791e-6a2d-4da7-a77b-fbdf7bf15886" providerId="ADAL" clId="{CDC5B0EF-6BEB-4658-A9FF-CB66F6FA6C1E}" dt="2025-05-23T00:15:26.514" v="6155" actId="571"/>
          <ac:spMkLst>
            <pc:docMk/>
            <pc:sldMk cId="3834972223" sldId="258"/>
            <ac:spMk id="61" creationId="{334F5E7B-88A5-4952-0CCF-3921795838F0}"/>
          </ac:spMkLst>
        </pc:spChg>
        <pc:spChg chg="add mod">
          <ac:chgData name="Li, Hanchen F" userId="3aee791e-6a2d-4da7-a77b-fbdf7bf15886" providerId="ADAL" clId="{CDC5B0EF-6BEB-4658-A9FF-CB66F6FA6C1E}" dt="2025-05-23T00:16:08.409" v="6164" actId="208"/>
          <ac:spMkLst>
            <pc:docMk/>
            <pc:sldMk cId="3834972223" sldId="258"/>
            <ac:spMk id="62" creationId="{52B9CD62-BC89-0D3F-5925-E616B83C8F18}"/>
          </ac:spMkLst>
        </pc:spChg>
        <pc:spChg chg="add mod">
          <ac:chgData name="Li, Hanchen F" userId="3aee791e-6a2d-4da7-a77b-fbdf7bf15886" providerId="ADAL" clId="{CDC5B0EF-6BEB-4658-A9FF-CB66F6FA6C1E}" dt="2025-05-23T00:16:08.409" v="6164" actId="208"/>
          <ac:spMkLst>
            <pc:docMk/>
            <pc:sldMk cId="3834972223" sldId="258"/>
            <ac:spMk id="64" creationId="{B7339D2F-7C77-80E5-2CA3-D84B2B8C319B}"/>
          </ac:spMkLst>
        </pc:spChg>
        <pc:spChg chg="add mod">
          <ac:chgData name="Li, Hanchen F" userId="3aee791e-6a2d-4da7-a77b-fbdf7bf15886" providerId="ADAL" clId="{CDC5B0EF-6BEB-4658-A9FF-CB66F6FA6C1E}" dt="2025-05-23T00:15:26.514" v="6155" actId="571"/>
          <ac:spMkLst>
            <pc:docMk/>
            <pc:sldMk cId="3834972223" sldId="258"/>
            <ac:spMk id="65" creationId="{C383C93D-3B07-754B-60E1-0A772829D902}"/>
          </ac:spMkLst>
        </pc:spChg>
        <pc:spChg chg="add mod">
          <ac:chgData name="Li, Hanchen F" userId="3aee791e-6a2d-4da7-a77b-fbdf7bf15886" providerId="ADAL" clId="{CDC5B0EF-6BEB-4658-A9FF-CB66F6FA6C1E}" dt="2025-05-23T00:18:56.824" v="6246" actId="1076"/>
          <ac:spMkLst>
            <pc:docMk/>
            <pc:sldMk cId="3834972223" sldId="258"/>
            <ac:spMk id="72" creationId="{05CC6AC4-91D8-099D-B55C-AF9258630646}"/>
          </ac:spMkLst>
        </pc:spChg>
        <pc:spChg chg="add mod">
          <ac:chgData name="Li, Hanchen F" userId="3aee791e-6a2d-4da7-a77b-fbdf7bf15886" providerId="ADAL" clId="{CDC5B0EF-6BEB-4658-A9FF-CB66F6FA6C1E}" dt="2025-05-23T00:18:58.955" v="6247" actId="1076"/>
          <ac:spMkLst>
            <pc:docMk/>
            <pc:sldMk cId="3834972223" sldId="258"/>
            <ac:spMk id="73" creationId="{4500B7A3-A7A8-261B-84D2-0E3BBA6F3AC0}"/>
          </ac:spMkLst>
        </pc:spChg>
        <pc:spChg chg="add mod">
          <ac:chgData name="Li, Hanchen F" userId="3aee791e-6a2d-4da7-a77b-fbdf7bf15886" providerId="ADAL" clId="{CDC5B0EF-6BEB-4658-A9FF-CB66F6FA6C1E}" dt="2025-05-23T00:18:54.867" v="6245" actId="1076"/>
          <ac:spMkLst>
            <pc:docMk/>
            <pc:sldMk cId="3834972223" sldId="258"/>
            <ac:spMk id="74" creationId="{4D6136F0-B41D-32AB-040E-920224AEB7AD}"/>
          </ac:spMkLst>
        </pc:spChg>
        <pc:spChg chg="mod">
          <ac:chgData name="Li, Hanchen F" userId="3aee791e-6a2d-4da7-a77b-fbdf7bf15886" providerId="ADAL" clId="{CDC5B0EF-6BEB-4658-A9FF-CB66F6FA6C1E}" dt="2025-05-23T00:17:03.113" v="6198" actId="207"/>
          <ac:spMkLst>
            <pc:docMk/>
            <pc:sldMk cId="3834972223" sldId="258"/>
            <ac:spMk id="75" creationId="{6043C8A3-8546-159E-C441-E89D40424160}"/>
          </ac:spMkLst>
        </pc:spChg>
        <pc:spChg chg="add mod">
          <ac:chgData name="Li, Hanchen F" userId="3aee791e-6a2d-4da7-a77b-fbdf7bf15886" providerId="ADAL" clId="{CDC5B0EF-6BEB-4658-A9FF-CB66F6FA6C1E}" dt="2025-05-23T00:17:22.297" v="6208" actId="1076"/>
          <ac:spMkLst>
            <pc:docMk/>
            <pc:sldMk cId="3834972223" sldId="258"/>
            <ac:spMk id="76" creationId="{F86CC747-7B04-973B-5F3A-8E64EE9F27B2}"/>
          </ac:spMkLst>
        </pc:spChg>
        <pc:spChg chg="add mod">
          <ac:chgData name="Li, Hanchen F" userId="3aee791e-6a2d-4da7-a77b-fbdf7bf15886" providerId="ADAL" clId="{CDC5B0EF-6BEB-4658-A9FF-CB66F6FA6C1E}" dt="2025-05-23T00:17:25.839" v="6209" actId="1076"/>
          <ac:spMkLst>
            <pc:docMk/>
            <pc:sldMk cId="3834972223" sldId="258"/>
            <ac:spMk id="77" creationId="{5145B157-424E-CB5D-9ACA-6EEE8F859DE2}"/>
          </ac:spMkLst>
        </pc:spChg>
        <pc:spChg chg="add mod">
          <ac:chgData name="Li, Hanchen F" userId="3aee791e-6a2d-4da7-a77b-fbdf7bf15886" providerId="ADAL" clId="{CDC5B0EF-6BEB-4658-A9FF-CB66F6FA6C1E}" dt="2025-05-23T00:19:23.913" v="6248" actId="208"/>
          <ac:spMkLst>
            <pc:docMk/>
            <pc:sldMk cId="3834972223" sldId="258"/>
            <ac:spMk id="78" creationId="{44496015-9738-783F-CA29-E38297076F68}"/>
          </ac:spMkLst>
        </pc:spChg>
        <pc:spChg chg="add mod">
          <ac:chgData name="Li, Hanchen F" userId="3aee791e-6a2d-4da7-a77b-fbdf7bf15886" providerId="ADAL" clId="{CDC5B0EF-6BEB-4658-A9FF-CB66F6FA6C1E}" dt="2025-05-23T00:15:31.958" v="6157" actId="1076"/>
          <ac:spMkLst>
            <pc:docMk/>
            <pc:sldMk cId="3834972223" sldId="258"/>
            <ac:spMk id="79" creationId="{75EB0DB1-A3F0-02C6-3185-4CB51419355B}"/>
          </ac:spMkLst>
        </pc:spChg>
        <pc:spChg chg="add mod">
          <ac:chgData name="Li, Hanchen F" userId="3aee791e-6a2d-4da7-a77b-fbdf7bf15886" providerId="ADAL" clId="{CDC5B0EF-6BEB-4658-A9FF-CB66F6FA6C1E}" dt="2025-05-23T00:19:23.913" v="6248" actId="208"/>
          <ac:spMkLst>
            <pc:docMk/>
            <pc:sldMk cId="3834972223" sldId="258"/>
            <ac:spMk id="80" creationId="{16476E7E-99C9-93DF-0AB3-1F101D4D42DA}"/>
          </ac:spMkLst>
        </pc:spChg>
        <pc:spChg chg="add mod">
          <ac:chgData name="Li, Hanchen F" userId="3aee791e-6a2d-4da7-a77b-fbdf7bf15886" providerId="ADAL" clId="{CDC5B0EF-6BEB-4658-A9FF-CB66F6FA6C1E}" dt="2025-05-23T00:15:31.958" v="6157" actId="1076"/>
          <ac:spMkLst>
            <pc:docMk/>
            <pc:sldMk cId="3834972223" sldId="258"/>
            <ac:spMk id="81" creationId="{57692F43-F469-8FB4-1586-C7DC8F2F928F}"/>
          </ac:spMkLst>
        </pc:spChg>
        <pc:spChg chg="mod">
          <ac:chgData name="Li, Hanchen F" userId="3aee791e-6a2d-4da7-a77b-fbdf7bf15886" providerId="ADAL" clId="{CDC5B0EF-6BEB-4658-A9FF-CB66F6FA6C1E}" dt="2025-05-23T00:19:23.913" v="6248" actId="208"/>
          <ac:spMkLst>
            <pc:docMk/>
            <pc:sldMk cId="3834972223" sldId="258"/>
            <ac:spMk id="82" creationId="{7900CDD7-0873-A587-4762-7077A61A2967}"/>
          </ac:spMkLst>
        </pc:spChg>
        <pc:spChg chg="add mod">
          <ac:chgData name="Li, Hanchen F" userId="3aee791e-6a2d-4da7-a77b-fbdf7bf15886" providerId="ADAL" clId="{CDC5B0EF-6BEB-4658-A9FF-CB66F6FA6C1E}" dt="2025-05-23T00:15:31.958" v="6157" actId="1076"/>
          <ac:spMkLst>
            <pc:docMk/>
            <pc:sldMk cId="3834972223" sldId="258"/>
            <ac:spMk id="83" creationId="{9CBE2D21-832B-FFB8-6289-E937D0C3A259}"/>
          </ac:spMkLst>
        </pc:spChg>
        <pc:spChg chg="mod">
          <ac:chgData name="Li, Hanchen F" userId="3aee791e-6a2d-4da7-a77b-fbdf7bf15886" providerId="ADAL" clId="{CDC5B0EF-6BEB-4658-A9FF-CB66F6FA6C1E}" dt="2025-05-23T00:19:52.305" v="6261" actId="207"/>
          <ac:spMkLst>
            <pc:docMk/>
            <pc:sldMk cId="3834972223" sldId="258"/>
            <ac:spMk id="90" creationId="{E8EEB601-09E1-A0E4-72EF-AA9F6299DCD1}"/>
          </ac:spMkLst>
        </pc:spChg>
        <pc:spChg chg="add mod">
          <ac:chgData name="Li, Hanchen F" userId="3aee791e-6a2d-4da7-a77b-fbdf7bf15886" providerId="ADAL" clId="{CDC5B0EF-6BEB-4658-A9FF-CB66F6FA6C1E}" dt="2025-05-23T00:19:52.305" v="6261" actId="207"/>
          <ac:spMkLst>
            <pc:docMk/>
            <pc:sldMk cId="3834972223" sldId="258"/>
            <ac:spMk id="91" creationId="{D4DC8563-8807-CAB6-2549-56B455DA8795}"/>
          </ac:spMkLst>
        </pc:spChg>
        <pc:spChg chg="add mod">
          <ac:chgData name="Li, Hanchen F" userId="3aee791e-6a2d-4da7-a77b-fbdf7bf15886" providerId="ADAL" clId="{CDC5B0EF-6BEB-4658-A9FF-CB66F6FA6C1E}" dt="2025-05-23T00:19:52.305" v="6261" actId="207"/>
          <ac:spMkLst>
            <pc:docMk/>
            <pc:sldMk cId="3834972223" sldId="258"/>
            <ac:spMk id="92" creationId="{84E72B0A-1129-5ADB-DEEE-95E0F9FE6758}"/>
          </ac:spMkLst>
        </pc:spChg>
        <pc:spChg chg="add mod">
          <ac:chgData name="Li, Hanchen F" userId="3aee791e-6a2d-4da7-a77b-fbdf7bf15886" providerId="ADAL" clId="{CDC5B0EF-6BEB-4658-A9FF-CB66F6FA6C1E}" dt="2025-05-23T00:19:52.305" v="6261" actId="207"/>
          <ac:spMkLst>
            <pc:docMk/>
            <pc:sldMk cId="3834972223" sldId="258"/>
            <ac:spMk id="93" creationId="{0FCD5ACE-C8CE-D908-1B47-075F67A9CB0E}"/>
          </ac:spMkLst>
        </pc:spChg>
        <pc:spChg chg="add mod">
          <ac:chgData name="Li, Hanchen F" userId="3aee791e-6a2d-4da7-a77b-fbdf7bf15886" providerId="ADAL" clId="{CDC5B0EF-6BEB-4658-A9FF-CB66F6FA6C1E}" dt="2025-05-23T00:19:52.305" v="6261" actId="207"/>
          <ac:spMkLst>
            <pc:docMk/>
            <pc:sldMk cId="3834972223" sldId="258"/>
            <ac:spMk id="94" creationId="{E4808BF7-0A1C-2E65-1A68-46EDAAE3EAA9}"/>
          </ac:spMkLst>
        </pc:spChg>
        <pc:spChg chg="add mod">
          <ac:chgData name="Li, Hanchen F" userId="3aee791e-6a2d-4da7-a77b-fbdf7bf15886" providerId="ADAL" clId="{CDC5B0EF-6BEB-4658-A9FF-CB66F6FA6C1E}" dt="2025-05-23T00:19:58.620" v="6262" actId="1076"/>
          <ac:spMkLst>
            <pc:docMk/>
            <pc:sldMk cId="3834972223" sldId="258"/>
            <ac:spMk id="95" creationId="{DEB07ABE-8011-7510-5D9D-BF2A0776E5F1}"/>
          </ac:spMkLst>
        </pc:spChg>
        <pc:cxnChg chg="add mod">
          <ac:chgData name="Li, Hanchen F" userId="3aee791e-6a2d-4da7-a77b-fbdf7bf15886" providerId="ADAL" clId="{CDC5B0EF-6BEB-4658-A9FF-CB66F6FA6C1E}" dt="2025-05-23T00:08:06.351" v="6022" actId="1582"/>
          <ac:cxnSpMkLst>
            <pc:docMk/>
            <pc:sldMk cId="3834972223" sldId="258"/>
            <ac:cxnSpMk id="5" creationId="{18762C28-FBC6-CB91-EEAA-4EF4F00D7B86}"/>
          </ac:cxnSpMkLst>
        </pc:cxnChg>
        <pc:cxnChg chg="add mod">
          <ac:chgData name="Li, Hanchen F" userId="3aee791e-6a2d-4da7-a77b-fbdf7bf15886" providerId="ADAL" clId="{CDC5B0EF-6BEB-4658-A9FF-CB66F6FA6C1E}" dt="2025-05-23T00:08:06.351" v="6022" actId="1582"/>
          <ac:cxnSpMkLst>
            <pc:docMk/>
            <pc:sldMk cId="3834972223" sldId="258"/>
            <ac:cxnSpMk id="9" creationId="{6204AFC1-ED33-8097-A3C1-1BD4649F4F0D}"/>
          </ac:cxnSpMkLst>
        </pc:cxnChg>
        <pc:cxnChg chg="add mod">
          <ac:chgData name="Li, Hanchen F" userId="3aee791e-6a2d-4da7-a77b-fbdf7bf15886" providerId="ADAL" clId="{CDC5B0EF-6BEB-4658-A9FF-CB66F6FA6C1E}" dt="2025-05-23T00:12:26.212" v="6114" actId="208"/>
          <ac:cxnSpMkLst>
            <pc:docMk/>
            <pc:sldMk cId="3834972223" sldId="258"/>
            <ac:cxnSpMk id="10" creationId="{80C6E8FC-F599-E5E6-6AD2-050E9CAF7B96}"/>
          </ac:cxnSpMkLst>
        </pc:cxnChg>
        <pc:cxnChg chg="add mod">
          <ac:chgData name="Li, Hanchen F" userId="3aee791e-6a2d-4da7-a77b-fbdf7bf15886" providerId="ADAL" clId="{CDC5B0EF-6BEB-4658-A9FF-CB66F6FA6C1E}" dt="2025-05-23T00:11:33.715" v="6103" actId="1076"/>
          <ac:cxnSpMkLst>
            <pc:docMk/>
            <pc:sldMk cId="3834972223" sldId="258"/>
            <ac:cxnSpMk id="22" creationId="{FFA0B8DA-7867-DA7F-12B0-1478842EB0AB}"/>
          </ac:cxnSpMkLst>
        </pc:cxnChg>
        <pc:cxnChg chg="add mod">
          <ac:chgData name="Li, Hanchen F" userId="3aee791e-6a2d-4da7-a77b-fbdf7bf15886" providerId="ADAL" clId="{CDC5B0EF-6BEB-4658-A9FF-CB66F6FA6C1E}" dt="2025-05-23T00:12:26.212" v="6114" actId="208"/>
          <ac:cxnSpMkLst>
            <pc:docMk/>
            <pc:sldMk cId="3834972223" sldId="258"/>
            <ac:cxnSpMk id="27" creationId="{36F06A75-342F-396B-FB1F-E19135BE1E33}"/>
          </ac:cxnSpMkLst>
        </pc:cxnChg>
        <pc:cxnChg chg="add mod">
          <ac:chgData name="Li, Hanchen F" userId="3aee791e-6a2d-4da7-a77b-fbdf7bf15886" providerId="ADAL" clId="{CDC5B0EF-6BEB-4658-A9FF-CB66F6FA6C1E}" dt="2025-05-23T00:12:26.212" v="6114" actId="208"/>
          <ac:cxnSpMkLst>
            <pc:docMk/>
            <pc:sldMk cId="3834972223" sldId="258"/>
            <ac:cxnSpMk id="32" creationId="{BDA6F119-1BF1-B9D0-6669-21A2089A39F7}"/>
          </ac:cxnSpMkLst>
        </pc:cxnChg>
        <pc:cxnChg chg="mod">
          <ac:chgData name="Li, Hanchen F" userId="3aee791e-6a2d-4da7-a77b-fbdf7bf15886" providerId="ADAL" clId="{CDC5B0EF-6BEB-4658-A9FF-CB66F6FA6C1E}" dt="2025-05-23T00:15:40.285" v="6158" actId="208"/>
          <ac:cxnSpMkLst>
            <pc:docMk/>
            <pc:sldMk cId="3834972223" sldId="258"/>
            <ac:cxnSpMk id="66" creationId="{2E16A3DA-4D3D-2268-6504-FBED27A3757D}"/>
          </ac:cxnSpMkLst>
        </pc:cxnChg>
        <pc:cxnChg chg="mod">
          <ac:chgData name="Li, Hanchen F" userId="3aee791e-6a2d-4da7-a77b-fbdf7bf15886" providerId="ADAL" clId="{CDC5B0EF-6BEB-4658-A9FF-CB66F6FA6C1E}" dt="2025-05-23T00:15:40.285" v="6158" actId="208"/>
          <ac:cxnSpMkLst>
            <pc:docMk/>
            <pc:sldMk cId="3834972223" sldId="258"/>
            <ac:cxnSpMk id="67" creationId="{710DEE07-2FE4-8FAA-A22A-BBC994B3F97F}"/>
          </ac:cxnSpMkLst>
        </pc:cxnChg>
        <pc:cxnChg chg="mod">
          <ac:chgData name="Li, Hanchen F" userId="3aee791e-6a2d-4da7-a77b-fbdf7bf15886" providerId="ADAL" clId="{CDC5B0EF-6BEB-4658-A9FF-CB66F6FA6C1E}" dt="2025-05-23T00:15:40.285" v="6158" actId="208"/>
          <ac:cxnSpMkLst>
            <pc:docMk/>
            <pc:sldMk cId="3834972223" sldId="258"/>
            <ac:cxnSpMk id="68" creationId="{2DEF86EA-8855-D5B1-460C-78AB231B4B81}"/>
          </ac:cxnSpMkLst>
        </pc:cxnChg>
        <pc:cxnChg chg="mod">
          <ac:chgData name="Li, Hanchen F" userId="3aee791e-6a2d-4da7-a77b-fbdf7bf15886" providerId="ADAL" clId="{CDC5B0EF-6BEB-4658-A9FF-CB66F6FA6C1E}" dt="2025-05-23T00:16:08.409" v="6164" actId="208"/>
          <ac:cxnSpMkLst>
            <pc:docMk/>
            <pc:sldMk cId="3834972223" sldId="258"/>
            <ac:cxnSpMk id="69" creationId="{FB6F00E5-E102-D8AC-E123-584281BB66AC}"/>
          </ac:cxnSpMkLst>
        </pc:cxnChg>
        <pc:cxnChg chg="mod">
          <ac:chgData name="Li, Hanchen F" userId="3aee791e-6a2d-4da7-a77b-fbdf7bf15886" providerId="ADAL" clId="{CDC5B0EF-6BEB-4658-A9FF-CB66F6FA6C1E}" dt="2025-05-23T00:16:16.964" v="6167" actId="208"/>
          <ac:cxnSpMkLst>
            <pc:docMk/>
            <pc:sldMk cId="3834972223" sldId="258"/>
            <ac:cxnSpMk id="70" creationId="{F9B28DF9-E526-DA4D-20B1-46AB585F5418}"/>
          </ac:cxnSpMkLst>
        </pc:cxnChg>
        <pc:cxnChg chg="mod">
          <ac:chgData name="Li, Hanchen F" userId="3aee791e-6a2d-4da7-a77b-fbdf7bf15886" providerId="ADAL" clId="{CDC5B0EF-6BEB-4658-A9FF-CB66F6FA6C1E}" dt="2025-05-23T00:16:08.409" v="6164" actId="208"/>
          <ac:cxnSpMkLst>
            <pc:docMk/>
            <pc:sldMk cId="3834972223" sldId="258"/>
            <ac:cxnSpMk id="71" creationId="{92EBFB15-FCDA-2BD9-7CA6-AC68AE077194}"/>
          </ac:cxnSpMkLst>
        </pc:cxnChg>
        <pc:cxnChg chg="mod">
          <ac:chgData name="Li, Hanchen F" userId="3aee791e-6a2d-4da7-a77b-fbdf7bf15886" providerId="ADAL" clId="{CDC5B0EF-6BEB-4658-A9FF-CB66F6FA6C1E}" dt="2025-05-23T00:19:23.913" v="6248" actId="208"/>
          <ac:cxnSpMkLst>
            <pc:docMk/>
            <pc:sldMk cId="3834972223" sldId="258"/>
            <ac:cxnSpMk id="84" creationId="{34DB4CF9-D544-F54B-CF96-61D33123EC65}"/>
          </ac:cxnSpMkLst>
        </pc:cxnChg>
        <pc:cxnChg chg="mod">
          <ac:chgData name="Li, Hanchen F" userId="3aee791e-6a2d-4da7-a77b-fbdf7bf15886" providerId="ADAL" clId="{CDC5B0EF-6BEB-4658-A9FF-CB66F6FA6C1E}" dt="2025-05-23T00:19:23.913" v="6248" actId="208"/>
          <ac:cxnSpMkLst>
            <pc:docMk/>
            <pc:sldMk cId="3834972223" sldId="258"/>
            <ac:cxnSpMk id="85" creationId="{AD3593A4-C55F-A794-5961-0069578AC603}"/>
          </ac:cxnSpMkLst>
        </pc:cxnChg>
        <pc:cxnChg chg="mod">
          <ac:chgData name="Li, Hanchen F" userId="3aee791e-6a2d-4da7-a77b-fbdf7bf15886" providerId="ADAL" clId="{CDC5B0EF-6BEB-4658-A9FF-CB66F6FA6C1E}" dt="2025-05-23T00:19:23.913" v="6248" actId="208"/>
          <ac:cxnSpMkLst>
            <pc:docMk/>
            <pc:sldMk cId="3834972223" sldId="258"/>
            <ac:cxnSpMk id="86" creationId="{F21FCD35-FA92-2BA2-DEDB-DBBF7482256B}"/>
          </ac:cxnSpMkLst>
        </pc:cxnChg>
        <pc:cxnChg chg="mod">
          <ac:chgData name="Li, Hanchen F" userId="3aee791e-6a2d-4da7-a77b-fbdf7bf15886" providerId="ADAL" clId="{CDC5B0EF-6BEB-4658-A9FF-CB66F6FA6C1E}" dt="2025-05-23T00:19:23.913" v="6248" actId="208"/>
          <ac:cxnSpMkLst>
            <pc:docMk/>
            <pc:sldMk cId="3834972223" sldId="258"/>
            <ac:cxnSpMk id="87" creationId="{AC84E30C-815B-C9D4-B7CF-5B6F1BE84F73}"/>
          </ac:cxnSpMkLst>
        </pc:cxnChg>
        <pc:cxnChg chg="mod">
          <ac:chgData name="Li, Hanchen F" userId="3aee791e-6a2d-4da7-a77b-fbdf7bf15886" providerId="ADAL" clId="{CDC5B0EF-6BEB-4658-A9FF-CB66F6FA6C1E}" dt="2025-05-23T00:19:30.511" v="6250" actId="208"/>
          <ac:cxnSpMkLst>
            <pc:docMk/>
            <pc:sldMk cId="3834972223" sldId="258"/>
            <ac:cxnSpMk id="88" creationId="{37E66C8B-01A0-CEB9-4B3C-A70EFDB540F2}"/>
          </ac:cxnSpMkLst>
        </pc:cxnChg>
        <pc:cxnChg chg="mod">
          <ac:chgData name="Li, Hanchen F" userId="3aee791e-6a2d-4da7-a77b-fbdf7bf15886" providerId="ADAL" clId="{CDC5B0EF-6BEB-4658-A9FF-CB66F6FA6C1E}" dt="2025-05-23T00:19:23.913" v="6248" actId="208"/>
          <ac:cxnSpMkLst>
            <pc:docMk/>
            <pc:sldMk cId="3834972223" sldId="258"/>
            <ac:cxnSpMk id="89" creationId="{66A2DA13-B146-A513-BACD-6D14870EEDFE}"/>
          </ac:cxnSpMkLst>
        </pc:cxnChg>
      </pc:sldChg>
      <pc:sldChg chg="addSp delSp modSp add mod">
        <pc:chgData name="Li, Hanchen F" userId="3aee791e-6a2d-4da7-a77b-fbdf7bf15886" providerId="ADAL" clId="{CDC5B0EF-6BEB-4658-A9FF-CB66F6FA6C1E}" dt="2025-05-24T18:05:08.571" v="8746" actId="20577"/>
        <pc:sldMkLst>
          <pc:docMk/>
          <pc:sldMk cId="3652000193" sldId="259"/>
        </pc:sldMkLst>
        <pc:spChg chg="add del mod">
          <ac:chgData name="Li, Hanchen F" userId="3aee791e-6a2d-4da7-a77b-fbdf7bf15886" providerId="ADAL" clId="{CDC5B0EF-6BEB-4658-A9FF-CB66F6FA6C1E}" dt="2025-05-23T00:24:56.401" v="6354" actId="164"/>
          <ac:spMkLst>
            <pc:docMk/>
            <pc:sldMk cId="3652000193" sldId="259"/>
            <ac:spMk id="2" creationId="{5931810A-A752-2166-6575-2D400152D170}"/>
          </ac:spMkLst>
        </pc:spChg>
        <pc:spChg chg="add mod">
          <ac:chgData name="Li, Hanchen F" userId="3aee791e-6a2d-4da7-a77b-fbdf7bf15886" providerId="ADAL" clId="{CDC5B0EF-6BEB-4658-A9FF-CB66F6FA6C1E}" dt="2025-05-24T18:05:08.571" v="8746" actId="20577"/>
          <ac:spMkLst>
            <pc:docMk/>
            <pc:sldMk cId="3652000193" sldId="259"/>
            <ac:spMk id="5" creationId="{A99B7D23-105E-D18E-65E4-64567B400750}"/>
          </ac:spMkLst>
        </pc:spChg>
        <pc:spChg chg="add mod">
          <ac:chgData name="Li, Hanchen F" userId="3aee791e-6a2d-4da7-a77b-fbdf7bf15886" providerId="ADAL" clId="{CDC5B0EF-6BEB-4658-A9FF-CB66F6FA6C1E}" dt="2025-05-23T17:25:10.928" v="7951" actId="1076"/>
          <ac:spMkLst>
            <pc:docMk/>
            <pc:sldMk cId="3652000193" sldId="259"/>
            <ac:spMk id="9" creationId="{BF25BBE2-6F1D-5975-8FEB-752EC76148E4}"/>
          </ac:spMkLst>
        </pc:spChg>
        <pc:spChg chg="add del mod">
          <ac:chgData name="Li, Hanchen F" userId="3aee791e-6a2d-4da7-a77b-fbdf7bf15886" providerId="ADAL" clId="{CDC5B0EF-6BEB-4658-A9FF-CB66F6FA6C1E}" dt="2025-05-23T00:24:50.598" v="6353" actId="164"/>
          <ac:spMkLst>
            <pc:docMk/>
            <pc:sldMk cId="3652000193" sldId="259"/>
            <ac:spMk id="29" creationId="{0E1F0E19-53B7-E1CA-F674-32DE6B8AD4EA}"/>
          </ac:spMkLst>
        </pc:spChg>
        <pc:spChg chg="add mod">
          <ac:chgData name="Li, Hanchen F" userId="3aee791e-6a2d-4da7-a77b-fbdf7bf15886" providerId="ADAL" clId="{CDC5B0EF-6BEB-4658-A9FF-CB66F6FA6C1E}" dt="2025-05-23T17:26:02.660" v="7954" actId="1076"/>
          <ac:spMkLst>
            <pc:docMk/>
            <pc:sldMk cId="3652000193" sldId="259"/>
            <ac:spMk id="47" creationId="{8F4F9A0D-46B0-EF9B-CEFD-18CBC8C1E28B}"/>
          </ac:spMkLst>
        </pc:spChg>
        <pc:spChg chg="add mod">
          <ac:chgData name="Li, Hanchen F" userId="3aee791e-6a2d-4da7-a77b-fbdf7bf15886" providerId="ADAL" clId="{CDC5B0EF-6BEB-4658-A9FF-CB66F6FA6C1E}" dt="2025-05-24T18:05:06.600" v="8745" actId="20577"/>
          <ac:spMkLst>
            <pc:docMk/>
            <pc:sldMk cId="3652000193" sldId="259"/>
            <ac:spMk id="97" creationId="{3B7BBCEA-B252-A808-992A-2851C2B8BA68}"/>
          </ac:spMkLst>
        </pc:spChg>
        <pc:spChg chg="add mod">
          <ac:chgData name="Li, Hanchen F" userId="3aee791e-6a2d-4da7-a77b-fbdf7bf15886" providerId="ADAL" clId="{CDC5B0EF-6BEB-4658-A9FF-CB66F6FA6C1E}" dt="2025-05-23T17:26:02.660" v="7954" actId="1076"/>
          <ac:spMkLst>
            <pc:docMk/>
            <pc:sldMk cId="3652000193" sldId="259"/>
            <ac:spMk id="99" creationId="{F8700566-3207-3B38-36F9-30C551DE2930}"/>
          </ac:spMkLst>
        </pc:spChg>
        <pc:spChg chg="add mod">
          <ac:chgData name="Li, Hanchen F" userId="3aee791e-6a2d-4da7-a77b-fbdf7bf15886" providerId="ADAL" clId="{CDC5B0EF-6BEB-4658-A9FF-CB66F6FA6C1E}" dt="2025-05-23T17:26:02.660" v="7954" actId="1076"/>
          <ac:spMkLst>
            <pc:docMk/>
            <pc:sldMk cId="3652000193" sldId="259"/>
            <ac:spMk id="100" creationId="{E9CCDA05-BAA5-23DE-A63B-46610F3A85B4}"/>
          </ac:spMkLst>
        </pc:spChg>
        <pc:spChg chg="add mod">
          <ac:chgData name="Li, Hanchen F" userId="3aee791e-6a2d-4da7-a77b-fbdf7bf15886" providerId="ADAL" clId="{CDC5B0EF-6BEB-4658-A9FF-CB66F6FA6C1E}" dt="2025-05-23T17:26:02.660" v="7954" actId="1076"/>
          <ac:spMkLst>
            <pc:docMk/>
            <pc:sldMk cId="3652000193" sldId="259"/>
            <ac:spMk id="101" creationId="{A1CDE9AE-E207-C236-34A1-0B9E3325E15A}"/>
          </ac:spMkLst>
        </pc:spChg>
        <pc:spChg chg="add mod">
          <ac:chgData name="Li, Hanchen F" userId="3aee791e-6a2d-4da7-a77b-fbdf7bf15886" providerId="ADAL" clId="{CDC5B0EF-6BEB-4658-A9FF-CB66F6FA6C1E}" dt="2025-05-23T17:26:02.660" v="7954" actId="1076"/>
          <ac:spMkLst>
            <pc:docMk/>
            <pc:sldMk cId="3652000193" sldId="259"/>
            <ac:spMk id="102" creationId="{6F686574-39D8-D0A4-022E-B13EE1CA2BB5}"/>
          </ac:spMkLst>
        </pc:spChg>
        <pc:spChg chg="add mod">
          <ac:chgData name="Li, Hanchen F" userId="3aee791e-6a2d-4da7-a77b-fbdf7bf15886" providerId="ADAL" clId="{CDC5B0EF-6BEB-4658-A9FF-CB66F6FA6C1E}" dt="2025-05-23T17:26:02.660" v="7954" actId="1076"/>
          <ac:spMkLst>
            <pc:docMk/>
            <pc:sldMk cId="3652000193" sldId="259"/>
            <ac:spMk id="103" creationId="{025D06B3-9055-B9FF-4C32-8E82F567D9A5}"/>
          </ac:spMkLst>
        </pc:spChg>
        <pc:spChg chg="add mod">
          <ac:chgData name="Li, Hanchen F" userId="3aee791e-6a2d-4da7-a77b-fbdf7bf15886" providerId="ADAL" clId="{CDC5B0EF-6BEB-4658-A9FF-CB66F6FA6C1E}" dt="2025-05-23T17:26:02.660" v="7954" actId="1076"/>
          <ac:spMkLst>
            <pc:docMk/>
            <pc:sldMk cId="3652000193" sldId="259"/>
            <ac:spMk id="104" creationId="{1F4232E0-15B9-7F73-525B-EA437F051969}"/>
          </ac:spMkLst>
        </pc:spChg>
        <pc:spChg chg="add mod">
          <ac:chgData name="Li, Hanchen F" userId="3aee791e-6a2d-4da7-a77b-fbdf7bf15886" providerId="ADAL" clId="{CDC5B0EF-6BEB-4658-A9FF-CB66F6FA6C1E}" dt="2025-05-23T17:26:02.660" v="7954" actId="1076"/>
          <ac:spMkLst>
            <pc:docMk/>
            <pc:sldMk cId="3652000193" sldId="259"/>
            <ac:spMk id="105" creationId="{7BB6545F-1E85-1ACF-F6B4-1C9F63A6B535}"/>
          </ac:spMkLst>
        </pc:spChg>
        <pc:spChg chg="add mod">
          <ac:chgData name="Li, Hanchen F" userId="3aee791e-6a2d-4da7-a77b-fbdf7bf15886" providerId="ADAL" clId="{CDC5B0EF-6BEB-4658-A9FF-CB66F6FA6C1E}" dt="2025-05-23T00:32:18.153" v="6669" actId="1076"/>
          <ac:spMkLst>
            <pc:docMk/>
            <pc:sldMk cId="3652000193" sldId="259"/>
            <ac:spMk id="106" creationId="{6677B37A-6BEE-91D7-2976-FECE218F8FF1}"/>
          </ac:spMkLst>
        </pc:spChg>
        <pc:spChg chg="add mod">
          <ac:chgData name="Li, Hanchen F" userId="3aee791e-6a2d-4da7-a77b-fbdf7bf15886" providerId="ADAL" clId="{CDC5B0EF-6BEB-4658-A9FF-CB66F6FA6C1E}" dt="2025-05-23T17:26:02.660" v="7954" actId="1076"/>
          <ac:spMkLst>
            <pc:docMk/>
            <pc:sldMk cId="3652000193" sldId="259"/>
            <ac:spMk id="107" creationId="{2FC5E398-0E97-2ED8-7B4C-480D2CC59864}"/>
          </ac:spMkLst>
        </pc:spChg>
        <pc:grpChg chg="add mod">
          <ac:chgData name="Li, Hanchen F" userId="3aee791e-6a2d-4da7-a77b-fbdf7bf15886" providerId="ADAL" clId="{CDC5B0EF-6BEB-4658-A9FF-CB66F6FA6C1E}" dt="2025-05-23T00:24:56.401" v="6354" actId="164"/>
          <ac:grpSpMkLst>
            <pc:docMk/>
            <pc:sldMk cId="3652000193" sldId="259"/>
            <ac:grpSpMk id="54" creationId="{023E95B5-C278-64E2-C53C-45F4A16BF266}"/>
          </ac:grpSpMkLst>
        </pc:grpChg>
        <pc:grpChg chg="add mod">
          <ac:chgData name="Li, Hanchen F" userId="3aee791e-6a2d-4da7-a77b-fbdf7bf15886" providerId="ADAL" clId="{CDC5B0EF-6BEB-4658-A9FF-CB66F6FA6C1E}" dt="2025-05-23T00:26:15.223" v="6375" actId="1076"/>
          <ac:grpSpMkLst>
            <pc:docMk/>
            <pc:sldMk cId="3652000193" sldId="259"/>
            <ac:grpSpMk id="55" creationId="{DC25AF74-D6F2-7FDE-7DF4-13A7D00EE4A6}"/>
          </ac:grpSpMkLst>
        </pc:grpChg>
        <pc:cxnChg chg="add mod">
          <ac:chgData name="Li, Hanchen F" userId="3aee791e-6a2d-4da7-a77b-fbdf7bf15886" providerId="ADAL" clId="{CDC5B0EF-6BEB-4658-A9FF-CB66F6FA6C1E}" dt="2025-05-23T17:24:49.200" v="7930" actId="1076"/>
          <ac:cxnSpMkLst>
            <pc:docMk/>
            <pc:sldMk cId="3652000193" sldId="259"/>
            <ac:cxnSpMk id="3" creationId="{851B6599-330B-91FC-3997-981CFF75F9BB}"/>
          </ac:cxnSpMkLst>
        </pc:cxnChg>
        <pc:cxnChg chg="add del mod">
          <ac:chgData name="Li, Hanchen F" userId="3aee791e-6a2d-4da7-a77b-fbdf7bf15886" providerId="ADAL" clId="{CDC5B0EF-6BEB-4658-A9FF-CB66F6FA6C1E}" dt="2025-05-23T00:26:24.346" v="6378" actId="14100"/>
          <ac:cxnSpMkLst>
            <pc:docMk/>
            <pc:sldMk cId="3652000193" sldId="259"/>
            <ac:cxnSpMk id="4" creationId="{5C7F541E-055E-5256-9BD4-940C26108F6D}"/>
          </ac:cxnSpMkLst>
        </pc:cxnChg>
        <pc:cxnChg chg="add mod">
          <ac:chgData name="Li, Hanchen F" userId="3aee791e-6a2d-4da7-a77b-fbdf7bf15886" providerId="ADAL" clId="{CDC5B0EF-6BEB-4658-A9FF-CB66F6FA6C1E}" dt="2025-05-24T00:38:12.937" v="8343" actId="14100"/>
          <ac:cxnSpMkLst>
            <pc:docMk/>
            <pc:sldMk cId="3652000193" sldId="259"/>
            <ac:cxnSpMk id="6" creationId="{38FDEDED-D3E3-29D7-43C5-5C0EAB2A8C8F}"/>
          </ac:cxnSpMkLst>
        </pc:cxnChg>
        <pc:cxnChg chg="add del mod">
          <ac:chgData name="Li, Hanchen F" userId="3aee791e-6a2d-4da7-a77b-fbdf7bf15886" providerId="ADAL" clId="{CDC5B0EF-6BEB-4658-A9FF-CB66F6FA6C1E}" dt="2025-05-23T00:24:56.401" v="6354" actId="164"/>
          <ac:cxnSpMkLst>
            <pc:docMk/>
            <pc:sldMk cId="3652000193" sldId="259"/>
            <ac:cxnSpMk id="7" creationId="{695496FC-A021-570F-53E6-9BA37F924C29}"/>
          </ac:cxnSpMkLst>
        </pc:cxnChg>
        <pc:cxnChg chg="add del mod">
          <ac:chgData name="Li, Hanchen F" userId="3aee791e-6a2d-4da7-a77b-fbdf7bf15886" providerId="ADAL" clId="{CDC5B0EF-6BEB-4658-A9FF-CB66F6FA6C1E}" dt="2025-05-23T00:24:50.598" v="6353" actId="164"/>
          <ac:cxnSpMkLst>
            <pc:docMk/>
            <pc:sldMk cId="3652000193" sldId="259"/>
            <ac:cxnSpMk id="31" creationId="{6DABCD76-AAE7-FEAB-8756-9FB99516946F}"/>
          </ac:cxnSpMkLst>
        </pc:cxnChg>
        <pc:cxnChg chg="add del mod">
          <ac:chgData name="Li, Hanchen F" userId="3aee791e-6a2d-4da7-a77b-fbdf7bf15886" providerId="ADAL" clId="{CDC5B0EF-6BEB-4658-A9FF-CB66F6FA6C1E}" dt="2025-05-23T00:24:50.598" v="6353" actId="164"/>
          <ac:cxnSpMkLst>
            <pc:docMk/>
            <pc:sldMk cId="3652000193" sldId="259"/>
            <ac:cxnSpMk id="34" creationId="{B438FA67-0423-EE9D-08F7-B197967B2274}"/>
          </ac:cxnSpMkLst>
        </pc:cxnChg>
        <pc:cxnChg chg="add del mod">
          <ac:chgData name="Li, Hanchen F" userId="3aee791e-6a2d-4da7-a77b-fbdf7bf15886" providerId="ADAL" clId="{CDC5B0EF-6BEB-4658-A9FF-CB66F6FA6C1E}" dt="2025-05-23T00:24:50.598" v="6353" actId="164"/>
          <ac:cxnSpMkLst>
            <pc:docMk/>
            <pc:sldMk cId="3652000193" sldId="259"/>
            <ac:cxnSpMk id="42" creationId="{2C0C9B38-5009-1567-FC34-6DC7856E211F}"/>
          </ac:cxnSpMkLst>
        </pc:cxnChg>
        <pc:cxnChg chg="add del mod">
          <ac:chgData name="Li, Hanchen F" userId="3aee791e-6a2d-4da7-a77b-fbdf7bf15886" providerId="ADAL" clId="{CDC5B0EF-6BEB-4658-A9FF-CB66F6FA6C1E}" dt="2025-05-23T00:24:50.598" v="6353" actId="164"/>
          <ac:cxnSpMkLst>
            <pc:docMk/>
            <pc:sldMk cId="3652000193" sldId="259"/>
            <ac:cxnSpMk id="45" creationId="{FDD2195C-A60A-D745-A98D-724BF91620D7}"/>
          </ac:cxnSpMkLst>
        </pc:cxnChg>
        <pc:cxnChg chg="add mod">
          <ac:chgData name="Li, Hanchen F" userId="3aee791e-6a2d-4da7-a77b-fbdf7bf15886" providerId="ADAL" clId="{CDC5B0EF-6BEB-4658-A9FF-CB66F6FA6C1E}" dt="2025-05-23T00:25:49.401" v="6369" actId="1582"/>
          <ac:cxnSpMkLst>
            <pc:docMk/>
            <pc:sldMk cId="3652000193" sldId="259"/>
            <ac:cxnSpMk id="57" creationId="{BAADE07F-A418-89FD-3554-81EFD08E7C6A}"/>
          </ac:cxnSpMkLst>
        </pc:cxnChg>
      </pc:sldChg>
      <pc:sldChg chg="addSp delSp modSp add mod">
        <pc:chgData name="Li, Hanchen F" userId="3aee791e-6a2d-4da7-a77b-fbdf7bf15886" providerId="ADAL" clId="{CDC5B0EF-6BEB-4658-A9FF-CB66F6FA6C1E}" dt="2025-05-26T23:57:00.737" v="8871" actId="20577"/>
        <pc:sldMkLst>
          <pc:docMk/>
          <pc:sldMk cId="1584463432" sldId="260"/>
        </pc:sldMkLst>
        <pc:spChg chg="add mod">
          <ac:chgData name="Li, Hanchen F" userId="3aee791e-6a2d-4da7-a77b-fbdf7bf15886" providerId="ADAL" clId="{CDC5B0EF-6BEB-4658-A9FF-CB66F6FA6C1E}" dt="2025-05-23T22:14:27.977" v="8181" actId="403"/>
          <ac:spMkLst>
            <pc:docMk/>
            <pc:sldMk cId="1584463432" sldId="260"/>
            <ac:spMk id="2" creationId="{AAF2876B-BAD6-F898-5EFF-FA8340A43036}"/>
          </ac:spMkLst>
        </pc:spChg>
        <pc:spChg chg="add mod">
          <ac:chgData name="Li, Hanchen F" userId="3aee791e-6a2d-4da7-a77b-fbdf7bf15886" providerId="ADAL" clId="{CDC5B0EF-6BEB-4658-A9FF-CB66F6FA6C1E}" dt="2025-05-26T23:54:59.802" v="8837" actId="948"/>
          <ac:spMkLst>
            <pc:docMk/>
            <pc:sldMk cId="1584463432" sldId="260"/>
            <ac:spMk id="9" creationId="{A7EDD98C-1707-313A-02B8-85917AD97E8C}"/>
          </ac:spMkLst>
        </pc:spChg>
        <pc:spChg chg="add mod">
          <ac:chgData name="Li, Hanchen F" userId="3aee791e-6a2d-4da7-a77b-fbdf7bf15886" providerId="ADAL" clId="{CDC5B0EF-6BEB-4658-A9FF-CB66F6FA6C1E}" dt="2025-05-23T16:39:54.002" v="7644" actId="2711"/>
          <ac:spMkLst>
            <pc:docMk/>
            <pc:sldMk cId="1584463432" sldId="260"/>
            <ac:spMk id="10" creationId="{E8F739D8-1BFC-A166-BB93-C7724506B868}"/>
          </ac:spMkLst>
        </pc:spChg>
        <pc:spChg chg="add mod">
          <ac:chgData name="Li, Hanchen F" userId="3aee791e-6a2d-4da7-a77b-fbdf7bf15886" providerId="ADAL" clId="{CDC5B0EF-6BEB-4658-A9FF-CB66F6FA6C1E}" dt="2025-05-23T20:12:59.891" v="8141" actId="1038"/>
          <ac:spMkLst>
            <pc:docMk/>
            <pc:sldMk cId="1584463432" sldId="260"/>
            <ac:spMk id="15" creationId="{A660F99D-A667-1157-0E3E-7E9D3C7C9C11}"/>
          </ac:spMkLst>
        </pc:spChg>
        <pc:spChg chg="add mod">
          <ac:chgData name="Li, Hanchen F" userId="3aee791e-6a2d-4da7-a77b-fbdf7bf15886" providerId="ADAL" clId="{CDC5B0EF-6BEB-4658-A9FF-CB66F6FA6C1E}" dt="2025-05-26T23:55:55.225" v="8852" actId="948"/>
          <ac:spMkLst>
            <pc:docMk/>
            <pc:sldMk cId="1584463432" sldId="260"/>
            <ac:spMk id="37" creationId="{C3489DDE-D33C-001E-F789-ADB65077FD86}"/>
          </ac:spMkLst>
        </pc:spChg>
        <pc:spChg chg="add mod">
          <ac:chgData name="Li, Hanchen F" userId="3aee791e-6a2d-4da7-a77b-fbdf7bf15886" providerId="ADAL" clId="{CDC5B0EF-6BEB-4658-A9FF-CB66F6FA6C1E}" dt="2025-05-26T23:57:00.737" v="8871" actId="20577"/>
          <ac:spMkLst>
            <pc:docMk/>
            <pc:sldMk cId="1584463432" sldId="260"/>
            <ac:spMk id="38" creationId="{C6C900F5-1B05-902A-8158-E0F9814CC211}"/>
          </ac:spMkLst>
        </pc:spChg>
        <pc:spChg chg="add mod">
          <ac:chgData name="Li, Hanchen F" userId="3aee791e-6a2d-4da7-a77b-fbdf7bf15886" providerId="ADAL" clId="{CDC5B0EF-6BEB-4658-A9FF-CB66F6FA6C1E}" dt="2025-05-23T22:14:33.522" v="8186" actId="20577"/>
          <ac:spMkLst>
            <pc:docMk/>
            <pc:sldMk cId="1584463432" sldId="260"/>
            <ac:spMk id="49" creationId="{A1060CE9-02C1-80AC-E6ED-E7A0742ED67A}"/>
          </ac:spMkLst>
        </pc:spChg>
        <pc:spChg chg="add mod">
          <ac:chgData name="Li, Hanchen F" userId="3aee791e-6a2d-4da7-a77b-fbdf7bf15886" providerId="ADAL" clId="{CDC5B0EF-6BEB-4658-A9FF-CB66F6FA6C1E}" dt="2025-05-23T16:42:20.319" v="7684" actId="1038"/>
          <ac:spMkLst>
            <pc:docMk/>
            <pc:sldMk cId="1584463432" sldId="260"/>
            <ac:spMk id="54" creationId="{0D03CEB0-4241-1D72-2F28-3ABD32BE2175}"/>
          </ac:spMkLst>
        </pc:spChg>
        <pc:spChg chg="add mod">
          <ac:chgData name="Li, Hanchen F" userId="3aee791e-6a2d-4da7-a77b-fbdf7bf15886" providerId="ADAL" clId="{CDC5B0EF-6BEB-4658-A9FF-CB66F6FA6C1E}" dt="2025-05-23T20:12:59.891" v="8141" actId="1038"/>
          <ac:spMkLst>
            <pc:docMk/>
            <pc:sldMk cId="1584463432" sldId="260"/>
            <ac:spMk id="59" creationId="{303E864D-EC00-ED67-FDB5-0D98FFAEC9AF}"/>
          </ac:spMkLst>
        </pc:spChg>
        <pc:spChg chg="add mod">
          <ac:chgData name="Li, Hanchen F" userId="3aee791e-6a2d-4da7-a77b-fbdf7bf15886" providerId="ADAL" clId="{CDC5B0EF-6BEB-4658-A9FF-CB66F6FA6C1E}" dt="2025-05-23T16:42:25.130" v="7707" actId="1038"/>
          <ac:spMkLst>
            <pc:docMk/>
            <pc:sldMk cId="1584463432" sldId="260"/>
            <ac:spMk id="129" creationId="{3A7AE86E-05E7-CA0A-2CF4-FBBCD4F8F02F}"/>
          </ac:spMkLst>
        </pc:spChg>
        <pc:spChg chg="add mod">
          <ac:chgData name="Li, Hanchen F" userId="3aee791e-6a2d-4da7-a77b-fbdf7bf15886" providerId="ADAL" clId="{CDC5B0EF-6BEB-4658-A9FF-CB66F6FA6C1E}" dt="2025-05-23T20:03:23.581" v="7961" actId="20577"/>
          <ac:spMkLst>
            <pc:docMk/>
            <pc:sldMk cId="1584463432" sldId="260"/>
            <ac:spMk id="131" creationId="{B93E6DD7-FA5D-EFAA-144D-F09D1C33DD7E}"/>
          </ac:spMkLst>
        </pc:spChg>
        <pc:spChg chg="add mod">
          <ac:chgData name="Li, Hanchen F" userId="3aee791e-6a2d-4da7-a77b-fbdf7bf15886" providerId="ADAL" clId="{CDC5B0EF-6BEB-4658-A9FF-CB66F6FA6C1E}" dt="2025-05-23T16:42:25.130" v="7707" actId="1038"/>
          <ac:spMkLst>
            <pc:docMk/>
            <pc:sldMk cId="1584463432" sldId="260"/>
            <ac:spMk id="171" creationId="{4878A91F-8CFB-C1A2-7B8C-0053637F23EE}"/>
          </ac:spMkLst>
        </pc:spChg>
        <pc:spChg chg="add mod">
          <ac:chgData name="Li, Hanchen F" userId="3aee791e-6a2d-4da7-a77b-fbdf7bf15886" providerId="ADAL" clId="{CDC5B0EF-6BEB-4658-A9FF-CB66F6FA6C1E}" dt="2025-05-23T20:12:59.891" v="8141" actId="1038"/>
          <ac:spMkLst>
            <pc:docMk/>
            <pc:sldMk cId="1584463432" sldId="260"/>
            <ac:spMk id="184" creationId="{CA7EA20D-D9B4-C7C6-B2BE-2CEB6674261A}"/>
          </ac:spMkLst>
        </pc:spChg>
        <pc:spChg chg="add mod">
          <ac:chgData name="Li, Hanchen F" userId="3aee791e-6a2d-4da7-a77b-fbdf7bf15886" providerId="ADAL" clId="{CDC5B0EF-6BEB-4658-A9FF-CB66F6FA6C1E}" dt="2025-05-23T20:13:53.563" v="8153" actId="1076"/>
          <ac:spMkLst>
            <pc:docMk/>
            <pc:sldMk cId="1584463432" sldId="260"/>
            <ac:spMk id="254" creationId="{0BE889AF-CB60-07E1-BFDE-185108361F98}"/>
          </ac:spMkLst>
        </pc:spChg>
        <pc:spChg chg="add mod">
          <ac:chgData name="Li, Hanchen F" userId="3aee791e-6a2d-4da7-a77b-fbdf7bf15886" providerId="ADAL" clId="{CDC5B0EF-6BEB-4658-A9FF-CB66F6FA6C1E}" dt="2025-05-23T20:13:05.475" v="8142" actId="1076"/>
          <ac:spMkLst>
            <pc:docMk/>
            <pc:sldMk cId="1584463432" sldId="260"/>
            <ac:spMk id="256" creationId="{F46990E2-D83E-C36D-FF9E-CED38A98AD8A}"/>
          </ac:spMkLst>
        </pc:spChg>
        <pc:spChg chg="add mod">
          <ac:chgData name="Li, Hanchen F" userId="3aee791e-6a2d-4da7-a77b-fbdf7bf15886" providerId="ADAL" clId="{CDC5B0EF-6BEB-4658-A9FF-CB66F6FA6C1E}" dt="2025-05-23T20:13:41.151" v="8149" actId="1076"/>
          <ac:spMkLst>
            <pc:docMk/>
            <pc:sldMk cId="1584463432" sldId="260"/>
            <ac:spMk id="257" creationId="{52D3922B-FF82-FDC9-2F23-129EEF3CDACB}"/>
          </ac:spMkLst>
        </pc:spChg>
        <pc:spChg chg="add mod">
          <ac:chgData name="Li, Hanchen F" userId="3aee791e-6a2d-4da7-a77b-fbdf7bf15886" providerId="ADAL" clId="{CDC5B0EF-6BEB-4658-A9FF-CB66F6FA6C1E}" dt="2025-05-23T20:13:32.969" v="8148" actId="1076"/>
          <ac:spMkLst>
            <pc:docMk/>
            <pc:sldMk cId="1584463432" sldId="260"/>
            <ac:spMk id="291" creationId="{EAF074FE-C5F3-EB74-F878-83EB2375ACA5}"/>
          </ac:spMkLst>
        </pc:spChg>
        <pc:grpChg chg="add mod">
          <ac:chgData name="Li, Hanchen F" userId="3aee791e-6a2d-4da7-a77b-fbdf7bf15886" providerId="ADAL" clId="{CDC5B0EF-6BEB-4658-A9FF-CB66F6FA6C1E}" dt="2025-05-23T20:12:59.891" v="8141" actId="1038"/>
          <ac:grpSpMkLst>
            <pc:docMk/>
            <pc:sldMk cId="1584463432" sldId="260"/>
            <ac:grpSpMk id="57" creationId="{142D3A66-A215-3779-9C4C-56FA7DEE18C6}"/>
          </ac:grpSpMkLst>
        </pc:grpChg>
        <pc:cxnChg chg="add mod">
          <ac:chgData name="Li, Hanchen F" userId="3aee791e-6a2d-4da7-a77b-fbdf7bf15886" providerId="ADAL" clId="{CDC5B0EF-6BEB-4658-A9FF-CB66F6FA6C1E}" dt="2025-05-23T20:12:59.891" v="8141" actId="1038"/>
          <ac:cxnSpMkLst>
            <pc:docMk/>
            <pc:sldMk cId="1584463432" sldId="260"/>
            <ac:cxnSpMk id="60" creationId="{914EB22B-EAF8-FED9-1D2B-DD117060A13A}"/>
          </ac:cxnSpMkLst>
        </pc:cxnChg>
        <pc:cxnChg chg="add mod">
          <ac:chgData name="Li, Hanchen F" userId="3aee791e-6a2d-4da7-a77b-fbdf7bf15886" providerId="ADAL" clId="{CDC5B0EF-6BEB-4658-A9FF-CB66F6FA6C1E}" dt="2025-05-23T20:12:59.891" v="8141" actId="1038"/>
          <ac:cxnSpMkLst>
            <pc:docMk/>
            <pc:sldMk cId="1584463432" sldId="260"/>
            <ac:cxnSpMk id="142" creationId="{76E9733B-A75B-8D92-96A6-A56F783735F3}"/>
          </ac:cxnSpMkLst>
        </pc:cxnChg>
        <pc:cxnChg chg="add mod">
          <ac:chgData name="Li, Hanchen F" userId="3aee791e-6a2d-4da7-a77b-fbdf7bf15886" providerId="ADAL" clId="{CDC5B0EF-6BEB-4658-A9FF-CB66F6FA6C1E}" dt="2025-05-23T20:12:59.891" v="8141" actId="1038"/>
          <ac:cxnSpMkLst>
            <pc:docMk/>
            <pc:sldMk cId="1584463432" sldId="260"/>
            <ac:cxnSpMk id="144" creationId="{A4194336-7F17-DCFE-DE10-BEFF0BD03C58}"/>
          </ac:cxnSpMkLst>
        </pc:cxnChg>
        <pc:cxnChg chg="add mod">
          <ac:chgData name="Li, Hanchen F" userId="3aee791e-6a2d-4da7-a77b-fbdf7bf15886" providerId="ADAL" clId="{CDC5B0EF-6BEB-4658-A9FF-CB66F6FA6C1E}" dt="2025-05-23T20:12:59.891" v="8141" actId="1038"/>
          <ac:cxnSpMkLst>
            <pc:docMk/>
            <pc:sldMk cId="1584463432" sldId="260"/>
            <ac:cxnSpMk id="147" creationId="{124EAECC-8E9F-1C7D-F59C-2E2F6E590F39}"/>
          </ac:cxnSpMkLst>
        </pc:cxnChg>
        <pc:cxnChg chg="add mod">
          <ac:chgData name="Li, Hanchen F" userId="3aee791e-6a2d-4da7-a77b-fbdf7bf15886" providerId="ADAL" clId="{CDC5B0EF-6BEB-4658-A9FF-CB66F6FA6C1E}" dt="2025-05-23T20:12:59.891" v="8141" actId="1038"/>
          <ac:cxnSpMkLst>
            <pc:docMk/>
            <pc:sldMk cId="1584463432" sldId="260"/>
            <ac:cxnSpMk id="151" creationId="{EBF54475-C7DA-D965-070D-71237E66FB90}"/>
          </ac:cxnSpMkLst>
        </pc:cxnChg>
        <pc:cxnChg chg="add mod">
          <ac:chgData name="Li, Hanchen F" userId="3aee791e-6a2d-4da7-a77b-fbdf7bf15886" providerId="ADAL" clId="{CDC5B0EF-6BEB-4658-A9FF-CB66F6FA6C1E}" dt="2025-05-23T16:42:25.130" v="7707" actId="1038"/>
          <ac:cxnSpMkLst>
            <pc:docMk/>
            <pc:sldMk cId="1584463432" sldId="260"/>
            <ac:cxnSpMk id="190" creationId="{1B7B88A0-671E-9D42-B970-6B461B6CE12E}"/>
          </ac:cxnSpMkLst>
        </pc:cxnChg>
        <pc:cxnChg chg="add mod">
          <ac:chgData name="Li, Hanchen F" userId="3aee791e-6a2d-4da7-a77b-fbdf7bf15886" providerId="ADAL" clId="{CDC5B0EF-6BEB-4658-A9FF-CB66F6FA6C1E}" dt="2025-05-23T16:42:25.130" v="7707" actId="1038"/>
          <ac:cxnSpMkLst>
            <pc:docMk/>
            <pc:sldMk cId="1584463432" sldId="260"/>
            <ac:cxnSpMk id="196" creationId="{71347DC5-8F58-968E-18B1-732D1DC8584B}"/>
          </ac:cxnSpMkLst>
        </pc:cxnChg>
        <pc:cxnChg chg="add mod">
          <ac:chgData name="Li, Hanchen F" userId="3aee791e-6a2d-4da7-a77b-fbdf7bf15886" providerId="ADAL" clId="{CDC5B0EF-6BEB-4658-A9FF-CB66F6FA6C1E}" dt="2025-05-23T20:12:59.891" v="8141" actId="1038"/>
          <ac:cxnSpMkLst>
            <pc:docMk/>
            <pc:sldMk cId="1584463432" sldId="260"/>
            <ac:cxnSpMk id="199" creationId="{55DD9FD9-34D7-0A9D-EF1A-D5FE103BDA2A}"/>
          </ac:cxnSpMkLst>
        </pc:cxnChg>
        <pc:cxnChg chg="add mod">
          <ac:chgData name="Li, Hanchen F" userId="3aee791e-6a2d-4da7-a77b-fbdf7bf15886" providerId="ADAL" clId="{CDC5B0EF-6BEB-4658-A9FF-CB66F6FA6C1E}" dt="2025-05-23T20:09:51.216" v="7970" actId="14100"/>
          <ac:cxnSpMkLst>
            <pc:docMk/>
            <pc:sldMk cId="1584463432" sldId="260"/>
            <ac:cxnSpMk id="205" creationId="{E96A241A-BE67-DBC2-F1E9-2BB697B4BCDC}"/>
          </ac:cxnSpMkLst>
        </pc:cxnChg>
        <pc:cxnChg chg="add mod">
          <ac:chgData name="Li, Hanchen F" userId="3aee791e-6a2d-4da7-a77b-fbdf7bf15886" providerId="ADAL" clId="{CDC5B0EF-6BEB-4658-A9FF-CB66F6FA6C1E}" dt="2025-05-23T20:09:31.343" v="7963" actId="1076"/>
          <ac:cxnSpMkLst>
            <pc:docMk/>
            <pc:sldMk cId="1584463432" sldId="260"/>
            <ac:cxnSpMk id="216" creationId="{CDB0FB27-BDB6-94FE-506B-DB690120D061}"/>
          </ac:cxnSpMkLst>
        </pc:cxnChg>
        <pc:cxnChg chg="add mod">
          <ac:chgData name="Li, Hanchen F" userId="3aee791e-6a2d-4da7-a77b-fbdf7bf15886" providerId="ADAL" clId="{CDC5B0EF-6BEB-4658-A9FF-CB66F6FA6C1E}" dt="2025-05-23T20:09:47.641" v="7969" actId="14100"/>
          <ac:cxnSpMkLst>
            <pc:docMk/>
            <pc:sldMk cId="1584463432" sldId="260"/>
            <ac:cxnSpMk id="219" creationId="{62207009-67C6-312A-989C-60DE4A34AE8E}"/>
          </ac:cxnSpMkLst>
        </pc:cxnChg>
      </pc:sldChg>
      <pc:sldMasterChg chg="modSp modSldLayout">
        <pc:chgData name="Li, Hanchen F" userId="3aee791e-6a2d-4da7-a77b-fbdf7bf15886" providerId="ADAL" clId="{CDC5B0EF-6BEB-4658-A9FF-CB66F6FA6C1E}" dt="2025-05-22T21:36:01.782" v="3"/>
        <pc:sldMasterMkLst>
          <pc:docMk/>
          <pc:sldMasterMk cId="3626057741" sldId="2147483648"/>
        </pc:sldMasterMkLst>
        <pc:sldLayoutChg chg="modSp">
          <pc:chgData name="Li, Hanchen F" userId="3aee791e-6a2d-4da7-a77b-fbdf7bf15886" providerId="ADAL" clId="{CDC5B0EF-6BEB-4658-A9FF-CB66F6FA6C1E}" dt="2025-05-22T21:36:01.782" v="3"/>
          <pc:sldLayoutMkLst>
            <pc:docMk/>
            <pc:sldMasterMk cId="3626057741" sldId="2147483648"/>
            <pc:sldLayoutMk cId="1943014678" sldId="2147483649"/>
          </pc:sldLayoutMkLst>
        </pc:sldLayoutChg>
        <pc:sldLayoutChg chg="modSp">
          <pc:chgData name="Li, Hanchen F" userId="3aee791e-6a2d-4da7-a77b-fbdf7bf15886" providerId="ADAL" clId="{CDC5B0EF-6BEB-4658-A9FF-CB66F6FA6C1E}" dt="2025-05-22T21:36:01.782" v="3"/>
          <pc:sldLayoutMkLst>
            <pc:docMk/>
            <pc:sldMasterMk cId="3626057741" sldId="2147483648"/>
            <pc:sldLayoutMk cId="2499854334" sldId="2147483651"/>
          </pc:sldLayoutMkLst>
        </pc:sldLayoutChg>
        <pc:sldLayoutChg chg="modSp">
          <pc:chgData name="Li, Hanchen F" userId="3aee791e-6a2d-4da7-a77b-fbdf7bf15886" providerId="ADAL" clId="{CDC5B0EF-6BEB-4658-A9FF-CB66F6FA6C1E}" dt="2025-05-22T21:36:01.782" v="3"/>
          <pc:sldLayoutMkLst>
            <pc:docMk/>
            <pc:sldMasterMk cId="3626057741" sldId="2147483648"/>
            <pc:sldLayoutMk cId="4136100517" sldId="2147483652"/>
          </pc:sldLayoutMkLst>
        </pc:sldLayoutChg>
        <pc:sldLayoutChg chg="modSp">
          <pc:chgData name="Li, Hanchen F" userId="3aee791e-6a2d-4da7-a77b-fbdf7bf15886" providerId="ADAL" clId="{CDC5B0EF-6BEB-4658-A9FF-CB66F6FA6C1E}" dt="2025-05-22T21:36:01.782" v="3"/>
          <pc:sldLayoutMkLst>
            <pc:docMk/>
            <pc:sldMasterMk cId="3626057741" sldId="2147483648"/>
            <pc:sldLayoutMk cId="2634004646" sldId="2147483653"/>
          </pc:sldLayoutMkLst>
        </pc:sldLayoutChg>
        <pc:sldLayoutChg chg="modSp">
          <pc:chgData name="Li, Hanchen F" userId="3aee791e-6a2d-4da7-a77b-fbdf7bf15886" providerId="ADAL" clId="{CDC5B0EF-6BEB-4658-A9FF-CB66F6FA6C1E}" dt="2025-05-22T21:36:01.782" v="3"/>
          <pc:sldLayoutMkLst>
            <pc:docMk/>
            <pc:sldMasterMk cId="3626057741" sldId="2147483648"/>
            <pc:sldLayoutMk cId="2897894365" sldId="2147483656"/>
          </pc:sldLayoutMkLst>
        </pc:sldLayoutChg>
        <pc:sldLayoutChg chg="modSp">
          <pc:chgData name="Li, Hanchen F" userId="3aee791e-6a2d-4da7-a77b-fbdf7bf15886" providerId="ADAL" clId="{CDC5B0EF-6BEB-4658-A9FF-CB66F6FA6C1E}" dt="2025-05-22T21:36:01.782" v="3"/>
          <pc:sldLayoutMkLst>
            <pc:docMk/>
            <pc:sldMasterMk cId="3626057741" sldId="2147483648"/>
            <pc:sldLayoutMk cId="3681102178" sldId="2147483657"/>
          </pc:sldLayoutMkLst>
        </pc:sldLayoutChg>
        <pc:sldLayoutChg chg="modSp">
          <pc:chgData name="Li, Hanchen F" userId="3aee791e-6a2d-4da7-a77b-fbdf7bf15886" providerId="ADAL" clId="{CDC5B0EF-6BEB-4658-A9FF-CB66F6FA6C1E}" dt="2025-05-22T21:36:01.782" v="3"/>
          <pc:sldLayoutMkLst>
            <pc:docMk/>
            <pc:sldMasterMk cId="3626057741" sldId="2147483648"/>
            <pc:sldLayoutMk cId="2218223006" sldId="2147483659"/>
          </pc:sldLayoutMkLst>
        </pc:sldLayoutChg>
      </pc:sldMasterChg>
      <pc:sldMasterChg chg="modSp modSldLayout">
        <pc:chgData name="Li, Hanchen F" userId="3aee791e-6a2d-4da7-a77b-fbdf7bf15886" providerId="ADAL" clId="{CDC5B0EF-6BEB-4658-A9FF-CB66F6FA6C1E}" dt="2025-05-22T21:36:33.895" v="9"/>
        <pc:sldMasterMkLst>
          <pc:docMk/>
          <pc:sldMasterMk cId="2832921018" sldId="2147483660"/>
        </pc:sldMasterMkLst>
        <pc:sldLayoutChg chg="modSp">
          <pc:chgData name="Li, Hanchen F" userId="3aee791e-6a2d-4da7-a77b-fbdf7bf15886" providerId="ADAL" clId="{CDC5B0EF-6BEB-4658-A9FF-CB66F6FA6C1E}" dt="2025-05-22T21:36:33.895" v="9"/>
          <pc:sldLayoutMkLst>
            <pc:docMk/>
            <pc:sldMasterMk cId="2832921018" sldId="2147483660"/>
            <pc:sldLayoutMk cId="2188281178" sldId="2147483661"/>
          </pc:sldLayoutMkLst>
        </pc:sldLayoutChg>
        <pc:sldLayoutChg chg="modSp">
          <pc:chgData name="Li, Hanchen F" userId="3aee791e-6a2d-4da7-a77b-fbdf7bf15886" providerId="ADAL" clId="{CDC5B0EF-6BEB-4658-A9FF-CB66F6FA6C1E}" dt="2025-05-22T21:36:33.895" v="9"/>
          <pc:sldLayoutMkLst>
            <pc:docMk/>
            <pc:sldMasterMk cId="2832921018" sldId="2147483660"/>
            <pc:sldLayoutMk cId="1379408304" sldId="2147483663"/>
          </pc:sldLayoutMkLst>
        </pc:sldLayoutChg>
        <pc:sldLayoutChg chg="modSp">
          <pc:chgData name="Li, Hanchen F" userId="3aee791e-6a2d-4da7-a77b-fbdf7bf15886" providerId="ADAL" clId="{CDC5B0EF-6BEB-4658-A9FF-CB66F6FA6C1E}" dt="2025-05-22T21:36:33.895" v="9"/>
          <pc:sldLayoutMkLst>
            <pc:docMk/>
            <pc:sldMasterMk cId="2832921018" sldId="2147483660"/>
            <pc:sldLayoutMk cId="708412680" sldId="2147483664"/>
          </pc:sldLayoutMkLst>
        </pc:sldLayoutChg>
        <pc:sldLayoutChg chg="modSp">
          <pc:chgData name="Li, Hanchen F" userId="3aee791e-6a2d-4da7-a77b-fbdf7bf15886" providerId="ADAL" clId="{CDC5B0EF-6BEB-4658-A9FF-CB66F6FA6C1E}" dt="2025-05-22T21:36:33.895" v="9"/>
          <pc:sldLayoutMkLst>
            <pc:docMk/>
            <pc:sldMasterMk cId="2832921018" sldId="2147483660"/>
            <pc:sldLayoutMk cId="3391006602" sldId="2147483665"/>
          </pc:sldLayoutMkLst>
        </pc:sldLayoutChg>
        <pc:sldLayoutChg chg="modSp">
          <pc:chgData name="Li, Hanchen F" userId="3aee791e-6a2d-4da7-a77b-fbdf7bf15886" providerId="ADAL" clId="{CDC5B0EF-6BEB-4658-A9FF-CB66F6FA6C1E}" dt="2025-05-22T21:36:33.895" v="9"/>
          <pc:sldLayoutMkLst>
            <pc:docMk/>
            <pc:sldMasterMk cId="2832921018" sldId="2147483660"/>
            <pc:sldLayoutMk cId="3517119780" sldId="2147483668"/>
          </pc:sldLayoutMkLst>
        </pc:sldLayoutChg>
        <pc:sldLayoutChg chg="modSp">
          <pc:chgData name="Li, Hanchen F" userId="3aee791e-6a2d-4da7-a77b-fbdf7bf15886" providerId="ADAL" clId="{CDC5B0EF-6BEB-4658-A9FF-CB66F6FA6C1E}" dt="2025-05-22T21:36:33.895" v="9"/>
          <pc:sldLayoutMkLst>
            <pc:docMk/>
            <pc:sldMasterMk cId="2832921018" sldId="2147483660"/>
            <pc:sldLayoutMk cId="107555040" sldId="2147483669"/>
          </pc:sldLayoutMkLst>
        </pc:sldLayoutChg>
        <pc:sldLayoutChg chg="modSp">
          <pc:chgData name="Li, Hanchen F" userId="3aee791e-6a2d-4da7-a77b-fbdf7bf15886" providerId="ADAL" clId="{CDC5B0EF-6BEB-4658-A9FF-CB66F6FA6C1E}" dt="2025-05-22T21:36:33.895" v="9"/>
          <pc:sldLayoutMkLst>
            <pc:docMk/>
            <pc:sldMasterMk cId="2832921018" sldId="2147483660"/>
            <pc:sldLayoutMk cId="1955127079" sldId="2147483671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DF1088C5-931A-42D2-8AA4-FA289862AAD0}" type="datetimeFigureOut">
              <a:rPr lang="zh-CN" altLang="en-US" smtClean="0"/>
              <a:t>2025/5/27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8" rIns="99075" bIns="49538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vert="horz" lIns="99075" tIns="49538" rIns="99075" bIns="49538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AF077E88-3244-4C0E-BEFE-A6A75CD3D1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83771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077E88-3244-4C0E-BEFE-A6A75CD3D1BB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88715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696B26-1D90-1321-1A03-F2202ED337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689FB96-AC6E-5316-C448-DAE5F9EEC7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EB3767B-E998-2111-8FA4-3EC3B8020D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249E682-3309-2D90-C6B7-F5F2BF1A09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077E88-3244-4C0E-BEFE-A6A75CD3D1BB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98548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077E88-3244-4C0E-BEFE-A6A75CD3D1BB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90811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8EA03E-C036-D729-CA83-1F12905CFB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557CEFD-E3C7-2407-3632-024F88EACA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00505C8-433E-17BC-A493-B7FC8234A9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2215D96-A5EB-0A70-B7CC-186F3C35A2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077E88-3244-4C0E-BEFE-A6A75CD3D1BB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83443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F93236-857D-F6AD-A55A-A01F2D4C85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002755F-8185-B0A1-542F-C403BC5F66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482D918-37CA-C0DA-F54F-3D9282C4B2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8CA0B6C-5542-3DAF-8A41-4607608DE7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077E88-3244-4C0E-BEFE-A6A75CD3D1BB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58533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F1464-0EA4-453D-A90B-03B04D244405}" type="datetimeFigureOut">
              <a:rPr lang="zh-CN" altLang="en-US" smtClean="0"/>
              <a:t>2025/5/27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6F554-3143-4A1D-8736-2A55E77CBD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08042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F1464-0EA4-453D-A90B-03B04D244405}" type="datetimeFigureOut">
              <a:rPr lang="zh-CN" altLang="en-US" smtClean="0"/>
              <a:t>2025/5/27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6F554-3143-4A1D-8736-2A55E77CBD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14012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F1464-0EA4-453D-A90B-03B04D244405}" type="datetimeFigureOut">
              <a:rPr lang="zh-CN" altLang="en-US" smtClean="0"/>
              <a:t>2025/5/27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6F554-3143-4A1D-8736-2A55E77CBD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90266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F1464-0EA4-453D-A90B-03B04D244405}" type="datetimeFigureOut">
              <a:rPr lang="zh-CN" altLang="en-US" smtClean="0"/>
              <a:t>2025/5/27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6F554-3143-4A1D-8736-2A55E77CBD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33592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F1464-0EA4-453D-A90B-03B04D244405}" type="datetimeFigureOut">
              <a:rPr lang="zh-CN" altLang="en-US" smtClean="0"/>
              <a:t>2025/5/27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6F554-3143-4A1D-8736-2A55E77CBD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58764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F1464-0EA4-453D-A90B-03B04D244405}" type="datetimeFigureOut">
              <a:rPr lang="zh-CN" altLang="en-US" smtClean="0"/>
              <a:t>2025/5/27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6F554-3143-4A1D-8736-2A55E77CBD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23551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F1464-0EA4-453D-A90B-03B04D244405}" type="datetimeFigureOut">
              <a:rPr lang="zh-CN" altLang="en-US" smtClean="0"/>
              <a:t>2025/5/27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6F554-3143-4A1D-8736-2A55E77CBD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28776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F1464-0EA4-453D-A90B-03B04D244405}" type="datetimeFigureOut">
              <a:rPr lang="zh-CN" altLang="en-US" smtClean="0"/>
              <a:t>2025/5/27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6F554-3143-4A1D-8736-2A55E77CBD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18573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F1464-0EA4-453D-A90B-03B04D244405}" type="datetimeFigureOut">
              <a:rPr lang="zh-CN" altLang="en-US" smtClean="0"/>
              <a:t>2025/5/27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6F554-3143-4A1D-8736-2A55E77CBD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50720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F1464-0EA4-453D-A90B-03B04D244405}" type="datetimeFigureOut">
              <a:rPr lang="zh-CN" altLang="en-US" smtClean="0"/>
              <a:t>2025/5/27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6F554-3143-4A1D-8736-2A55E77CBD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0015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F1464-0EA4-453D-A90B-03B04D244405}" type="datetimeFigureOut">
              <a:rPr lang="zh-CN" altLang="en-US" smtClean="0"/>
              <a:t>2025/5/27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6F554-3143-4A1D-8736-2A55E77CBD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39435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AF1464-0EA4-453D-A90B-03B04D244405}" type="datetimeFigureOut">
              <a:rPr lang="zh-CN" altLang="en-US" smtClean="0"/>
              <a:t>2025/5/27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06F554-3143-4A1D-8736-2A55E77CBD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0611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椭圆 15">
            <a:extLst>
              <a:ext uri="{FF2B5EF4-FFF2-40B4-BE49-F238E27FC236}">
                <a16:creationId xmlns:a16="http://schemas.microsoft.com/office/drawing/2014/main" id="{765FE46C-A5E9-C6F3-7EB3-85FC3DED8F46}"/>
              </a:ext>
            </a:extLst>
          </p:cNvPr>
          <p:cNvSpPr/>
          <p:nvPr/>
        </p:nvSpPr>
        <p:spPr>
          <a:xfrm>
            <a:off x="1256241" y="3835400"/>
            <a:ext cx="467784" cy="26881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7685D780-D896-1651-3071-342C8A3ACB3D}"/>
              </a:ext>
            </a:extLst>
          </p:cNvPr>
          <p:cNvSpPr/>
          <p:nvPr/>
        </p:nvSpPr>
        <p:spPr>
          <a:xfrm rot="987919">
            <a:off x="1287912" y="3503083"/>
            <a:ext cx="808565" cy="5122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C303C415-092C-9684-B281-AE71737EDCB1}"/>
              </a:ext>
            </a:extLst>
          </p:cNvPr>
          <p:cNvSpPr/>
          <p:nvPr/>
        </p:nvSpPr>
        <p:spPr>
          <a:xfrm>
            <a:off x="2740025" y="3144309"/>
            <a:ext cx="467784" cy="56303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0BE844E-FDBA-BB12-B655-D9B733710326}"/>
              </a:ext>
            </a:extLst>
          </p:cNvPr>
          <p:cNvSpPr/>
          <p:nvPr/>
        </p:nvSpPr>
        <p:spPr>
          <a:xfrm rot="19963973">
            <a:off x="2743041" y="3364973"/>
            <a:ext cx="808565" cy="5122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2709C667-BD2A-882C-12AE-7FBDBDBBF518}"/>
              </a:ext>
            </a:extLst>
          </p:cNvPr>
          <p:cNvSpPr/>
          <p:nvPr/>
        </p:nvSpPr>
        <p:spPr>
          <a:xfrm>
            <a:off x="2385482" y="2108200"/>
            <a:ext cx="476505" cy="569383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583C3EA-A8DD-B661-F8B0-43FFC069958D}"/>
              </a:ext>
            </a:extLst>
          </p:cNvPr>
          <p:cNvSpPr/>
          <p:nvPr/>
        </p:nvSpPr>
        <p:spPr>
          <a:xfrm rot="987919">
            <a:off x="2066764" y="2380883"/>
            <a:ext cx="808565" cy="5122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18762C28-FBC6-CB91-EEAA-4EF4F00D7B86}"/>
              </a:ext>
            </a:extLst>
          </p:cNvPr>
          <p:cNvCxnSpPr>
            <a:cxnSpLocks/>
          </p:cNvCxnSpPr>
          <p:nvPr/>
        </p:nvCxnSpPr>
        <p:spPr>
          <a:xfrm>
            <a:off x="1490133" y="2971800"/>
            <a:ext cx="0" cy="157480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6204AFC1-ED33-8097-A3C1-1BD4649F4F0D}"/>
              </a:ext>
            </a:extLst>
          </p:cNvPr>
          <p:cNvCxnSpPr/>
          <p:nvPr/>
        </p:nvCxnSpPr>
        <p:spPr>
          <a:xfrm flipV="1">
            <a:off x="1490133" y="2108200"/>
            <a:ext cx="1684867" cy="86360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80C6E8FC-F599-E5E6-6AD2-050E9CAF7B96}"/>
              </a:ext>
            </a:extLst>
          </p:cNvPr>
          <p:cNvCxnSpPr>
            <a:cxnSpLocks/>
          </p:cNvCxnSpPr>
          <p:nvPr/>
        </p:nvCxnSpPr>
        <p:spPr>
          <a:xfrm>
            <a:off x="1490133" y="2971800"/>
            <a:ext cx="1951567" cy="56303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FFA0B8DA-7867-DA7F-12B0-1478842EB0AB}"/>
              </a:ext>
            </a:extLst>
          </p:cNvPr>
          <p:cNvCxnSpPr>
            <a:cxnSpLocks/>
          </p:cNvCxnSpPr>
          <p:nvPr/>
        </p:nvCxnSpPr>
        <p:spPr>
          <a:xfrm flipH="1">
            <a:off x="2821052" y="2468436"/>
            <a:ext cx="36955" cy="11013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36F06A75-342F-396B-FB1F-E19135BE1E33}"/>
              </a:ext>
            </a:extLst>
          </p:cNvPr>
          <p:cNvCxnSpPr>
            <a:cxnSpLocks/>
          </p:cNvCxnSpPr>
          <p:nvPr/>
        </p:nvCxnSpPr>
        <p:spPr>
          <a:xfrm>
            <a:off x="2749390" y="3519488"/>
            <a:ext cx="71662" cy="8348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BDA6F119-1BF1-B9D0-6669-21A2089A39F7}"/>
              </a:ext>
            </a:extLst>
          </p:cNvPr>
          <p:cNvCxnSpPr>
            <a:cxnSpLocks/>
          </p:cNvCxnSpPr>
          <p:nvPr/>
        </p:nvCxnSpPr>
        <p:spPr>
          <a:xfrm flipV="1">
            <a:off x="1297924" y="3835400"/>
            <a:ext cx="63092" cy="6826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文本框 34">
            <a:extLst>
              <a:ext uri="{FF2B5EF4-FFF2-40B4-BE49-F238E27FC236}">
                <a16:creationId xmlns:a16="http://schemas.microsoft.com/office/drawing/2014/main" id="{628697DE-3941-2AFE-E321-2D6667A519EA}"/>
              </a:ext>
            </a:extLst>
          </p:cNvPr>
          <p:cNvSpPr txBox="1"/>
          <p:nvPr/>
        </p:nvSpPr>
        <p:spPr>
          <a:xfrm>
            <a:off x="2729253" y="3534630"/>
            <a:ext cx="285656" cy="33855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l-GR" altLang="zh-CN" sz="1600" i="1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θ</a:t>
            </a:r>
            <a:endParaRPr lang="zh-CN" altLang="en-US" sz="1600" i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F2F81E4A-2BDD-DCCD-834F-B541B026B5A3}"/>
              </a:ext>
            </a:extLst>
          </p:cNvPr>
          <p:cNvSpPr txBox="1"/>
          <p:nvPr/>
        </p:nvSpPr>
        <p:spPr>
          <a:xfrm>
            <a:off x="2537160" y="2475901"/>
            <a:ext cx="212230" cy="338554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</a:gradFill>
        </p:spPr>
        <p:txBody>
          <a:bodyPr wrap="square" rtlCol="0">
            <a:spAutoFit/>
          </a:bodyPr>
          <a:lstStyle/>
          <a:p>
            <a:r>
              <a:rPr lang="el-GR" altLang="zh-CN" sz="1600" i="1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ϕ</a:t>
            </a:r>
            <a:endParaRPr lang="zh-CN" altLang="en-US" sz="1600" i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A62C49D5-E6D0-3FD9-5851-6BF0E941D8FF}"/>
              </a:ext>
            </a:extLst>
          </p:cNvPr>
          <p:cNvSpPr txBox="1"/>
          <p:nvPr/>
        </p:nvSpPr>
        <p:spPr>
          <a:xfrm>
            <a:off x="1075445" y="3496109"/>
            <a:ext cx="312906" cy="33855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l-GR" altLang="zh-CN" sz="1600" i="1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ψ</a:t>
            </a:r>
            <a:endParaRPr lang="zh-CN" altLang="en-US" sz="1600" i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ECAD9D81-63F6-1498-5BCD-28EF5AFE05C3}"/>
              </a:ext>
            </a:extLst>
          </p:cNvPr>
          <p:cNvSpPr txBox="1"/>
          <p:nvPr/>
        </p:nvSpPr>
        <p:spPr>
          <a:xfrm>
            <a:off x="3175000" y="1870786"/>
            <a:ext cx="27603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endParaRPr lang="zh-CN" altLang="en-US" sz="1600" i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6687DDF9-BCC8-F180-6402-E59F9A87D03C}"/>
              </a:ext>
            </a:extLst>
          </p:cNvPr>
          <p:cNvSpPr txBox="1"/>
          <p:nvPr/>
        </p:nvSpPr>
        <p:spPr>
          <a:xfrm>
            <a:off x="1357725" y="4519692"/>
            <a:ext cx="2648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endParaRPr lang="zh-CN" altLang="en-US" sz="1600" i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C17FC6F7-5871-3E6E-6168-959CD481B76D}"/>
              </a:ext>
            </a:extLst>
          </p:cNvPr>
          <p:cNvSpPr txBox="1"/>
          <p:nvPr/>
        </p:nvSpPr>
        <p:spPr>
          <a:xfrm>
            <a:off x="3411465" y="3391952"/>
            <a:ext cx="27603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endParaRPr lang="zh-CN" altLang="en-US" sz="1600" i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椭圆 59">
            <a:extLst>
              <a:ext uri="{FF2B5EF4-FFF2-40B4-BE49-F238E27FC236}">
                <a16:creationId xmlns:a16="http://schemas.microsoft.com/office/drawing/2014/main" id="{805149CB-4FBE-07E8-8647-4F465E50CA33}"/>
              </a:ext>
            </a:extLst>
          </p:cNvPr>
          <p:cNvSpPr/>
          <p:nvPr/>
        </p:nvSpPr>
        <p:spPr>
          <a:xfrm>
            <a:off x="5040663" y="3838836"/>
            <a:ext cx="467784" cy="268816"/>
          </a:xfrm>
          <a:prstGeom prst="ellipse">
            <a:avLst/>
          </a:prstGeom>
          <a:noFill/>
          <a:ln>
            <a:solidFill>
              <a:srgbClr val="0000C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334F5E7B-88A5-4952-0CCF-3921795838F0}"/>
              </a:ext>
            </a:extLst>
          </p:cNvPr>
          <p:cNvSpPr/>
          <p:nvPr/>
        </p:nvSpPr>
        <p:spPr>
          <a:xfrm rot="987919">
            <a:off x="5072334" y="3506519"/>
            <a:ext cx="808565" cy="5122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" name="椭圆 61">
            <a:extLst>
              <a:ext uri="{FF2B5EF4-FFF2-40B4-BE49-F238E27FC236}">
                <a16:creationId xmlns:a16="http://schemas.microsoft.com/office/drawing/2014/main" id="{52B9CD62-BC89-0D3F-5925-E616B83C8F18}"/>
              </a:ext>
            </a:extLst>
          </p:cNvPr>
          <p:cNvSpPr/>
          <p:nvPr/>
        </p:nvSpPr>
        <p:spPr>
          <a:xfrm>
            <a:off x="6524447" y="3147745"/>
            <a:ext cx="467784" cy="563034"/>
          </a:xfrm>
          <a:prstGeom prst="ellipse">
            <a:avLst/>
          </a:prstGeom>
          <a:noFill/>
          <a:ln>
            <a:solidFill>
              <a:srgbClr val="0000C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C80F0231-D422-5169-E58C-6D759190AFF5}"/>
              </a:ext>
            </a:extLst>
          </p:cNvPr>
          <p:cNvSpPr/>
          <p:nvPr/>
        </p:nvSpPr>
        <p:spPr>
          <a:xfrm rot="19963973">
            <a:off x="6527463" y="3368409"/>
            <a:ext cx="808565" cy="5122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椭圆 63">
            <a:extLst>
              <a:ext uri="{FF2B5EF4-FFF2-40B4-BE49-F238E27FC236}">
                <a16:creationId xmlns:a16="http://schemas.microsoft.com/office/drawing/2014/main" id="{B7339D2F-7C77-80E5-2CA3-D84B2B8C319B}"/>
              </a:ext>
            </a:extLst>
          </p:cNvPr>
          <p:cNvSpPr/>
          <p:nvPr/>
        </p:nvSpPr>
        <p:spPr>
          <a:xfrm>
            <a:off x="6169904" y="2111636"/>
            <a:ext cx="476505" cy="569383"/>
          </a:xfrm>
          <a:prstGeom prst="ellipse">
            <a:avLst/>
          </a:prstGeom>
          <a:noFill/>
          <a:ln>
            <a:solidFill>
              <a:srgbClr val="0000C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C383C93D-3B07-754B-60E1-0A772829D902}"/>
              </a:ext>
            </a:extLst>
          </p:cNvPr>
          <p:cNvSpPr/>
          <p:nvPr/>
        </p:nvSpPr>
        <p:spPr>
          <a:xfrm rot="987919">
            <a:off x="5851186" y="2384319"/>
            <a:ext cx="808565" cy="5122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6" name="直接箭头连接符 65">
            <a:extLst>
              <a:ext uri="{FF2B5EF4-FFF2-40B4-BE49-F238E27FC236}">
                <a16:creationId xmlns:a16="http://schemas.microsoft.com/office/drawing/2014/main" id="{2E16A3DA-4D3D-2268-6504-FBED27A3757D}"/>
              </a:ext>
            </a:extLst>
          </p:cNvPr>
          <p:cNvCxnSpPr>
            <a:cxnSpLocks/>
          </p:cNvCxnSpPr>
          <p:nvPr/>
        </p:nvCxnSpPr>
        <p:spPr>
          <a:xfrm>
            <a:off x="5274555" y="2975236"/>
            <a:ext cx="0" cy="1574800"/>
          </a:xfrm>
          <a:prstGeom prst="straightConnector1">
            <a:avLst/>
          </a:prstGeom>
          <a:ln w="12700">
            <a:solidFill>
              <a:srgbClr val="0000C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直接箭头连接符 66">
            <a:extLst>
              <a:ext uri="{FF2B5EF4-FFF2-40B4-BE49-F238E27FC236}">
                <a16:creationId xmlns:a16="http://schemas.microsoft.com/office/drawing/2014/main" id="{710DEE07-2FE4-8FAA-A22A-BBC994B3F97F}"/>
              </a:ext>
            </a:extLst>
          </p:cNvPr>
          <p:cNvCxnSpPr/>
          <p:nvPr/>
        </p:nvCxnSpPr>
        <p:spPr>
          <a:xfrm flipV="1">
            <a:off x="5274555" y="2111636"/>
            <a:ext cx="1684867" cy="863600"/>
          </a:xfrm>
          <a:prstGeom prst="straightConnector1">
            <a:avLst/>
          </a:prstGeom>
          <a:ln w="12700">
            <a:solidFill>
              <a:srgbClr val="0000C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直接箭头连接符 67">
            <a:extLst>
              <a:ext uri="{FF2B5EF4-FFF2-40B4-BE49-F238E27FC236}">
                <a16:creationId xmlns:a16="http://schemas.microsoft.com/office/drawing/2014/main" id="{2DEF86EA-8855-D5B1-460C-78AB231B4B81}"/>
              </a:ext>
            </a:extLst>
          </p:cNvPr>
          <p:cNvCxnSpPr>
            <a:cxnSpLocks/>
          </p:cNvCxnSpPr>
          <p:nvPr/>
        </p:nvCxnSpPr>
        <p:spPr>
          <a:xfrm>
            <a:off x="5274555" y="2975236"/>
            <a:ext cx="1951567" cy="563033"/>
          </a:xfrm>
          <a:prstGeom prst="straightConnector1">
            <a:avLst/>
          </a:prstGeom>
          <a:ln w="12700">
            <a:solidFill>
              <a:srgbClr val="0000C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直接箭头连接符 68">
            <a:extLst>
              <a:ext uri="{FF2B5EF4-FFF2-40B4-BE49-F238E27FC236}">
                <a16:creationId xmlns:a16="http://schemas.microsoft.com/office/drawing/2014/main" id="{FB6F00E5-E102-D8AC-E123-584281BB66AC}"/>
              </a:ext>
            </a:extLst>
          </p:cNvPr>
          <p:cNvCxnSpPr>
            <a:cxnSpLocks/>
          </p:cNvCxnSpPr>
          <p:nvPr/>
        </p:nvCxnSpPr>
        <p:spPr>
          <a:xfrm flipH="1">
            <a:off x="6605474" y="2471872"/>
            <a:ext cx="36955" cy="110139"/>
          </a:xfrm>
          <a:prstGeom prst="straightConnector1">
            <a:avLst/>
          </a:prstGeom>
          <a:ln w="38100">
            <a:solidFill>
              <a:srgbClr val="0000C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直接箭头连接符 69">
            <a:extLst>
              <a:ext uri="{FF2B5EF4-FFF2-40B4-BE49-F238E27FC236}">
                <a16:creationId xmlns:a16="http://schemas.microsoft.com/office/drawing/2014/main" id="{F9B28DF9-E526-DA4D-20B1-46AB585F5418}"/>
              </a:ext>
            </a:extLst>
          </p:cNvPr>
          <p:cNvCxnSpPr>
            <a:cxnSpLocks/>
          </p:cNvCxnSpPr>
          <p:nvPr/>
        </p:nvCxnSpPr>
        <p:spPr>
          <a:xfrm>
            <a:off x="6533812" y="3522924"/>
            <a:ext cx="71662" cy="83482"/>
          </a:xfrm>
          <a:prstGeom prst="straightConnector1">
            <a:avLst/>
          </a:prstGeom>
          <a:ln w="38100">
            <a:solidFill>
              <a:srgbClr val="0000C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直接箭头连接符 70">
            <a:extLst>
              <a:ext uri="{FF2B5EF4-FFF2-40B4-BE49-F238E27FC236}">
                <a16:creationId xmlns:a16="http://schemas.microsoft.com/office/drawing/2014/main" id="{92EBFB15-FCDA-2BD9-7CA6-AC68AE077194}"/>
              </a:ext>
            </a:extLst>
          </p:cNvPr>
          <p:cNvCxnSpPr>
            <a:cxnSpLocks/>
          </p:cNvCxnSpPr>
          <p:nvPr/>
        </p:nvCxnSpPr>
        <p:spPr>
          <a:xfrm flipV="1">
            <a:off x="5082346" y="3838836"/>
            <a:ext cx="63092" cy="68263"/>
          </a:xfrm>
          <a:prstGeom prst="straightConnector1">
            <a:avLst/>
          </a:prstGeom>
          <a:ln w="38100">
            <a:solidFill>
              <a:srgbClr val="0000C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文本框 71">
            <a:extLst>
              <a:ext uri="{FF2B5EF4-FFF2-40B4-BE49-F238E27FC236}">
                <a16:creationId xmlns:a16="http://schemas.microsoft.com/office/drawing/2014/main" id="{05CC6AC4-91D8-099D-B55C-AF9258630646}"/>
              </a:ext>
            </a:extLst>
          </p:cNvPr>
          <p:cNvSpPr txBox="1"/>
          <p:nvPr/>
        </p:nvSpPr>
        <p:spPr>
          <a:xfrm>
            <a:off x="6514027" y="3544619"/>
            <a:ext cx="285656" cy="33855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CN" sz="1600" i="1" dirty="0">
                <a:solidFill>
                  <a:srgbClr val="0000CD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q</a:t>
            </a:r>
            <a:endParaRPr lang="zh-CN" altLang="en-US" sz="1600" i="1" baseline="-25000" dirty="0">
              <a:solidFill>
                <a:srgbClr val="0000C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4500B7A3-A7A8-261B-84D2-0E3BBA6F3AC0}"/>
              </a:ext>
            </a:extLst>
          </p:cNvPr>
          <p:cNvSpPr txBox="1"/>
          <p:nvPr/>
        </p:nvSpPr>
        <p:spPr>
          <a:xfrm>
            <a:off x="6338774" y="2485275"/>
            <a:ext cx="212230" cy="338554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</a:gradFill>
        </p:spPr>
        <p:txBody>
          <a:bodyPr wrap="square" rtlCol="0">
            <a:spAutoFit/>
          </a:bodyPr>
          <a:lstStyle/>
          <a:p>
            <a:r>
              <a:rPr lang="en-US" altLang="zh-CN" sz="1600" i="1" dirty="0">
                <a:solidFill>
                  <a:srgbClr val="0000CD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p</a:t>
            </a:r>
            <a:endParaRPr lang="zh-CN" altLang="en-US" sz="1600" i="1" baseline="-25000" dirty="0">
              <a:solidFill>
                <a:srgbClr val="0000C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4D6136F0-B41D-32AB-040E-920224AEB7AD}"/>
              </a:ext>
            </a:extLst>
          </p:cNvPr>
          <p:cNvSpPr txBox="1"/>
          <p:nvPr/>
        </p:nvSpPr>
        <p:spPr>
          <a:xfrm>
            <a:off x="4859047" y="3519276"/>
            <a:ext cx="264816" cy="33855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CN" sz="1600" i="1" dirty="0">
                <a:solidFill>
                  <a:srgbClr val="0000CD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r</a:t>
            </a:r>
            <a:endParaRPr lang="zh-CN" altLang="en-US" sz="1600" i="1" baseline="-25000" dirty="0">
              <a:solidFill>
                <a:srgbClr val="0000C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6043C8A3-8546-159E-C441-E89D40424160}"/>
              </a:ext>
            </a:extLst>
          </p:cNvPr>
          <p:cNvSpPr txBox="1"/>
          <p:nvPr/>
        </p:nvSpPr>
        <p:spPr>
          <a:xfrm>
            <a:off x="6959422" y="1874222"/>
            <a:ext cx="2872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i="1" dirty="0">
                <a:solidFill>
                  <a:srgbClr val="0000C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endParaRPr lang="zh-CN" altLang="en-US" sz="1600" i="1" baseline="-25000" dirty="0">
              <a:solidFill>
                <a:srgbClr val="0000C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F86CC747-7B04-973B-5F3A-8E64EE9F27B2}"/>
              </a:ext>
            </a:extLst>
          </p:cNvPr>
          <p:cNvSpPr txBox="1"/>
          <p:nvPr/>
        </p:nvSpPr>
        <p:spPr>
          <a:xfrm>
            <a:off x="5100521" y="4503766"/>
            <a:ext cx="32092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i="1" dirty="0">
                <a:solidFill>
                  <a:srgbClr val="0000C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endParaRPr lang="zh-CN" altLang="en-US" sz="1600" i="1" baseline="-25000" dirty="0">
              <a:solidFill>
                <a:srgbClr val="0000C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5145B157-424E-CB5D-9ACA-6EEE8F859DE2}"/>
              </a:ext>
            </a:extLst>
          </p:cNvPr>
          <p:cNvSpPr txBox="1"/>
          <p:nvPr/>
        </p:nvSpPr>
        <p:spPr>
          <a:xfrm>
            <a:off x="7217048" y="3357060"/>
            <a:ext cx="27603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i="1" dirty="0">
                <a:solidFill>
                  <a:srgbClr val="0000C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endParaRPr lang="zh-CN" altLang="en-US" sz="1600" i="1" baseline="-25000" dirty="0">
              <a:solidFill>
                <a:srgbClr val="0000C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8" name="椭圆 77">
            <a:extLst>
              <a:ext uri="{FF2B5EF4-FFF2-40B4-BE49-F238E27FC236}">
                <a16:creationId xmlns:a16="http://schemas.microsoft.com/office/drawing/2014/main" id="{44496015-9738-783F-CA29-E38297076F68}"/>
              </a:ext>
            </a:extLst>
          </p:cNvPr>
          <p:cNvSpPr/>
          <p:nvPr/>
        </p:nvSpPr>
        <p:spPr>
          <a:xfrm>
            <a:off x="8792186" y="3809320"/>
            <a:ext cx="467784" cy="268816"/>
          </a:xfrm>
          <a:prstGeom prst="ellipse">
            <a:avLst/>
          </a:prstGeom>
          <a:noFill/>
          <a:ln>
            <a:solidFill>
              <a:srgbClr val="DC143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75EB0DB1-A3F0-02C6-3185-4CB51419355B}"/>
              </a:ext>
            </a:extLst>
          </p:cNvPr>
          <p:cNvSpPr/>
          <p:nvPr/>
        </p:nvSpPr>
        <p:spPr>
          <a:xfrm rot="987919">
            <a:off x="8823857" y="3477003"/>
            <a:ext cx="808565" cy="5122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0" name="椭圆 79">
            <a:extLst>
              <a:ext uri="{FF2B5EF4-FFF2-40B4-BE49-F238E27FC236}">
                <a16:creationId xmlns:a16="http://schemas.microsoft.com/office/drawing/2014/main" id="{16476E7E-99C9-93DF-0AB3-1F101D4D42DA}"/>
              </a:ext>
            </a:extLst>
          </p:cNvPr>
          <p:cNvSpPr/>
          <p:nvPr/>
        </p:nvSpPr>
        <p:spPr>
          <a:xfrm>
            <a:off x="10275970" y="3118229"/>
            <a:ext cx="467784" cy="563034"/>
          </a:xfrm>
          <a:prstGeom prst="ellipse">
            <a:avLst/>
          </a:prstGeom>
          <a:noFill/>
          <a:ln>
            <a:solidFill>
              <a:srgbClr val="DC143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57692F43-F469-8FB4-1586-C7DC8F2F928F}"/>
              </a:ext>
            </a:extLst>
          </p:cNvPr>
          <p:cNvSpPr/>
          <p:nvPr/>
        </p:nvSpPr>
        <p:spPr>
          <a:xfrm rot="19963973">
            <a:off x="10278986" y="3338893"/>
            <a:ext cx="808565" cy="5122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2" name="椭圆 81">
            <a:extLst>
              <a:ext uri="{FF2B5EF4-FFF2-40B4-BE49-F238E27FC236}">
                <a16:creationId xmlns:a16="http://schemas.microsoft.com/office/drawing/2014/main" id="{7900CDD7-0873-A587-4762-7077A61A2967}"/>
              </a:ext>
            </a:extLst>
          </p:cNvPr>
          <p:cNvSpPr/>
          <p:nvPr/>
        </p:nvSpPr>
        <p:spPr>
          <a:xfrm>
            <a:off x="9921427" y="2082120"/>
            <a:ext cx="476505" cy="569383"/>
          </a:xfrm>
          <a:prstGeom prst="ellipse">
            <a:avLst/>
          </a:prstGeom>
          <a:noFill/>
          <a:ln>
            <a:solidFill>
              <a:srgbClr val="DC143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9CBE2D21-832B-FFB8-6289-E937D0C3A259}"/>
              </a:ext>
            </a:extLst>
          </p:cNvPr>
          <p:cNvSpPr/>
          <p:nvPr/>
        </p:nvSpPr>
        <p:spPr>
          <a:xfrm rot="987919">
            <a:off x="9602709" y="2354803"/>
            <a:ext cx="808565" cy="5122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4" name="直接箭头连接符 83">
            <a:extLst>
              <a:ext uri="{FF2B5EF4-FFF2-40B4-BE49-F238E27FC236}">
                <a16:creationId xmlns:a16="http://schemas.microsoft.com/office/drawing/2014/main" id="{34DB4CF9-D544-F54B-CF96-61D33123EC65}"/>
              </a:ext>
            </a:extLst>
          </p:cNvPr>
          <p:cNvCxnSpPr>
            <a:cxnSpLocks/>
          </p:cNvCxnSpPr>
          <p:nvPr/>
        </p:nvCxnSpPr>
        <p:spPr>
          <a:xfrm>
            <a:off x="9026078" y="2945720"/>
            <a:ext cx="0" cy="1574800"/>
          </a:xfrm>
          <a:prstGeom prst="straightConnector1">
            <a:avLst/>
          </a:prstGeom>
          <a:ln w="12700">
            <a:solidFill>
              <a:srgbClr val="DC143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直接箭头连接符 84">
            <a:extLst>
              <a:ext uri="{FF2B5EF4-FFF2-40B4-BE49-F238E27FC236}">
                <a16:creationId xmlns:a16="http://schemas.microsoft.com/office/drawing/2014/main" id="{AD3593A4-C55F-A794-5961-0069578AC603}"/>
              </a:ext>
            </a:extLst>
          </p:cNvPr>
          <p:cNvCxnSpPr/>
          <p:nvPr/>
        </p:nvCxnSpPr>
        <p:spPr>
          <a:xfrm flipV="1">
            <a:off x="9026078" y="2082120"/>
            <a:ext cx="1684867" cy="863600"/>
          </a:xfrm>
          <a:prstGeom prst="straightConnector1">
            <a:avLst/>
          </a:prstGeom>
          <a:ln w="12700">
            <a:solidFill>
              <a:srgbClr val="DC143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直接箭头连接符 85">
            <a:extLst>
              <a:ext uri="{FF2B5EF4-FFF2-40B4-BE49-F238E27FC236}">
                <a16:creationId xmlns:a16="http://schemas.microsoft.com/office/drawing/2014/main" id="{F21FCD35-FA92-2BA2-DEDB-DBBF7482256B}"/>
              </a:ext>
            </a:extLst>
          </p:cNvPr>
          <p:cNvCxnSpPr>
            <a:cxnSpLocks/>
          </p:cNvCxnSpPr>
          <p:nvPr/>
        </p:nvCxnSpPr>
        <p:spPr>
          <a:xfrm>
            <a:off x="9026078" y="2945720"/>
            <a:ext cx="1951567" cy="563033"/>
          </a:xfrm>
          <a:prstGeom prst="straightConnector1">
            <a:avLst/>
          </a:prstGeom>
          <a:ln w="12700">
            <a:solidFill>
              <a:srgbClr val="DC143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直接箭头连接符 86">
            <a:extLst>
              <a:ext uri="{FF2B5EF4-FFF2-40B4-BE49-F238E27FC236}">
                <a16:creationId xmlns:a16="http://schemas.microsoft.com/office/drawing/2014/main" id="{AC84E30C-815B-C9D4-B7CF-5B6F1BE84F73}"/>
              </a:ext>
            </a:extLst>
          </p:cNvPr>
          <p:cNvCxnSpPr>
            <a:cxnSpLocks/>
          </p:cNvCxnSpPr>
          <p:nvPr/>
        </p:nvCxnSpPr>
        <p:spPr>
          <a:xfrm flipH="1">
            <a:off x="10356997" y="2442356"/>
            <a:ext cx="36955" cy="110139"/>
          </a:xfrm>
          <a:prstGeom prst="straightConnector1">
            <a:avLst/>
          </a:prstGeom>
          <a:ln w="38100">
            <a:solidFill>
              <a:srgbClr val="DC143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直接箭头连接符 87">
            <a:extLst>
              <a:ext uri="{FF2B5EF4-FFF2-40B4-BE49-F238E27FC236}">
                <a16:creationId xmlns:a16="http://schemas.microsoft.com/office/drawing/2014/main" id="{37E66C8B-01A0-CEB9-4B3C-A70EFDB540F2}"/>
              </a:ext>
            </a:extLst>
          </p:cNvPr>
          <p:cNvCxnSpPr>
            <a:cxnSpLocks/>
          </p:cNvCxnSpPr>
          <p:nvPr/>
        </p:nvCxnSpPr>
        <p:spPr>
          <a:xfrm>
            <a:off x="10285335" y="3493408"/>
            <a:ext cx="71662" cy="83482"/>
          </a:xfrm>
          <a:prstGeom prst="straightConnector1">
            <a:avLst/>
          </a:prstGeom>
          <a:ln w="38100">
            <a:solidFill>
              <a:srgbClr val="DC143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直接箭头连接符 88">
            <a:extLst>
              <a:ext uri="{FF2B5EF4-FFF2-40B4-BE49-F238E27FC236}">
                <a16:creationId xmlns:a16="http://schemas.microsoft.com/office/drawing/2014/main" id="{66A2DA13-B146-A513-BACD-6D14870EEDFE}"/>
              </a:ext>
            </a:extLst>
          </p:cNvPr>
          <p:cNvCxnSpPr>
            <a:cxnSpLocks/>
          </p:cNvCxnSpPr>
          <p:nvPr/>
        </p:nvCxnSpPr>
        <p:spPr>
          <a:xfrm flipV="1">
            <a:off x="8833869" y="3809320"/>
            <a:ext cx="63092" cy="68263"/>
          </a:xfrm>
          <a:prstGeom prst="straightConnector1">
            <a:avLst/>
          </a:prstGeom>
          <a:ln w="38100">
            <a:solidFill>
              <a:srgbClr val="DC143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文本框 89">
            <a:extLst>
              <a:ext uri="{FF2B5EF4-FFF2-40B4-BE49-F238E27FC236}">
                <a16:creationId xmlns:a16="http://schemas.microsoft.com/office/drawing/2014/main" id="{E8EEB601-09E1-A0E4-72EF-AA9F6299DCD1}"/>
              </a:ext>
            </a:extLst>
          </p:cNvPr>
          <p:cNvSpPr txBox="1"/>
          <p:nvPr/>
        </p:nvSpPr>
        <p:spPr>
          <a:xfrm>
            <a:off x="10265821" y="3572658"/>
            <a:ext cx="356188" cy="33855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CN" sz="1600" i="1" dirty="0">
                <a:solidFill>
                  <a:srgbClr val="DC143C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M</a:t>
            </a:r>
            <a:endParaRPr lang="zh-CN" altLang="en-US" sz="1600" i="1" baseline="-25000" dirty="0">
              <a:solidFill>
                <a:srgbClr val="DC143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1" name="文本框 90">
            <a:extLst>
              <a:ext uri="{FF2B5EF4-FFF2-40B4-BE49-F238E27FC236}">
                <a16:creationId xmlns:a16="http://schemas.microsoft.com/office/drawing/2014/main" id="{D4DC8563-8807-CAB6-2549-56B455DA8795}"/>
              </a:ext>
            </a:extLst>
          </p:cNvPr>
          <p:cNvSpPr txBox="1"/>
          <p:nvPr/>
        </p:nvSpPr>
        <p:spPr>
          <a:xfrm>
            <a:off x="10073105" y="2471306"/>
            <a:ext cx="212230" cy="338554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</a:gradFill>
        </p:spPr>
        <p:txBody>
          <a:bodyPr wrap="square" rtlCol="0">
            <a:spAutoFit/>
          </a:bodyPr>
          <a:lstStyle/>
          <a:p>
            <a:r>
              <a:rPr lang="en-US" altLang="zh-CN" sz="1600" i="1" dirty="0">
                <a:solidFill>
                  <a:srgbClr val="DC143C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L</a:t>
            </a:r>
            <a:endParaRPr lang="zh-CN" altLang="en-US" sz="1600" i="1" baseline="-25000" dirty="0">
              <a:solidFill>
                <a:srgbClr val="DC143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84E72B0A-1129-5ADB-DEEE-95E0F9FE6758}"/>
              </a:ext>
            </a:extLst>
          </p:cNvPr>
          <p:cNvSpPr txBox="1"/>
          <p:nvPr/>
        </p:nvSpPr>
        <p:spPr>
          <a:xfrm>
            <a:off x="8611390" y="3470029"/>
            <a:ext cx="320922" cy="33855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CN" sz="1600" i="1" dirty="0">
                <a:solidFill>
                  <a:srgbClr val="DC143C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N</a:t>
            </a:r>
            <a:endParaRPr lang="zh-CN" altLang="en-US" sz="1600" i="1" baseline="-25000" dirty="0">
              <a:solidFill>
                <a:srgbClr val="DC143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3" name="文本框 92">
            <a:extLst>
              <a:ext uri="{FF2B5EF4-FFF2-40B4-BE49-F238E27FC236}">
                <a16:creationId xmlns:a16="http://schemas.microsoft.com/office/drawing/2014/main" id="{0FCD5ACE-C8CE-D908-1B47-075F67A9CB0E}"/>
              </a:ext>
            </a:extLst>
          </p:cNvPr>
          <p:cNvSpPr txBox="1"/>
          <p:nvPr/>
        </p:nvSpPr>
        <p:spPr>
          <a:xfrm>
            <a:off x="10710945" y="1844706"/>
            <a:ext cx="30970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i="1" dirty="0">
                <a:solidFill>
                  <a:srgbClr val="DC14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endParaRPr lang="zh-CN" altLang="en-US" sz="1600" i="1" baseline="-25000" dirty="0">
              <a:solidFill>
                <a:srgbClr val="DC143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4" name="文本框 93">
            <a:extLst>
              <a:ext uri="{FF2B5EF4-FFF2-40B4-BE49-F238E27FC236}">
                <a16:creationId xmlns:a16="http://schemas.microsoft.com/office/drawing/2014/main" id="{E4808BF7-0A1C-2E65-1A68-46EDAAE3EAA9}"/>
              </a:ext>
            </a:extLst>
          </p:cNvPr>
          <p:cNvSpPr txBox="1"/>
          <p:nvPr/>
        </p:nvSpPr>
        <p:spPr>
          <a:xfrm>
            <a:off x="8876838" y="4529723"/>
            <a:ext cx="2984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i="1" dirty="0">
                <a:solidFill>
                  <a:srgbClr val="DC14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endParaRPr lang="zh-CN" altLang="en-US" sz="1600" i="1" baseline="-25000" dirty="0">
              <a:solidFill>
                <a:srgbClr val="DC143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5" name="文本框 94">
            <a:extLst>
              <a:ext uri="{FF2B5EF4-FFF2-40B4-BE49-F238E27FC236}">
                <a16:creationId xmlns:a16="http://schemas.microsoft.com/office/drawing/2014/main" id="{DEB07ABE-8011-7510-5D9D-BF2A0776E5F1}"/>
              </a:ext>
            </a:extLst>
          </p:cNvPr>
          <p:cNvSpPr txBox="1"/>
          <p:nvPr/>
        </p:nvSpPr>
        <p:spPr>
          <a:xfrm>
            <a:off x="10946128" y="3357060"/>
            <a:ext cx="2984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i="1" dirty="0">
                <a:solidFill>
                  <a:srgbClr val="DC14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endParaRPr lang="zh-CN" altLang="en-US" sz="1600" i="1" baseline="-25000" dirty="0">
              <a:solidFill>
                <a:srgbClr val="DC143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49722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CC97B6-5520-6272-8B2A-6427C346C6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组合 54">
            <a:extLst>
              <a:ext uri="{FF2B5EF4-FFF2-40B4-BE49-F238E27FC236}">
                <a16:creationId xmlns:a16="http://schemas.microsoft.com/office/drawing/2014/main" id="{DC25AF74-D6F2-7FDE-7DF4-13A7D00EE4A6}"/>
              </a:ext>
            </a:extLst>
          </p:cNvPr>
          <p:cNvGrpSpPr/>
          <p:nvPr/>
        </p:nvGrpSpPr>
        <p:grpSpPr>
          <a:xfrm>
            <a:off x="5046936" y="2321584"/>
            <a:ext cx="3787542" cy="1923993"/>
            <a:chOff x="3171589" y="1751612"/>
            <a:chExt cx="5718386" cy="2904822"/>
          </a:xfrm>
        </p:grpSpPr>
        <p:sp>
          <p:nvSpPr>
            <p:cNvPr id="2" name="椭圆 1">
              <a:extLst>
                <a:ext uri="{FF2B5EF4-FFF2-40B4-BE49-F238E27FC236}">
                  <a16:creationId xmlns:a16="http://schemas.microsoft.com/office/drawing/2014/main" id="{5931810A-A752-2166-6575-2D400152D170}"/>
                </a:ext>
              </a:extLst>
            </p:cNvPr>
            <p:cNvSpPr/>
            <p:nvPr/>
          </p:nvSpPr>
          <p:spPr>
            <a:xfrm rot="167375">
              <a:off x="3171589" y="2301946"/>
              <a:ext cx="5715000" cy="2354488"/>
            </a:xfrm>
            <a:prstGeom prst="ellipse">
              <a:avLst/>
            </a:prstGeom>
            <a:noFill/>
            <a:ln w="19050">
              <a:prstDash val="lg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4" name="直接连接符 3">
              <a:extLst>
                <a:ext uri="{FF2B5EF4-FFF2-40B4-BE49-F238E27FC236}">
                  <a16:creationId xmlns:a16="http://schemas.microsoft.com/office/drawing/2014/main" id="{5C7F541E-055E-5256-9BD4-940C26108F6D}"/>
                </a:ext>
              </a:extLst>
            </p:cNvPr>
            <p:cNvCxnSpPr>
              <a:cxnSpLocks/>
              <a:stCxn id="2" idx="2"/>
              <a:endCxn id="2" idx="6"/>
            </p:cNvCxnSpPr>
            <p:nvPr/>
          </p:nvCxnSpPr>
          <p:spPr>
            <a:xfrm>
              <a:off x="3174975" y="3340121"/>
              <a:ext cx="5708228" cy="278138"/>
            </a:xfrm>
            <a:prstGeom prst="line">
              <a:avLst/>
            </a:prstGeom>
            <a:ln>
              <a:solidFill>
                <a:schemeClr val="tx1"/>
              </a:solidFill>
              <a:prstDash val="lg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695496FC-A021-570F-53E6-9BA37F924C29}"/>
                </a:ext>
              </a:extLst>
            </p:cNvPr>
            <p:cNvCxnSpPr>
              <a:cxnSpLocks/>
              <a:stCxn id="2" idx="4"/>
              <a:endCxn id="2" idx="0"/>
            </p:cNvCxnSpPr>
            <p:nvPr/>
          </p:nvCxnSpPr>
          <p:spPr>
            <a:xfrm flipV="1">
              <a:off x="5971795" y="2303341"/>
              <a:ext cx="114588" cy="2351698"/>
            </a:xfrm>
            <a:prstGeom prst="line">
              <a:avLst/>
            </a:prstGeom>
            <a:ln>
              <a:solidFill>
                <a:schemeClr val="tx1"/>
              </a:solidFill>
              <a:prstDash val="lg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4" name="组合 53">
              <a:extLst>
                <a:ext uri="{FF2B5EF4-FFF2-40B4-BE49-F238E27FC236}">
                  <a16:creationId xmlns:a16="http://schemas.microsoft.com/office/drawing/2014/main" id="{023E95B5-C278-64E2-C53C-45F4A16BF266}"/>
                </a:ext>
              </a:extLst>
            </p:cNvPr>
            <p:cNvGrpSpPr/>
            <p:nvPr/>
          </p:nvGrpSpPr>
          <p:grpSpPr>
            <a:xfrm>
              <a:off x="3174975" y="1751612"/>
              <a:ext cx="5715000" cy="2903427"/>
              <a:chOff x="3174975" y="1751612"/>
              <a:chExt cx="5715000" cy="2903427"/>
            </a:xfrm>
          </p:grpSpPr>
          <p:sp>
            <p:nvSpPr>
              <p:cNvPr id="29" name="椭圆 28">
                <a:extLst>
                  <a:ext uri="{FF2B5EF4-FFF2-40B4-BE49-F238E27FC236}">
                    <a16:creationId xmlns:a16="http://schemas.microsoft.com/office/drawing/2014/main" id="{0E1F0E19-53B7-E1CA-F674-32DE6B8AD4EA}"/>
                  </a:ext>
                </a:extLst>
              </p:cNvPr>
              <p:cNvSpPr/>
              <p:nvPr/>
            </p:nvSpPr>
            <p:spPr>
              <a:xfrm>
                <a:off x="3174975" y="1751612"/>
                <a:ext cx="5715000" cy="1677388"/>
              </a:xfrm>
              <a:prstGeom prst="ellipse">
                <a:avLst/>
              </a:prstGeom>
              <a:noFill/>
              <a:ln w="19050">
                <a:solidFill>
                  <a:srgbClr val="0000CD"/>
                </a:solidFill>
                <a:prstDash val="soli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31" name="直接箭头连接符 30">
                <a:extLst>
                  <a:ext uri="{FF2B5EF4-FFF2-40B4-BE49-F238E27FC236}">
                    <a16:creationId xmlns:a16="http://schemas.microsoft.com/office/drawing/2014/main" id="{6DABCD76-AAE7-FEAB-8756-9FB99516946F}"/>
                  </a:ext>
                </a:extLst>
              </p:cNvPr>
              <p:cNvCxnSpPr>
                <a:cxnSpLocks/>
                <a:stCxn id="2" idx="2"/>
                <a:endCxn id="29" idx="2"/>
              </p:cNvCxnSpPr>
              <p:nvPr/>
            </p:nvCxnSpPr>
            <p:spPr>
              <a:xfrm flipV="1">
                <a:off x="3174975" y="2590306"/>
                <a:ext cx="0" cy="749815"/>
              </a:xfrm>
              <a:prstGeom prst="straightConnector1">
                <a:avLst/>
              </a:prstGeom>
              <a:ln w="28575">
                <a:solidFill>
                  <a:srgbClr val="DC143C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接箭头连接符 33">
                <a:extLst>
                  <a:ext uri="{FF2B5EF4-FFF2-40B4-BE49-F238E27FC236}">
                    <a16:creationId xmlns:a16="http://schemas.microsoft.com/office/drawing/2014/main" id="{B438FA67-0423-EE9D-08F7-B197967B2274}"/>
                  </a:ext>
                </a:extLst>
              </p:cNvPr>
              <p:cNvCxnSpPr>
                <a:cxnSpLocks/>
                <a:endCxn id="29" idx="6"/>
              </p:cNvCxnSpPr>
              <p:nvPr/>
            </p:nvCxnSpPr>
            <p:spPr>
              <a:xfrm flipV="1">
                <a:off x="8883203" y="2590306"/>
                <a:ext cx="6772" cy="1027953"/>
              </a:xfrm>
              <a:prstGeom prst="straightConnector1">
                <a:avLst/>
              </a:prstGeom>
              <a:ln w="28575">
                <a:solidFill>
                  <a:srgbClr val="DC143C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直接箭头连接符 41">
                <a:extLst>
                  <a:ext uri="{FF2B5EF4-FFF2-40B4-BE49-F238E27FC236}">
                    <a16:creationId xmlns:a16="http://schemas.microsoft.com/office/drawing/2014/main" id="{2C0C9B38-5009-1567-FC34-6DC7856E211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965023" y="3429000"/>
                <a:ext cx="0" cy="1226039"/>
              </a:xfrm>
              <a:prstGeom prst="straightConnector1">
                <a:avLst/>
              </a:prstGeom>
              <a:ln w="28575">
                <a:solidFill>
                  <a:srgbClr val="DC143C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直接箭头连接符 44">
                <a:extLst>
                  <a:ext uri="{FF2B5EF4-FFF2-40B4-BE49-F238E27FC236}">
                    <a16:creationId xmlns:a16="http://schemas.microsoft.com/office/drawing/2014/main" id="{FDD2195C-A60A-D745-A98D-724BF91620D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086383" y="1751612"/>
                <a:ext cx="9617" cy="551729"/>
              </a:xfrm>
              <a:prstGeom prst="straightConnector1">
                <a:avLst/>
              </a:prstGeom>
              <a:ln w="28575">
                <a:solidFill>
                  <a:srgbClr val="DC143C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47" name="文本框 46">
            <a:extLst>
              <a:ext uri="{FF2B5EF4-FFF2-40B4-BE49-F238E27FC236}">
                <a16:creationId xmlns:a16="http://schemas.microsoft.com/office/drawing/2014/main" id="{8F4F9A0D-46B0-EF9B-CEFD-18CBC8C1E28B}"/>
              </a:ext>
            </a:extLst>
          </p:cNvPr>
          <p:cNvSpPr txBox="1"/>
          <p:nvPr/>
        </p:nvSpPr>
        <p:spPr>
          <a:xfrm>
            <a:off x="8901404" y="2967943"/>
            <a:ext cx="811441" cy="338554"/>
          </a:xfrm>
          <a:prstGeom prst="rect">
            <a:avLst/>
          </a:prstGeom>
          <a:gradFill>
            <a:gsLst>
              <a:gs pos="27000">
                <a:schemeClr val="bg1"/>
              </a:gs>
              <a:gs pos="43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</a:gradFill>
        </p:spPr>
        <p:txBody>
          <a:bodyPr wrap="none" rtlCol="0">
            <a:spAutoFit/>
          </a:bodyPr>
          <a:lstStyle/>
          <a:p>
            <a:r>
              <a:rPr lang="el-GR" altLang="zh-CN" sz="1600" i="1" dirty="0">
                <a:solidFill>
                  <a:srgbClr val="DC143C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β</a:t>
            </a:r>
            <a:r>
              <a:rPr lang="en-US" altLang="zh-CN" sz="1600" i="1" baseline="-25000" dirty="0">
                <a:solidFill>
                  <a:srgbClr val="DC143C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0 </a:t>
            </a:r>
            <a:r>
              <a:rPr lang="en-US" altLang="zh-CN" sz="1600" i="1" dirty="0">
                <a:solidFill>
                  <a:srgbClr val="DC143C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l-GR" altLang="zh-CN" sz="1600" i="1" dirty="0">
                <a:solidFill>
                  <a:srgbClr val="DC143C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β</a:t>
            </a:r>
            <a:r>
              <a:rPr lang="en-US" altLang="zh-CN" sz="1600" i="1" baseline="-25000" dirty="0">
                <a:solidFill>
                  <a:srgbClr val="DC143C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1c</a:t>
            </a:r>
            <a:endParaRPr lang="zh-CN" altLang="en-US" sz="1600" i="1" baseline="-25000" dirty="0">
              <a:solidFill>
                <a:srgbClr val="DC143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7" name="直接箭头连接符 56">
            <a:extLst>
              <a:ext uri="{FF2B5EF4-FFF2-40B4-BE49-F238E27FC236}">
                <a16:creationId xmlns:a16="http://schemas.microsoft.com/office/drawing/2014/main" id="{BAADE07F-A418-89FD-3554-81EFD08E7C6A}"/>
              </a:ext>
            </a:extLst>
          </p:cNvPr>
          <p:cNvCxnSpPr>
            <a:cxnSpLocks/>
          </p:cNvCxnSpPr>
          <p:nvPr/>
        </p:nvCxnSpPr>
        <p:spPr>
          <a:xfrm flipH="1" flipV="1">
            <a:off x="7959969" y="2403575"/>
            <a:ext cx="115888" cy="28575"/>
          </a:xfrm>
          <a:prstGeom prst="straightConnector1">
            <a:avLst/>
          </a:prstGeom>
          <a:ln w="57150">
            <a:solidFill>
              <a:srgbClr val="0000C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文本框 96">
            <a:extLst>
              <a:ext uri="{FF2B5EF4-FFF2-40B4-BE49-F238E27FC236}">
                <a16:creationId xmlns:a16="http://schemas.microsoft.com/office/drawing/2014/main" id="{3B7BBCEA-B252-A808-992A-2851C2B8BA68}"/>
              </a:ext>
            </a:extLst>
          </p:cNvPr>
          <p:cNvSpPr txBox="1"/>
          <p:nvPr/>
        </p:nvSpPr>
        <p:spPr>
          <a:xfrm>
            <a:off x="8168427" y="2119692"/>
            <a:ext cx="516488" cy="338554"/>
          </a:xfrm>
          <a:prstGeom prst="rect">
            <a:avLst/>
          </a:prstGeom>
          <a:gradFill>
            <a:gsLst>
              <a:gs pos="27000">
                <a:schemeClr val="bg1"/>
              </a:gs>
              <a:gs pos="43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</a:gradFill>
        </p:spPr>
        <p:txBody>
          <a:bodyPr wrap="none" rtlCol="0">
            <a:spAutoFit/>
          </a:bodyPr>
          <a:lstStyle/>
          <a:p>
            <a:r>
              <a:rPr lang="el-GR" altLang="zh-CN" sz="1600" i="1" dirty="0">
                <a:solidFill>
                  <a:srgbClr val="0000CD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Ω</a:t>
            </a:r>
            <a:r>
              <a:rPr lang="en-US" altLang="zh-CN" sz="1600" i="1" baseline="-25000" dirty="0">
                <a:solidFill>
                  <a:srgbClr val="0000CD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UR</a:t>
            </a:r>
            <a:endParaRPr lang="zh-CN" altLang="en-US" sz="1600" i="1" baseline="-25000" dirty="0">
              <a:solidFill>
                <a:srgbClr val="0000C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9" name="文本框 98">
            <a:extLst>
              <a:ext uri="{FF2B5EF4-FFF2-40B4-BE49-F238E27FC236}">
                <a16:creationId xmlns:a16="http://schemas.microsoft.com/office/drawing/2014/main" id="{F8700566-3207-3B38-36F9-30C551DE2930}"/>
              </a:ext>
            </a:extLst>
          </p:cNvPr>
          <p:cNvSpPr txBox="1"/>
          <p:nvPr/>
        </p:nvSpPr>
        <p:spPr>
          <a:xfrm>
            <a:off x="4201592" y="2754237"/>
            <a:ext cx="776175" cy="338554"/>
          </a:xfrm>
          <a:prstGeom prst="rect">
            <a:avLst/>
          </a:prstGeom>
          <a:gradFill>
            <a:gsLst>
              <a:gs pos="27000">
                <a:schemeClr val="bg1"/>
              </a:gs>
              <a:gs pos="43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</a:gradFill>
        </p:spPr>
        <p:txBody>
          <a:bodyPr wrap="none" rtlCol="0">
            <a:spAutoFit/>
          </a:bodyPr>
          <a:lstStyle/>
          <a:p>
            <a:r>
              <a:rPr lang="el-GR" altLang="zh-CN" sz="1600" i="1" dirty="0">
                <a:solidFill>
                  <a:srgbClr val="DC143C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β</a:t>
            </a:r>
            <a:r>
              <a:rPr lang="en-US" altLang="zh-CN" sz="1600" i="1" baseline="-25000" dirty="0">
                <a:solidFill>
                  <a:srgbClr val="DC143C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0  </a:t>
            </a:r>
            <a:r>
              <a:rPr lang="en-US" altLang="zh-CN" sz="1600" i="1" dirty="0">
                <a:solidFill>
                  <a:srgbClr val="DC14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l-GR" altLang="zh-CN" sz="1600" i="1" dirty="0">
                <a:solidFill>
                  <a:srgbClr val="DC14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l-GR" altLang="zh-CN" sz="1600" i="1" dirty="0">
                <a:solidFill>
                  <a:srgbClr val="DC143C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β</a:t>
            </a:r>
            <a:r>
              <a:rPr lang="en-US" altLang="zh-CN" sz="1600" i="1" baseline="-25000" dirty="0">
                <a:solidFill>
                  <a:srgbClr val="DC143C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1c</a:t>
            </a:r>
            <a:endParaRPr lang="zh-CN" altLang="en-US" sz="1600" i="1" baseline="-25000" dirty="0">
              <a:solidFill>
                <a:srgbClr val="DC143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0" name="文本框 99">
            <a:extLst>
              <a:ext uri="{FF2B5EF4-FFF2-40B4-BE49-F238E27FC236}">
                <a16:creationId xmlns:a16="http://schemas.microsoft.com/office/drawing/2014/main" id="{E9CCDA05-BAA5-23DE-A63B-46610F3A85B4}"/>
              </a:ext>
            </a:extLst>
          </p:cNvPr>
          <p:cNvSpPr txBox="1"/>
          <p:nvPr/>
        </p:nvSpPr>
        <p:spPr>
          <a:xfrm>
            <a:off x="6602039" y="1893930"/>
            <a:ext cx="8114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altLang="zh-CN" sz="1600" i="1" dirty="0">
                <a:solidFill>
                  <a:srgbClr val="DC143C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β</a:t>
            </a:r>
            <a:r>
              <a:rPr lang="en-US" altLang="zh-CN" sz="1600" i="1" baseline="-25000" dirty="0">
                <a:solidFill>
                  <a:srgbClr val="DC143C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0 </a:t>
            </a:r>
            <a:r>
              <a:rPr lang="en-US" altLang="zh-CN" sz="1600" i="1" dirty="0">
                <a:solidFill>
                  <a:srgbClr val="DC143C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l-GR" altLang="zh-CN" sz="1600" i="1" dirty="0">
                <a:solidFill>
                  <a:srgbClr val="DC143C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β</a:t>
            </a:r>
            <a:r>
              <a:rPr lang="en-US" altLang="zh-CN" sz="1600" i="1" baseline="-25000" dirty="0">
                <a:solidFill>
                  <a:srgbClr val="DC143C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1s</a:t>
            </a:r>
            <a:endParaRPr lang="zh-CN" altLang="en-US" sz="1600" i="1" baseline="-25000" dirty="0">
              <a:solidFill>
                <a:srgbClr val="DC143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1" name="文本框 100">
            <a:extLst>
              <a:ext uri="{FF2B5EF4-FFF2-40B4-BE49-F238E27FC236}">
                <a16:creationId xmlns:a16="http://schemas.microsoft.com/office/drawing/2014/main" id="{A1CDE9AE-E207-C236-34A1-0B9E3325E15A}"/>
              </a:ext>
            </a:extLst>
          </p:cNvPr>
          <p:cNvSpPr txBox="1"/>
          <p:nvPr/>
        </p:nvSpPr>
        <p:spPr>
          <a:xfrm>
            <a:off x="6935625" y="3759952"/>
            <a:ext cx="734496" cy="338554"/>
          </a:xfrm>
          <a:prstGeom prst="rect">
            <a:avLst/>
          </a:prstGeom>
          <a:gradFill>
            <a:gsLst>
              <a:gs pos="27000">
                <a:schemeClr val="bg1"/>
              </a:gs>
              <a:gs pos="43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</a:gradFill>
        </p:spPr>
        <p:txBody>
          <a:bodyPr wrap="none" rtlCol="0">
            <a:spAutoFit/>
          </a:bodyPr>
          <a:lstStyle/>
          <a:p>
            <a:r>
              <a:rPr lang="el-GR" altLang="zh-CN" sz="1600" i="1" dirty="0">
                <a:solidFill>
                  <a:srgbClr val="DC143C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β</a:t>
            </a:r>
            <a:r>
              <a:rPr lang="en-US" altLang="zh-CN" sz="1600" i="1" baseline="-25000" dirty="0">
                <a:solidFill>
                  <a:srgbClr val="DC143C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0 </a:t>
            </a:r>
            <a:r>
              <a:rPr lang="en-US" altLang="zh-CN" sz="1600" i="1" dirty="0">
                <a:solidFill>
                  <a:srgbClr val="DC143C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l-GR" altLang="zh-CN" sz="1600" i="1" dirty="0">
                <a:solidFill>
                  <a:srgbClr val="DC143C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β</a:t>
            </a:r>
            <a:r>
              <a:rPr lang="en-US" altLang="zh-CN" sz="1600" i="1" baseline="-25000" dirty="0">
                <a:solidFill>
                  <a:srgbClr val="DC143C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1s</a:t>
            </a:r>
            <a:endParaRPr lang="zh-CN" altLang="en-US" sz="1600" i="1" baseline="-25000" dirty="0">
              <a:solidFill>
                <a:srgbClr val="DC143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2" name="文本框 101">
            <a:extLst>
              <a:ext uri="{FF2B5EF4-FFF2-40B4-BE49-F238E27FC236}">
                <a16:creationId xmlns:a16="http://schemas.microsoft.com/office/drawing/2014/main" id="{6F686574-39D8-D0A4-022E-B13EE1CA2BB5}"/>
              </a:ext>
            </a:extLst>
          </p:cNvPr>
          <p:cNvSpPr txBox="1"/>
          <p:nvPr/>
        </p:nvSpPr>
        <p:spPr>
          <a:xfrm>
            <a:off x="8838962" y="3356054"/>
            <a:ext cx="750526" cy="33855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l-GR" altLang="zh-CN" sz="1600" i="1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Ψ</a:t>
            </a:r>
            <a:r>
              <a:rPr lang="en-US" altLang="zh-CN" sz="1600" i="1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= </a:t>
            </a:r>
            <a:r>
              <a:rPr lang="en-US" altLang="zh-CN" sz="16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0°</a:t>
            </a:r>
            <a:endParaRPr lang="zh-CN" altLang="en-US" sz="16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3" name="文本框 102">
            <a:extLst>
              <a:ext uri="{FF2B5EF4-FFF2-40B4-BE49-F238E27FC236}">
                <a16:creationId xmlns:a16="http://schemas.microsoft.com/office/drawing/2014/main" id="{025D06B3-9055-B9FF-4C32-8E82F567D9A5}"/>
              </a:ext>
            </a:extLst>
          </p:cNvPr>
          <p:cNvSpPr txBox="1"/>
          <p:nvPr/>
        </p:nvSpPr>
        <p:spPr>
          <a:xfrm>
            <a:off x="6457769" y="4304149"/>
            <a:ext cx="955711" cy="33855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l-GR" altLang="zh-CN" sz="1600" i="1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Ψ</a:t>
            </a:r>
            <a:r>
              <a:rPr lang="en-US" altLang="zh-CN" sz="1600" i="1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= </a:t>
            </a:r>
            <a:r>
              <a:rPr lang="en-US" altLang="zh-CN" sz="16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270°</a:t>
            </a:r>
            <a:endParaRPr lang="zh-CN" altLang="en-US" sz="16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" name="文本框 103">
            <a:extLst>
              <a:ext uri="{FF2B5EF4-FFF2-40B4-BE49-F238E27FC236}">
                <a16:creationId xmlns:a16="http://schemas.microsoft.com/office/drawing/2014/main" id="{1F4232E0-15B9-7F73-525B-EA437F051969}"/>
              </a:ext>
            </a:extLst>
          </p:cNvPr>
          <p:cNvSpPr txBox="1"/>
          <p:nvPr/>
        </p:nvSpPr>
        <p:spPr>
          <a:xfrm>
            <a:off x="4036544" y="3191799"/>
            <a:ext cx="955711" cy="33855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l-GR" altLang="zh-CN" sz="1600" i="1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Ψ</a:t>
            </a:r>
            <a:r>
              <a:rPr lang="en-US" altLang="zh-CN" sz="1600" i="1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= </a:t>
            </a:r>
            <a:r>
              <a:rPr lang="en-US" altLang="zh-CN" sz="16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180°</a:t>
            </a:r>
            <a:endParaRPr lang="zh-CN" altLang="en-US" sz="16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5" name="文本框 104">
            <a:extLst>
              <a:ext uri="{FF2B5EF4-FFF2-40B4-BE49-F238E27FC236}">
                <a16:creationId xmlns:a16="http://schemas.microsoft.com/office/drawing/2014/main" id="{7BB6545F-1E85-1ACF-F6B4-1C9F63A6B535}"/>
              </a:ext>
            </a:extLst>
          </p:cNvPr>
          <p:cNvSpPr txBox="1"/>
          <p:nvPr/>
        </p:nvSpPr>
        <p:spPr>
          <a:xfrm>
            <a:off x="6581199" y="2719634"/>
            <a:ext cx="853119" cy="338554"/>
          </a:xfrm>
          <a:prstGeom prst="rect">
            <a:avLst/>
          </a:prstGeom>
          <a:gradFill>
            <a:gsLst>
              <a:gs pos="18000">
                <a:schemeClr val="bg1"/>
              </a:gs>
              <a:gs pos="99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 wrap="none" rtlCol="0">
            <a:spAutoFit/>
          </a:bodyPr>
          <a:lstStyle/>
          <a:p>
            <a:r>
              <a:rPr lang="el-GR" altLang="zh-CN" sz="1600" i="1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Ψ</a:t>
            </a:r>
            <a:r>
              <a:rPr lang="en-US" altLang="zh-CN" sz="1600" i="1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= </a:t>
            </a:r>
            <a:r>
              <a:rPr lang="en-US" altLang="zh-CN" sz="16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90°</a:t>
            </a:r>
            <a:endParaRPr lang="zh-CN" altLang="en-US" sz="16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6" name="文本框 105">
            <a:extLst>
              <a:ext uri="{FF2B5EF4-FFF2-40B4-BE49-F238E27FC236}">
                <a16:creationId xmlns:a16="http://schemas.microsoft.com/office/drawing/2014/main" id="{6677B37A-6BEE-91D7-2976-FECE218F8FF1}"/>
              </a:ext>
            </a:extLst>
          </p:cNvPr>
          <p:cNvSpPr txBox="1"/>
          <p:nvPr/>
        </p:nvSpPr>
        <p:spPr>
          <a:xfrm>
            <a:off x="6218120" y="4652301"/>
            <a:ext cx="1358064" cy="33855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retreating side</a:t>
            </a:r>
            <a:endParaRPr lang="zh-CN" altLang="en-US" sz="16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7" name="文本框 106">
            <a:extLst>
              <a:ext uri="{FF2B5EF4-FFF2-40B4-BE49-F238E27FC236}">
                <a16:creationId xmlns:a16="http://schemas.microsoft.com/office/drawing/2014/main" id="{2FC5E398-0E97-2ED8-7B4C-480D2CC59864}"/>
              </a:ext>
            </a:extLst>
          </p:cNvPr>
          <p:cNvSpPr txBox="1"/>
          <p:nvPr/>
        </p:nvSpPr>
        <p:spPr>
          <a:xfrm>
            <a:off x="6301475" y="1566885"/>
            <a:ext cx="1412566" cy="33855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advancing side</a:t>
            </a:r>
            <a:endParaRPr lang="zh-CN" altLang="en-US" sz="16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851B6599-330B-91FC-3997-981CFF75F9BB}"/>
              </a:ext>
            </a:extLst>
          </p:cNvPr>
          <p:cNvCxnSpPr>
            <a:cxnSpLocks/>
          </p:cNvCxnSpPr>
          <p:nvPr/>
        </p:nvCxnSpPr>
        <p:spPr>
          <a:xfrm>
            <a:off x="2146137" y="3217517"/>
            <a:ext cx="1544173" cy="7510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BF25BBE2-6F1D-5975-8FEB-752EC76148E4}"/>
              </a:ext>
            </a:extLst>
          </p:cNvPr>
          <p:cNvSpPr txBox="1"/>
          <p:nvPr/>
        </p:nvSpPr>
        <p:spPr>
          <a:xfrm>
            <a:off x="2037028" y="2846134"/>
            <a:ext cx="1265090" cy="33855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relative wind</a:t>
            </a:r>
            <a:endParaRPr lang="zh-CN" altLang="en-US" sz="16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99B7D23-105E-D18E-65E4-64567B400750}"/>
              </a:ext>
            </a:extLst>
          </p:cNvPr>
          <p:cNvSpPr txBox="1"/>
          <p:nvPr/>
        </p:nvSpPr>
        <p:spPr>
          <a:xfrm>
            <a:off x="5386540" y="2063207"/>
            <a:ext cx="492443" cy="338554"/>
          </a:xfrm>
          <a:prstGeom prst="rect">
            <a:avLst/>
          </a:prstGeom>
          <a:gradFill>
            <a:gsLst>
              <a:gs pos="27000">
                <a:schemeClr val="bg1"/>
              </a:gs>
              <a:gs pos="43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</a:gradFill>
        </p:spPr>
        <p:txBody>
          <a:bodyPr wrap="none" rtlCol="0">
            <a:spAutoFit/>
          </a:bodyPr>
          <a:lstStyle/>
          <a:p>
            <a:r>
              <a:rPr lang="el-GR" altLang="zh-CN" sz="1600" i="1" dirty="0">
                <a:solidFill>
                  <a:srgbClr val="0000CD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Ω</a:t>
            </a:r>
            <a:r>
              <a:rPr lang="en-US" altLang="zh-CN" sz="1600" i="1" baseline="-25000" dirty="0">
                <a:solidFill>
                  <a:srgbClr val="0000CD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LR</a:t>
            </a:r>
            <a:endParaRPr lang="zh-CN" altLang="en-US" sz="1600" i="1" baseline="-25000" dirty="0">
              <a:solidFill>
                <a:srgbClr val="0000C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38FDEDED-D3E3-29D7-43C5-5C0EAB2A8C8F}"/>
              </a:ext>
            </a:extLst>
          </p:cNvPr>
          <p:cNvCxnSpPr>
            <a:cxnSpLocks/>
          </p:cNvCxnSpPr>
          <p:nvPr/>
        </p:nvCxnSpPr>
        <p:spPr>
          <a:xfrm flipV="1">
            <a:off x="5959980" y="2375462"/>
            <a:ext cx="136020" cy="27987"/>
          </a:xfrm>
          <a:prstGeom prst="straightConnector1">
            <a:avLst/>
          </a:prstGeom>
          <a:ln w="57150">
            <a:solidFill>
              <a:srgbClr val="0000C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520001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9" name="组合 598">
            <a:extLst>
              <a:ext uri="{FF2B5EF4-FFF2-40B4-BE49-F238E27FC236}">
                <a16:creationId xmlns:a16="http://schemas.microsoft.com/office/drawing/2014/main" id="{100A3D7A-31B6-C1F6-362A-DBAC2613A66A}"/>
              </a:ext>
            </a:extLst>
          </p:cNvPr>
          <p:cNvGrpSpPr/>
          <p:nvPr/>
        </p:nvGrpSpPr>
        <p:grpSpPr>
          <a:xfrm rot="772933">
            <a:off x="9449496" y="2488974"/>
            <a:ext cx="1623490" cy="1414372"/>
            <a:chOff x="13015360" y="3846738"/>
            <a:chExt cx="1623490" cy="1414372"/>
          </a:xfrm>
        </p:grpSpPr>
        <p:sp>
          <p:nvSpPr>
            <p:cNvPr id="594" name="椭圆 593">
              <a:extLst>
                <a:ext uri="{FF2B5EF4-FFF2-40B4-BE49-F238E27FC236}">
                  <a16:creationId xmlns:a16="http://schemas.microsoft.com/office/drawing/2014/main" id="{04398683-021F-3C50-FF61-1A8F80E3FC61}"/>
                </a:ext>
              </a:extLst>
            </p:cNvPr>
            <p:cNvSpPr/>
            <p:nvPr/>
          </p:nvSpPr>
          <p:spPr>
            <a:xfrm>
              <a:off x="13805272" y="4411885"/>
              <a:ext cx="636316" cy="636316"/>
            </a:xfrm>
            <a:prstGeom prst="ellipse">
              <a:avLst/>
            </a:prstGeom>
            <a:noFill/>
            <a:ln w="12700">
              <a:solidFill>
                <a:srgbClr val="0000C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5" name="矩形 594">
              <a:extLst>
                <a:ext uri="{FF2B5EF4-FFF2-40B4-BE49-F238E27FC236}">
                  <a16:creationId xmlns:a16="http://schemas.microsoft.com/office/drawing/2014/main" id="{D50A29E3-B572-5E42-45A9-97776C44858E}"/>
                </a:ext>
              </a:extLst>
            </p:cNvPr>
            <p:cNvSpPr/>
            <p:nvPr/>
          </p:nvSpPr>
          <p:spPr>
            <a:xfrm rot="21124172">
              <a:off x="13814388" y="4793284"/>
              <a:ext cx="824462" cy="29134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6" name="矩形 595">
              <a:extLst>
                <a:ext uri="{FF2B5EF4-FFF2-40B4-BE49-F238E27FC236}">
                  <a16:creationId xmlns:a16="http://schemas.microsoft.com/office/drawing/2014/main" id="{01F804CE-9812-8805-AFB5-9328BAC92300}"/>
                </a:ext>
              </a:extLst>
            </p:cNvPr>
            <p:cNvSpPr/>
            <p:nvPr/>
          </p:nvSpPr>
          <p:spPr>
            <a:xfrm rot="20564600">
              <a:off x="13595954" y="3846738"/>
              <a:ext cx="824462" cy="8803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7" name="矩形 596">
              <a:extLst>
                <a:ext uri="{FF2B5EF4-FFF2-40B4-BE49-F238E27FC236}">
                  <a16:creationId xmlns:a16="http://schemas.microsoft.com/office/drawing/2014/main" id="{863903AF-8C69-BC7B-5722-122F807E1510}"/>
                </a:ext>
              </a:extLst>
            </p:cNvPr>
            <p:cNvSpPr/>
            <p:nvPr/>
          </p:nvSpPr>
          <p:spPr>
            <a:xfrm rot="1247286">
              <a:off x="13015360" y="4380740"/>
              <a:ext cx="824462" cy="8803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90" name="椭圆 589">
            <a:extLst>
              <a:ext uri="{FF2B5EF4-FFF2-40B4-BE49-F238E27FC236}">
                <a16:creationId xmlns:a16="http://schemas.microsoft.com/office/drawing/2014/main" id="{B615F152-8B51-79EC-8481-DEFCF934E050}"/>
              </a:ext>
            </a:extLst>
          </p:cNvPr>
          <p:cNvSpPr/>
          <p:nvPr/>
        </p:nvSpPr>
        <p:spPr>
          <a:xfrm rot="1006455">
            <a:off x="10337058" y="2605094"/>
            <a:ext cx="636316" cy="636316"/>
          </a:xfrm>
          <a:prstGeom prst="ellipse">
            <a:avLst/>
          </a:prstGeom>
          <a:noFill/>
          <a:ln w="12700">
            <a:solidFill>
              <a:srgbClr val="0000C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1" name="矩形 590">
            <a:extLst>
              <a:ext uri="{FF2B5EF4-FFF2-40B4-BE49-F238E27FC236}">
                <a16:creationId xmlns:a16="http://schemas.microsoft.com/office/drawing/2014/main" id="{BADFCC88-4D74-25A6-4A37-A7182E5C8680}"/>
              </a:ext>
            </a:extLst>
          </p:cNvPr>
          <p:cNvSpPr/>
          <p:nvPr/>
        </p:nvSpPr>
        <p:spPr>
          <a:xfrm rot="746587">
            <a:off x="10298152" y="3000485"/>
            <a:ext cx="824462" cy="29134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2" name="矩形 591">
            <a:extLst>
              <a:ext uri="{FF2B5EF4-FFF2-40B4-BE49-F238E27FC236}">
                <a16:creationId xmlns:a16="http://schemas.microsoft.com/office/drawing/2014/main" id="{B16977BE-F2B0-4ADC-A4DF-8517894FED28}"/>
              </a:ext>
            </a:extLst>
          </p:cNvPr>
          <p:cNvSpPr/>
          <p:nvPr/>
        </p:nvSpPr>
        <p:spPr>
          <a:xfrm rot="21571055">
            <a:off x="10258484" y="2003546"/>
            <a:ext cx="824462" cy="8803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3" name="矩形 592">
            <a:extLst>
              <a:ext uri="{FF2B5EF4-FFF2-40B4-BE49-F238E27FC236}">
                <a16:creationId xmlns:a16="http://schemas.microsoft.com/office/drawing/2014/main" id="{DEF6A005-7CB5-E8D3-ADA1-B72C58D85415}"/>
              </a:ext>
            </a:extLst>
          </p:cNvPr>
          <p:cNvSpPr/>
          <p:nvPr/>
        </p:nvSpPr>
        <p:spPr>
          <a:xfrm rot="2253741">
            <a:off x="9550526" y="2369262"/>
            <a:ext cx="824462" cy="8803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6" name="椭圆 585">
            <a:extLst>
              <a:ext uri="{FF2B5EF4-FFF2-40B4-BE49-F238E27FC236}">
                <a16:creationId xmlns:a16="http://schemas.microsoft.com/office/drawing/2014/main" id="{23B964E1-1523-DA7C-4675-D2C5E8550EBC}"/>
              </a:ext>
            </a:extLst>
          </p:cNvPr>
          <p:cNvSpPr/>
          <p:nvPr/>
        </p:nvSpPr>
        <p:spPr>
          <a:xfrm>
            <a:off x="3151152" y="2699750"/>
            <a:ext cx="636316" cy="636316"/>
          </a:xfrm>
          <a:prstGeom prst="ellipse">
            <a:avLst/>
          </a:prstGeom>
          <a:noFill/>
          <a:ln w="12700">
            <a:solidFill>
              <a:srgbClr val="0000C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7" name="矩形 586">
            <a:extLst>
              <a:ext uri="{FF2B5EF4-FFF2-40B4-BE49-F238E27FC236}">
                <a16:creationId xmlns:a16="http://schemas.microsoft.com/office/drawing/2014/main" id="{D61CFB9F-6646-F2A0-5843-38B34C58EBCC}"/>
              </a:ext>
            </a:extLst>
          </p:cNvPr>
          <p:cNvSpPr/>
          <p:nvPr/>
        </p:nvSpPr>
        <p:spPr>
          <a:xfrm rot="21124172">
            <a:off x="3160268" y="3081149"/>
            <a:ext cx="824462" cy="29134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8" name="矩形 587">
            <a:extLst>
              <a:ext uri="{FF2B5EF4-FFF2-40B4-BE49-F238E27FC236}">
                <a16:creationId xmlns:a16="http://schemas.microsoft.com/office/drawing/2014/main" id="{5EBA3636-B57A-3106-4498-40990A7FC304}"/>
              </a:ext>
            </a:extLst>
          </p:cNvPr>
          <p:cNvSpPr/>
          <p:nvPr/>
        </p:nvSpPr>
        <p:spPr>
          <a:xfrm rot="20564600">
            <a:off x="2941834" y="2134603"/>
            <a:ext cx="824462" cy="8803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9" name="矩形 588">
            <a:extLst>
              <a:ext uri="{FF2B5EF4-FFF2-40B4-BE49-F238E27FC236}">
                <a16:creationId xmlns:a16="http://schemas.microsoft.com/office/drawing/2014/main" id="{B8800881-C30B-6CA1-6042-06EEF70848E5}"/>
              </a:ext>
            </a:extLst>
          </p:cNvPr>
          <p:cNvSpPr/>
          <p:nvPr/>
        </p:nvSpPr>
        <p:spPr>
          <a:xfrm rot="1247286">
            <a:off x="2361240" y="2668605"/>
            <a:ext cx="824462" cy="8803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2" name="椭圆 581">
            <a:extLst>
              <a:ext uri="{FF2B5EF4-FFF2-40B4-BE49-F238E27FC236}">
                <a16:creationId xmlns:a16="http://schemas.microsoft.com/office/drawing/2014/main" id="{67480BD8-52DE-60C5-53AB-92F38C22736F}"/>
              </a:ext>
            </a:extLst>
          </p:cNvPr>
          <p:cNvSpPr/>
          <p:nvPr/>
        </p:nvSpPr>
        <p:spPr>
          <a:xfrm>
            <a:off x="3009562" y="2161846"/>
            <a:ext cx="709366" cy="709366"/>
          </a:xfrm>
          <a:prstGeom prst="ellipse">
            <a:avLst/>
          </a:prstGeom>
          <a:noFill/>
          <a:ln w="12700">
            <a:solidFill>
              <a:srgbClr val="0000C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3" name="矩形 582">
            <a:extLst>
              <a:ext uri="{FF2B5EF4-FFF2-40B4-BE49-F238E27FC236}">
                <a16:creationId xmlns:a16="http://schemas.microsoft.com/office/drawing/2014/main" id="{B53C68A4-E6EB-B738-193F-367BE0D7DBD9}"/>
              </a:ext>
            </a:extLst>
          </p:cNvPr>
          <p:cNvSpPr/>
          <p:nvPr/>
        </p:nvSpPr>
        <p:spPr>
          <a:xfrm rot="21124172">
            <a:off x="3090505" y="2579650"/>
            <a:ext cx="824462" cy="29134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4" name="矩形 583">
            <a:extLst>
              <a:ext uri="{FF2B5EF4-FFF2-40B4-BE49-F238E27FC236}">
                <a16:creationId xmlns:a16="http://schemas.microsoft.com/office/drawing/2014/main" id="{16BA22F2-62BE-CFCF-8A51-8A8728CA050C}"/>
              </a:ext>
            </a:extLst>
          </p:cNvPr>
          <p:cNvSpPr/>
          <p:nvPr/>
        </p:nvSpPr>
        <p:spPr>
          <a:xfrm rot="20424082">
            <a:off x="3136112" y="1515332"/>
            <a:ext cx="824462" cy="8803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5" name="矩形 584">
            <a:extLst>
              <a:ext uri="{FF2B5EF4-FFF2-40B4-BE49-F238E27FC236}">
                <a16:creationId xmlns:a16="http://schemas.microsoft.com/office/drawing/2014/main" id="{3F4C9750-83C5-86C1-671F-F7076BE5B95D}"/>
              </a:ext>
            </a:extLst>
          </p:cNvPr>
          <p:cNvSpPr/>
          <p:nvPr/>
        </p:nvSpPr>
        <p:spPr>
          <a:xfrm rot="1247286">
            <a:off x="2526970" y="1990388"/>
            <a:ext cx="824462" cy="8803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8" name="椭圆 577">
            <a:extLst>
              <a:ext uri="{FF2B5EF4-FFF2-40B4-BE49-F238E27FC236}">
                <a16:creationId xmlns:a16="http://schemas.microsoft.com/office/drawing/2014/main" id="{8F3DC47C-2FC5-4867-5C93-5099A7F22F7F}"/>
              </a:ext>
            </a:extLst>
          </p:cNvPr>
          <p:cNvSpPr/>
          <p:nvPr/>
        </p:nvSpPr>
        <p:spPr>
          <a:xfrm>
            <a:off x="9680081" y="2361481"/>
            <a:ext cx="763441" cy="763441"/>
          </a:xfrm>
          <a:prstGeom prst="ellipse">
            <a:avLst/>
          </a:prstGeom>
          <a:noFill/>
          <a:ln w="12700">
            <a:solidFill>
              <a:srgbClr val="0000C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9" name="矩形 578">
            <a:extLst>
              <a:ext uri="{FF2B5EF4-FFF2-40B4-BE49-F238E27FC236}">
                <a16:creationId xmlns:a16="http://schemas.microsoft.com/office/drawing/2014/main" id="{71E32F26-A88C-152F-93DE-0CA08797AD7E}"/>
              </a:ext>
            </a:extLst>
          </p:cNvPr>
          <p:cNvSpPr/>
          <p:nvPr/>
        </p:nvSpPr>
        <p:spPr>
          <a:xfrm rot="21124172">
            <a:off x="9697933" y="2917101"/>
            <a:ext cx="824462" cy="2631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0" name="矩形 579">
            <a:extLst>
              <a:ext uri="{FF2B5EF4-FFF2-40B4-BE49-F238E27FC236}">
                <a16:creationId xmlns:a16="http://schemas.microsoft.com/office/drawing/2014/main" id="{F558A9C8-F024-BD69-5E17-96E76BAC7279}"/>
              </a:ext>
            </a:extLst>
          </p:cNvPr>
          <p:cNvSpPr/>
          <p:nvPr/>
        </p:nvSpPr>
        <p:spPr>
          <a:xfrm rot="511878">
            <a:off x="9146146" y="2228923"/>
            <a:ext cx="824462" cy="8803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1" name="矩形 580">
            <a:extLst>
              <a:ext uri="{FF2B5EF4-FFF2-40B4-BE49-F238E27FC236}">
                <a16:creationId xmlns:a16="http://schemas.microsoft.com/office/drawing/2014/main" id="{0A2EC4B9-D3A9-0306-358B-187C327950F5}"/>
              </a:ext>
            </a:extLst>
          </p:cNvPr>
          <p:cNvSpPr/>
          <p:nvPr/>
        </p:nvSpPr>
        <p:spPr>
          <a:xfrm rot="1136623">
            <a:off x="10088804" y="2286958"/>
            <a:ext cx="824462" cy="8803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4" name="椭圆 573">
            <a:extLst>
              <a:ext uri="{FF2B5EF4-FFF2-40B4-BE49-F238E27FC236}">
                <a16:creationId xmlns:a16="http://schemas.microsoft.com/office/drawing/2014/main" id="{1F0C2681-DA64-655E-E712-00BB205255F8}"/>
              </a:ext>
            </a:extLst>
          </p:cNvPr>
          <p:cNvSpPr/>
          <p:nvPr/>
        </p:nvSpPr>
        <p:spPr>
          <a:xfrm>
            <a:off x="2387962" y="2165967"/>
            <a:ext cx="763441" cy="763441"/>
          </a:xfrm>
          <a:prstGeom prst="ellipse">
            <a:avLst/>
          </a:prstGeom>
          <a:noFill/>
          <a:ln w="12700">
            <a:solidFill>
              <a:srgbClr val="0000C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5" name="矩形 574">
            <a:extLst>
              <a:ext uri="{FF2B5EF4-FFF2-40B4-BE49-F238E27FC236}">
                <a16:creationId xmlns:a16="http://schemas.microsoft.com/office/drawing/2014/main" id="{8A4EC9C3-2B3C-C60C-D3A8-D59474329C04}"/>
              </a:ext>
            </a:extLst>
          </p:cNvPr>
          <p:cNvSpPr/>
          <p:nvPr/>
        </p:nvSpPr>
        <p:spPr>
          <a:xfrm rot="21124172">
            <a:off x="2575363" y="2710988"/>
            <a:ext cx="824462" cy="2071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6" name="矩形 575">
            <a:extLst>
              <a:ext uri="{FF2B5EF4-FFF2-40B4-BE49-F238E27FC236}">
                <a16:creationId xmlns:a16="http://schemas.microsoft.com/office/drawing/2014/main" id="{88BA28D5-D249-1F6A-C569-370A9D7D1E52}"/>
              </a:ext>
            </a:extLst>
          </p:cNvPr>
          <p:cNvSpPr/>
          <p:nvPr/>
        </p:nvSpPr>
        <p:spPr>
          <a:xfrm rot="20422561">
            <a:off x="1875433" y="2202911"/>
            <a:ext cx="824462" cy="8803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7" name="矩形 576">
            <a:extLst>
              <a:ext uri="{FF2B5EF4-FFF2-40B4-BE49-F238E27FC236}">
                <a16:creationId xmlns:a16="http://schemas.microsoft.com/office/drawing/2014/main" id="{70921E29-34F7-24DA-BF73-4F8559662EBB}"/>
              </a:ext>
            </a:extLst>
          </p:cNvPr>
          <p:cNvSpPr/>
          <p:nvPr/>
        </p:nvSpPr>
        <p:spPr>
          <a:xfrm rot="21118122">
            <a:off x="2782402" y="1989903"/>
            <a:ext cx="824462" cy="8803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6" name="椭圆 545">
            <a:extLst>
              <a:ext uri="{FF2B5EF4-FFF2-40B4-BE49-F238E27FC236}">
                <a16:creationId xmlns:a16="http://schemas.microsoft.com/office/drawing/2014/main" id="{DB00C665-6E9B-0F05-199C-8CEFD5BC2BB6}"/>
              </a:ext>
            </a:extLst>
          </p:cNvPr>
          <p:cNvSpPr/>
          <p:nvPr/>
        </p:nvSpPr>
        <p:spPr>
          <a:xfrm>
            <a:off x="2181556" y="1288669"/>
            <a:ext cx="763441" cy="763441"/>
          </a:xfrm>
          <a:prstGeom prst="ellipse">
            <a:avLst/>
          </a:prstGeom>
          <a:noFill/>
          <a:ln w="12700">
            <a:solidFill>
              <a:srgbClr val="0000C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7" name="矩形 546">
            <a:extLst>
              <a:ext uri="{FF2B5EF4-FFF2-40B4-BE49-F238E27FC236}">
                <a16:creationId xmlns:a16="http://schemas.microsoft.com/office/drawing/2014/main" id="{0A42AB5B-F6CC-F063-8EC3-9D75C9E43416}"/>
              </a:ext>
            </a:extLst>
          </p:cNvPr>
          <p:cNvSpPr/>
          <p:nvPr/>
        </p:nvSpPr>
        <p:spPr>
          <a:xfrm rot="21124172">
            <a:off x="2368957" y="1833690"/>
            <a:ext cx="824462" cy="2071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8" name="矩形 547">
            <a:extLst>
              <a:ext uri="{FF2B5EF4-FFF2-40B4-BE49-F238E27FC236}">
                <a16:creationId xmlns:a16="http://schemas.microsoft.com/office/drawing/2014/main" id="{4F609DA5-8FC2-8A5D-7BB4-18A276FC5C2D}"/>
              </a:ext>
            </a:extLst>
          </p:cNvPr>
          <p:cNvSpPr/>
          <p:nvPr/>
        </p:nvSpPr>
        <p:spPr>
          <a:xfrm rot="20422561">
            <a:off x="1669027" y="1325613"/>
            <a:ext cx="824462" cy="8803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9" name="矩形 548">
            <a:extLst>
              <a:ext uri="{FF2B5EF4-FFF2-40B4-BE49-F238E27FC236}">
                <a16:creationId xmlns:a16="http://schemas.microsoft.com/office/drawing/2014/main" id="{8A1A5189-9C06-1388-F8C0-C6829E258E1D}"/>
              </a:ext>
            </a:extLst>
          </p:cNvPr>
          <p:cNvSpPr/>
          <p:nvPr/>
        </p:nvSpPr>
        <p:spPr>
          <a:xfrm rot="21118122">
            <a:off x="2653721" y="1103135"/>
            <a:ext cx="824462" cy="8803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4" name="椭圆 563">
            <a:extLst>
              <a:ext uri="{FF2B5EF4-FFF2-40B4-BE49-F238E27FC236}">
                <a16:creationId xmlns:a16="http://schemas.microsoft.com/office/drawing/2014/main" id="{055C078D-2B85-FF2F-04E0-4CF846B07733}"/>
              </a:ext>
            </a:extLst>
          </p:cNvPr>
          <p:cNvSpPr/>
          <p:nvPr/>
        </p:nvSpPr>
        <p:spPr>
          <a:xfrm>
            <a:off x="9380643" y="3558628"/>
            <a:ext cx="793294" cy="800369"/>
          </a:xfrm>
          <a:prstGeom prst="ellipse">
            <a:avLst/>
          </a:prstGeom>
          <a:noFill/>
          <a:ln w="12700">
            <a:solidFill>
              <a:srgbClr val="0000C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5" name="矩形 564">
            <a:extLst>
              <a:ext uri="{FF2B5EF4-FFF2-40B4-BE49-F238E27FC236}">
                <a16:creationId xmlns:a16="http://schemas.microsoft.com/office/drawing/2014/main" id="{D68A3889-E993-2D62-B7CC-4B7E4BE25929}"/>
              </a:ext>
            </a:extLst>
          </p:cNvPr>
          <p:cNvSpPr/>
          <p:nvPr/>
        </p:nvSpPr>
        <p:spPr>
          <a:xfrm rot="21124172">
            <a:off x="9269771" y="4228844"/>
            <a:ext cx="824462" cy="8803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6" name="矩形 565">
            <a:extLst>
              <a:ext uri="{FF2B5EF4-FFF2-40B4-BE49-F238E27FC236}">
                <a16:creationId xmlns:a16="http://schemas.microsoft.com/office/drawing/2014/main" id="{E7E75E91-BADE-ACD7-CB19-A0C9BB5FABD1}"/>
              </a:ext>
            </a:extLst>
          </p:cNvPr>
          <p:cNvSpPr/>
          <p:nvPr/>
        </p:nvSpPr>
        <p:spPr>
          <a:xfrm>
            <a:off x="8886715" y="3397282"/>
            <a:ext cx="824462" cy="8803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7" name="矩形 566">
            <a:extLst>
              <a:ext uri="{FF2B5EF4-FFF2-40B4-BE49-F238E27FC236}">
                <a16:creationId xmlns:a16="http://schemas.microsoft.com/office/drawing/2014/main" id="{869053EF-1F6D-A07D-4594-B54AB4C7D495}"/>
              </a:ext>
            </a:extLst>
          </p:cNvPr>
          <p:cNvSpPr/>
          <p:nvPr/>
        </p:nvSpPr>
        <p:spPr>
          <a:xfrm rot="1247286">
            <a:off x="9716862" y="3559824"/>
            <a:ext cx="824462" cy="8803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7" name="椭圆 556">
            <a:extLst>
              <a:ext uri="{FF2B5EF4-FFF2-40B4-BE49-F238E27FC236}">
                <a16:creationId xmlns:a16="http://schemas.microsoft.com/office/drawing/2014/main" id="{3B080B03-2067-1C1F-34FF-BDA06B818772}"/>
              </a:ext>
            </a:extLst>
          </p:cNvPr>
          <p:cNvSpPr/>
          <p:nvPr/>
        </p:nvSpPr>
        <p:spPr>
          <a:xfrm rot="1269831">
            <a:off x="9879522" y="1339699"/>
            <a:ext cx="763441" cy="763441"/>
          </a:xfrm>
          <a:prstGeom prst="ellipse">
            <a:avLst/>
          </a:prstGeom>
          <a:noFill/>
          <a:ln w="12700">
            <a:solidFill>
              <a:srgbClr val="0000C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8" name="矩形 557">
            <a:extLst>
              <a:ext uri="{FF2B5EF4-FFF2-40B4-BE49-F238E27FC236}">
                <a16:creationId xmlns:a16="http://schemas.microsoft.com/office/drawing/2014/main" id="{563C39CA-1781-DE29-36FA-9936F591F1A6}"/>
              </a:ext>
            </a:extLst>
          </p:cNvPr>
          <p:cNvSpPr/>
          <p:nvPr/>
        </p:nvSpPr>
        <p:spPr>
          <a:xfrm rot="794003">
            <a:off x="9938708" y="1990442"/>
            <a:ext cx="824462" cy="2071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9" name="矩形 558">
            <a:extLst>
              <a:ext uri="{FF2B5EF4-FFF2-40B4-BE49-F238E27FC236}">
                <a16:creationId xmlns:a16="http://schemas.microsoft.com/office/drawing/2014/main" id="{5E138F4E-5660-0072-C963-B4367190DF21}"/>
              </a:ext>
            </a:extLst>
          </p:cNvPr>
          <p:cNvSpPr/>
          <p:nvPr/>
        </p:nvSpPr>
        <p:spPr>
          <a:xfrm rot="92392">
            <a:off x="9365059" y="1196182"/>
            <a:ext cx="824462" cy="8803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0" name="矩形 559">
            <a:extLst>
              <a:ext uri="{FF2B5EF4-FFF2-40B4-BE49-F238E27FC236}">
                <a16:creationId xmlns:a16="http://schemas.microsoft.com/office/drawing/2014/main" id="{4ADB44A5-2A0B-1070-834B-A5C1A43285AC}"/>
              </a:ext>
            </a:extLst>
          </p:cNvPr>
          <p:cNvSpPr/>
          <p:nvPr/>
        </p:nvSpPr>
        <p:spPr>
          <a:xfrm rot="943844">
            <a:off x="10373662" y="1362383"/>
            <a:ext cx="824462" cy="8803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2" name="椭圆 541">
            <a:extLst>
              <a:ext uri="{FF2B5EF4-FFF2-40B4-BE49-F238E27FC236}">
                <a16:creationId xmlns:a16="http://schemas.microsoft.com/office/drawing/2014/main" id="{4F1DDE24-4B3F-9A0F-F3FD-83E0DE605950}"/>
              </a:ext>
            </a:extLst>
          </p:cNvPr>
          <p:cNvSpPr/>
          <p:nvPr/>
        </p:nvSpPr>
        <p:spPr>
          <a:xfrm>
            <a:off x="2639727" y="3471256"/>
            <a:ext cx="699069" cy="699069"/>
          </a:xfrm>
          <a:prstGeom prst="ellipse">
            <a:avLst/>
          </a:prstGeom>
          <a:noFill/>
          <a:ln w="12700">
            <a:solidFill>
              <a:srgbClr val="0000C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3" name="矩形 542">
            <a:extLst>
              <a:ext uri="{FF2B5EF4-FFF2-40B4-BE49-F238E27FC236}">
                <a16:creationId xmlns:a16="http://schemas.microsoft.com/office/drawing/2014/main" id="{3D8C1A75-64EC-F6AB-A0D3-5769B06D19DB}"/>
              </a:ext>
            </a:extLst>
          </p:cNvPr>
          <p:cNvSpPr/>
          <p:nvPr/>
        </p:nvSpPr>
        <p:spPr>
          <a:xfrm rot="153517">
            <a:off x="2995882" y="3418042"/>
            <a:ext cx="824462" cy="8803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5" name="矩形 544">
            <a:extLst>
              <a:ext uri="{FF2B5EF4-FFF2-40B4-BE49-F238E27FC236}">
                <a16:creationId xmlns:a16="http://schemas.microsoft.com/office/drawing/2014/main" id="{521A5D0C-1294-D5FE-61D6-EBE238C90578}"/>
              </a:ext>
            </a:extLst>
          </p:cNvPr>
          <p:cNvSpPr/>
          <p:nvPr/>
        </p:nvSpPr>
        <p:spPr>
          <a:xfrm rot="21080476">
            <a:off x="2161374" y="3429114"/>
            <a:ext cx="824462" cy="8803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2" name="椭圆 521">
            <a:extLst>
              <a:ext uri="{FF2B5EF4-FFF2-40B4-BE49-F238E27FC236}">
                <a16:creationId xmlns:a16="http://schemas.microsoft.com/office/drawing/2014/main" id="{80629344-2DFE-D0B1-C077-5991C85ED62E}"/>
              </a:ext>
            </a:extLst>
          </p:cNvPr>
          <p:cNvSpPr/>
          <p:nvPr/>
        </p:nvSpPr>
        <p:spPr>
          <a:xfrm>
            <a:off x="554450" y="2570882"/>
            <a:ext cx="1089527" cy="1089527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3" name="矩形 522">
            <a:extLst>
              <a:ext uri="{FF2B5EF4-FFF2-40B4-BE49-F238E27FC236}">
                <a16:creationId xmlns:a16="http://schemas.microsoft.com/office/drawing/2014/main" id="{6A271C8F-75E9-42BF-7180-E79EF1374624}"/>
              </a:ext>
            </a:extLst>
          </p:cNvPr>
          <p:cNvSpPr/>
          <p:nvPr/>
        </p:nvSpPr>
        <p:spPr>
          <a:xfrm>
            <a:off x="361972" y="3174849"/>
            <a:ext cx="824462" cy="8803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4" name="矩形 523">
            <a:extLst>
              <a:ext uri="{FF2B5EF4-FFF2-40B4-BE49-F238E27FC236}">
                <a16:creationId xmlns:a16="http://schemas.microsoft.com/office/drawing/2014/main" id="{A3116FBB-1674-C3CA-262E-660DAF9B6048}"/>
              </a:ext>
            </a:extLst>
          </p:cNvPr>
          <p:cNvSpPr/>
          <p:nvPr/>
        </p:nvSpPr>
        <p:spPr>
          <a:xfrm rot="21124172">
            <a:off x="979193" y="2567848"/>
            <a:ext cx="1107142" cy="11822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5" name="矩形 524">
            <a:extLst>
              <a:ext uri="{FF2B5EF4-FFF2-40B4-BE49-F238E27FC236}">
                <a16:creationId xmlns:a16="http://schemas.microsoft.com/office/drawing/2014/main" id="{037A5E4A-FF28-EE89-0F73-8338BF9CDAC6}"/>
              </a:ext>
            </a:extLst>
          </p:cNvPr>
          <p:cNvSpPr/>
          <p:nvPr/>
        </p:nvSpPr>
        <p:spPr>
          <a:xfrm rot="1247286">
            <a:off x="512575" y="2110770"/>
            <a:ext cx="824462" cy="8803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8" name="椭圆 507">
            <a:extLst>
              <a:ext uri="{FF2B5EF4-FFF2-40B4-BE49-F238E27FC236}">
                <a16:creationId xmlns:a16="http://schemas.microsoft.com/office/drawing/2014/main" id="{9CE91A72-D1F8-5B45-C671-C1B856D4DEA1}"/>
              </a:ext>
            </a:extLst>
          </p:cNvPr>
          <p:cNvSpPr/>
          <p:nvPr/>
        </p:nvSpPr>
        <p:spPr>
          <a:xfrm>
            <a:off x="771276" y="2772576"/>
            <a:ext cx="763441" cy="763441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5" name="矩形 484">
            <a:extLst>
              <a:ext uri="{FF2B5EF4-FFF2-40B4-BE49-F238E27FC236}">
                <a16:creationId xmlns:a16="http://schemas.microsoft.com/office/drawing/2014/main" id="{CB6B5EB7-A484-0097-8D2C-1168DFA37C1F}"/>
              </a:ext>
            </a:extLst>
          </p:cNvPr>
          <p:cNvSpPr/>
          <p:nvPr/>
        </p:nvSpPr>
        <p:spPr>
          <a:xfrm rot="21124172">
            <a:off x="960697" y="3398795"/>
            <a:ext cx="824462" cy="8803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2" name="矩形 511">
            <a:extLst>
              <a:ext uri="{FF2B5EF4-FFF2-40B4-BE49-F238E27FC236}">
                <a16:creationId xmlns:a16="http://schemas.microsoft.com/office/drawing/2014/main" id="{FFFF0F58-4187-E0C8-06EA-5A6D2EA3BED0}"/>
              </a:ext>
            </a:extLst>
          </p:cNvPr>
          <p:cNvSpPr/>
          <p:nvPr/>
        </p:nvSpPr>
        <p:spPr>
          <a:xfrm rot="21124172">
            <a:off x="874228" y="2623549"/>
            <a:ext cx="824462" cy="8803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3" name="矩形 512">
            <a:extLst>
              <a:ext uri="{FF2B5EF4-FFF2-40B4-BE49-F238E27FC236}">
                <a16:creationId xmlns:a16="http://schemas.microsoft.com/office/drawing/2014/main" id="{E21DA164-BD22-4F58-0276-49EA3B2D301D}"/>
              </a:ext>
            </a:extLst>
          </p:cNvPr>
          <p:cNvSpPr/>
          <p:nvPr/>
        </p:nvSpPr>
        <p:spPr>
          <a:xfrm rot="1247286">
            <a:off x="845209" y="2233682"/>
            <a:ext cx="824462" cy="8803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78" name="组合 477">
            <a:extLst>
              <a:ext uri="{FF2B5EF4-FFF2-40B4-BE49-F238E27FC236}">
                <a16:creationId xmlns:a16="http://schemas.microsoft.com/office/drawing/2014/main" id="{351C8968-4B32-D226-890B-00640FF3AFE1}"/>
              </a:ext>
            </a:extLst>
          </p:cNvPr>
          <p:cNvGrpSpPr/>
          <p:nvPr/>
        </p:nvGrpSpPr>
        <p:grpSpPr>
          <a:xfrm rot="153205">
            <a:off x="-1011769" y="719808"/>
            <a:ext cx="8512425" cy="5043294"/>
            <a:chOff x="-1265770" y="719808"/>
            <a:chExt cx="8512425" cy="5043294"/>
          </a:xfrm>
        </p:grpSpPr>
        <p:cxnSp>
          <p:nvCxnSpPr>
            <p:cNvPr id="38" name="直接连接符 37">
              <a:extLst>
                <a:ext uri="{FF2B5EF4-FFF2-40B4-BE49-F238E27FC236}">
                  <a16:creationId xmlns:a16="http://schemas.microsoft.com/office/drawing/2014/main" id="{8FFBCA68-4DD3-41D5-D1EB-75FBD53EAABD}"/>
                </a:ext>
              </a:extLst>
            </p:cNvPr>
            <p:cNvCxnSpPr>
              <a:cxnSpLocks/>
            </p:cNvCxnSpPr>
            <p:nvPr/>
          </p:nvCxnSpPr>
          <p:spPr>
            <a:xfrm rot="20957173">
              <a:off x="2313100" y="4818542"/>
              <a:ext cx="0" cy="944560"/>
            </a:xfrm>
            <a:prstGeom prst="line">
              <a:avLst/>
            </a:prstGeom>
            <a:ln w="12700">
              <a:solidFill>
                <a:srgbClr val="0000CD"/>
              </a:solidFill>
              <a:prstDash val="soli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28" name="组合 427">
              <a:extLst>
                <a:ext uri="{FF2B5EF4-FFF2-40B4-BE49-F238E27FC236}">
                  <a16:creationId xmlns:a16="http://schemas.microsoft.com/office/drawing/2014/main" id="{F1CC0E8C-32AF-8801-F6A5-56F625B0D8B5}"/>
                </a:ext>
              </a:extLst>
            </p:cNvPr>
            <p:cNvGrpSpPr/>
            <p:nvPr/>
          </p:nvGrpSpPr>
          <p:grpSpPr>
            <a:xfrm>
              <a:off x="-1265770" y="719808"/>
              <a:ext cx="8512425" cy="4864533"/>
              <a:chOff x="-1265770" y="719808"/>
              <a:chExt cx="8512425" cy="4864533"/>
            </a:xfrm>
          </p:grpSpPr>
          <p:sp>
            <p:nvSpPr>
              <p:cNvPr id="157" name="椭圆 156">
                <a:extLst>
                  <a:ext uri="{FF2B5EF4-FFF2-40B4-BE49-F238E27FC236}">
                    <a16:creationId xmlns:a16="http://schemas.microsoft.com/office/drawing/2014/main" id="{40CDECE2-951F-4D80-ABDF-9DFE04EBF87C}"/>
                  </a:ext>
                </a:extLst>
              </p:cNvPr>
              <p:cNvSpPr/>
              <p:nvPr/>
            </p:nvSpPr>
            <p:spPr>
              <a:xfrm rot="20957173">
                <a:off x="2399583" y="2526550"/>
                <a:ext cx="259093" cy="259117"/>
              </a:xfrm>
              <a:prstGeom prst="ellipse">
                <a:avLst/>
              </a:prstGeom>
              <a:noFill/>
              <a:ln w="12700">
                <a:solidFill>
                  <a:srgbClr val="DC143C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58" name="矩形 157">
                <a:extLst>
                  <a:ext uri="{FF2B5EF4-FFF2-40B4-BE49-F238E27FC236}">
                    <a16:creationId xmlns:a16="http://schemas.microsoft.com/office/drawing/2014/main" id="{48E4F557-14D2-AE99-53EA-B93325EFF8D3}"/>
                  </a:ext>
                </a:extLst>
              </p:cNvPr>
              <p:cNvSpPr/>
              <p:nvPr/>
            </p:nvSpPr>
            <p:spPr>
              <a:xfrm rot="20957173">
                <a:off x="2340452" y="2608305"/>
                <a:ext cx="411274" cy="27488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3" name="椭圆 132">
                <a:extLst>
                  <a:ext uri="{FF2B5EF4-FFF2-40B4-BE49-F238E27FC236}">
                    <a16:creationId xmlns:a16="http://schemas.microsoft.com/office/drawing/2014/main" id="{4F4D487F-7C9C-18BA-8766-258EA06F361C}"/>
                  </a:ext>
                </a:extLst>
              </p:cNvPr>
              <p:cNvSpPr/>
              <p:nvPr/>
            </p:nvSpPr>
            <p:spPr>
              <a:xfrm rot="20957173">
                <a:off x="2491248" y="3011035"/>
                <a:ext cx="259093" cy="259117"/>
              </a:xfrm>
              <a:prstGeom prst="ellipse">
                <a:avLst/>
              </a:prstGeom>
              <a:noFill/>
              <a:ln w="12700">
                <a:solidFill>
                  <a:srgbClr val="DC143C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34" name="矩形 133">
                <a:extLst>
                  <a:ext uri="{FF2B5EF4-FFF2-40B4-BE49-F238E27FC236}">
                    <a16:creationId xmlns:a16="http://schemas.microsoft.com/office/drawing/2014/main" id="{6100B307-914C-8BEC-6B3B-3C3AFCC6D832}"/>
                  </a:ext>
                </a:extLst>
              </p:cNvPr>
              <p:cNvSpPr/>
              <p:nvPr/>
            </p:nvSpPr>
            <p:spPr>
              <a:xfrm rot="20957173">
                <a:off x="2432117" y="3092789"/>
                <a:ext cx="411274" cy="27488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145" name="图片 144">
                <a:extLst>
                  <a:ext uri="{FF2B5EF4-FFF2-40B4-BE49-F238E27FC236}">
                    <a16:creationId xmlns:a16="http://schemas.microsoft.com/office/drawing/2014/main" id="{378922EB-529D-1588-C177-926981EA5CF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 rot="20957173">
                <a:off x="-1265770" y="796341"/>
                <a:ext cx="8512425" cy="4788000"/>
              </a:xfrm>
              <a:prstGeom prst="rect">
                <a:avLst/>
              </a:prstGeom>
            </p:spPr>
          </p:pic>
          <p:cxnSp>
            <p:nvCxnSpPr>
              <p:cNvPr id="159" name="直接箭头连接符 158">
                <a:extLst>
                  <a:ext uri="{FF2B5EF4-FFF2-40B4-BE49-F238E27FC236}">
                    <a16:creationId xmlns:a16="http://schemas.microsoft.com/office/drawing/2014/main" id="{E792A4D8-956D-3776-9D71-9A1F759EE81A}"/>
                  </a:ext>
                </a:extLst>
              </p:cNvPr>
              <p:cNvCxnSpPr>
                <a:cxnSpLocks/>
              </p:cNvCxnSpPr>
              <p:nvPr/>
            </p:nvCxnSpPr>
            <p:spPr>
              <a:xfrm rot="20957173">
                <a:off x="2613012" y="2548546"/>
                <a:ext cx="43294" cy="67428"/>
              </a:xfrm>
              <a:prstGeom prst="straightConnector1">
                <a:avLst/>
              </a:prstGeom>
              <a:ln w="12700">
                <a:solidFill>
                  <a:srgbClr val="DC143C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8" name="直接箭头连接符 147">
                <a:extLst>
                  <a:ext uri="{FF2B5EF4-FFF2-40B4-BE49-F238E27FC236}">
                    <a16:creationId xmlns:a16="http://schemas.microsoft.com/office/drawing/2014/main" id="{060D26C6-F8D3-6610-42C5-778A5FB1F946}"/>
                  </a:ext>
                </a:extLst>
              </p:cNvPr>
              <p:cNvCxnSpPr>
                <a:cxnSpLocks/>
              </p:cNvCxnSpPr>
              <p:nvPr/>
            </p:nvCxnSpPr>
            <p:spPr>
              <a:xfrm rot="20957173">
                <a:off x="2704677" y="3033031"/>
                <a:ext cx="43294" cy="67428"/>
              </a:xfrm>
              <a:prstGeom prst="straightConnector1">
                <a:avLst/>
              </a:prstGeom>
              <a:ln w="12700">
                <a:solidFill>
                  <a:srgbClr val="DC143C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直接连接符 8">
                <a:extLst>
                  <a:ext uri="{FF2B5EF4-FFF2-40B4-BE49-F238E27FC236}">
                    <a16:creationId xmlns:a16="http://schemas.microsoft.com/office/drawing/2014/main" id="{3ACA3E98-6F19-C873-41D7-77AB3BED52B1}"/>
                  </a:ext>
                </a:extLst>
              </p:cNvPr>
              <p:cNvCxnSpPr>
                <a:cxnSpLocks/>
              </p:cNvCxnSpPr>
              <p:nvPr/>
            </p:nvCxnSpPr>
            <p:spPr>
              <a:xfrm rot="20957173">
                <a:off x="2565253" y="822226"/>
                <a:ext cx="0" cy="4049607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lg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0" name="椭圆 119">
                <a:extLst>
                  <a:ext uri="{FF2B5EF4-FFF2-40B4-BE49-F238E27FC236}">
                    <a16:creationId xmlns:a16="http://schemas.microsoft.com/office/drawing/2014/main" id="{26B1C5DF-F5F1-D5E5-BF53-02D1632609BD}"/>
                  </a:ext>
                </a:extLst>
              </p:cNvPr>
              <p:cNvSpPr/>
              <p:nvPr/>
            </p:nvSpPr>
            <p:spPr>
              <a:xfrm rot="20957173">
                <a:off x="1963096" y="4014783"/>
                <a:ext cx="259093" cy="259117"/>
              </a:xfrm>
              <a:prstGeom prst="ellipse">
                <a:avLst/>
              </a:prstGeom>
              <a:noFill/>
              <a:ln w="12700">
                <a:solidFill>
                  <a:srgbClr val="DC143C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21" name="矩形 120">
                <a:extLst>
                  <a:ext uri="{FF2B5EF4-FFF2-40B4-BE49-F238E27FC236}">
                    <a16:creationId xmlns:a16="http://schemas.microsoft.com/office/drawing/2014/main" id="{2789BE26-9BBC-85B6-E9B5-FDE184C27064}"/>
                  </a:ext>
                </a:extLst>
              </p:cNvPr>
              <p:cNvSpPr/>
              <p:nvPr/>
            </p:nvSpPr>
            <p:spPr>
              <a:xfrm rot="20957173">
                <a:off x="2089797" y="3856351"/>
                <a:ext cx="411274" cy="4699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8" name="直接箭头连接符 17">
                <a:extLst>
                  <a:ext uri="{FF2B5EF4-FFF2-40B4-BE49-F238E27FC236}">
                    <a16:creationId xmlns:a16="http://schemas.microsoft.com/office/drawing/2014/main" id="{BFC97AB2-D586-B684-02F7-4904C316E565}"/>
                  </a:ext>
                </a:extLst>
              </p:cNvPr>
              <p:cNvCxnSpPr>
                <a:cxnSpLocks/>
              </p:cNvCxnSpPr>
              <p:nvPr/>
            </p:nvCxnSpPr>
            <p:spPr>
              <a:xfrm rot="20957173">
                <a:off x="2252779" y="4780198"/>
                <a:ext cx="4091093" cy="0"/>
              </a:xfrm>
              <a:prstGeom prst="straightConnector1">
                <a:avLst/>
              </a:prstGeom>
              <a:ln w="12700">
                <a:solidFill>
                  <a:srgbClr val="0000CD"/>
                </a:solidFill>
                <a:headEnd type="triangle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流程图: 汇总连接 29">
                <a:extLst>
                  <a:ext uri="{FF2B5EF4-FFF2-40B4-BE49-F238E27FC236}">
                    <a16:creationId xmlns:a16="http://schemas.microsoft.com/office/drawing/2014/main" id="{03E7375E-B3C1-217F-067E-365A732738CA}"/>
                  </a:ext>
                </a:extLst>
              </p:cNvPr>
              <p:cNvSpPr/>
              <p:nvPr/>
            </p:nvSpPr>
            <p:spPr>
              <a:xfrm rot="20957173">
                <a:off x="2034020" y="4081653"/>
                <a:ext cx="124085" cy="124085"/>
              </a:xfrm>
              <a:prstGeom prst="flowChartSummingJunction">
                <a:avLst/>
              </a:prstGeom>
              <a:noFill/>
              <a:ln w="15875">
                <a:solidFill>
                  <a:srgbClr val="0000CD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37" name="直接箭头连接符 36">
                <a:extLst>
                  <a:ext uri="{FF2B5EF4-FFF2-40B4-BE49-F238E27FC236}">
                    <a16:creationId xmlns:a16="http://schemas.microsoft.com/office/drawing/2014/main" id="{8642DCBE-E7A2-F056-1979-93B4AE5AFBC0}"/>
                  </a:ext>
                </a:extLst>
              </p:cNvPr>
              <p:cNvCxnSpPr>
                <a:cxnSpLocks/>
              </p:cNvCxnSpPr>
              <p:nvPr/>
            </p:nvCxnSpPr>
            <p:spPr>
              <a:xfrm rot="20957173">
                <a:off x="2335788" y="5218927"/>
                <a:ext cx="4091093" cy="0"/>
              </a:xfrm>
              <a:prstGeom prst="straightConnector1">
                <a:avLst/>
              </a:prstGeom>
              <a:ln w="12700">
                <a:solidFill>
                  <a:srgbClr val="0000CD"/>
                </a:solidFill>
                <a:headEnd type="triangle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直接连接符 53">
                <a:extLst>
                  <a:ext uri="{FF2B5EF4-FFF2-40B4-BE49-F238E27FC236}">
                    <a16:creationId xmlns:a16="http://schemas.microsoft.com/office/drawing/2014/main" id="{C7815A4D-BE3D-0D36-EB69-D2583C6341AF}"/>
                  </a:ext>
                </a:extLst>
              </p:cNvPr>
              <p:cNvCxnSpPr>
                <a:cxnSpLocks/>
              </p:cNvCxnSpPr>
              <p:nvPr/>
            </p:nvCxnSpPr>
            <p:spPr>
              <a:xfrm rot="20957173">
                <a:off x="3983847" y="3592800"/>
                <a:ext cx="2032109" cy="0"/>
              </a:xfrm>
              <a:prstGeom prst="line">
                <a:avLst/>
              </a:prstGeom>
              <a:ln w="12700">
                <a:solidFill>
                  <a:srgbClr val="0000CD"/>
                </a:solidFill>
                <a:prstDash val="soli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直接箭头连接符 68">
                <a:extLst>
                  <a:ext uri="{FF2B5EF4-FFF2-40B4-BE49-F238E27FC236}">
                    <a16:creationId xmlns:a16="http://schemas.microsoft.com/office/drawing/2014/main" id="{B0B780CE-DD90-C235-8232-ADFE5C7CCBF7}"/>
                  </a:ext>
                </a:extLst>
              </p:cNvPr>
              <p:cNvCxnSpPr>
                <a:cxnSpLocks/>
              </p:cNvCxnSpPr>
              <p:nvPr/>
            </p:nvCxnSpPr>
            <p:spPr>
              <a:xfrm rot="20957173" flipV="1">
                <a:off x="4226308" y="2898608"/>
                <a:ext cx="0" cy="833166"/>
              </a:xfrm>
              <a:prstGeom prst="straightConnector1">
                <a:avLst/>
              </a:prstGeom>
              <a:ln w="12700">
                <a:solidFill>
                  <a:srgbClr val="0000CD"/>
                </a:solidFill>
                <a:headEnd type="triangle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直接箭头连接符 79">
                <a:extLst>
                  <a:ext uri="{FF2B5EF4-FFF2-40B4-BE49-F238E27FC236}">
                    <a16:creationId xmlns:a16="http://schemas.microsoft.com/office/drawing/2014/main" id="{0DF3227B-686C-F0EC-2E2F-EB029E531004}"/>
                  </a:ext>
                </a:extLst>
              </p:cNvPr>
              <p:cNvCxnSpPr>
                <a:cxnSpLocks/>
              </p:cNvCxnSpPr>
              <p:nvPr/>
            </p:nvCxnSpPr>
            <p:spPr>
              <a:xfrm rot="20957173" flipV="1">
                <a:off x="4809166" y="2275879"/>
                <a:ext cx="0" cy="1336933"/>
              </a:xfrm>
              <a:prstGeom prst="straightConnector1">
                <a:avLst/>
              </a:prstGeom>
              <a:ln w="12700">
                <a:solidFill>
                  <a:srgbClr val="0000CD"/>
                </a:solidFill>
                <a:headEnd type="triangle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直接连接符 83">
                <a:extLst>
                  <a:ext uri="{FF2B5EF4-FFF2-40B4-BE49-F238E27FC236}">
                    <a16:creationId xmlns:a16="http://schemas.microsoft.com/office/drawing/2014/main" id="{79D2A366-B413-8528-AC73-86E9F16DB2B7}"/>
                  </a:ext>
                </a:extLst>
              </p:cNvPr>
              <p:cNvCxnSpPr>
                <a:cxnSpLocks/>
              </p:cNvCxnSpPr>
              <p:nvPr/>
            </p:nvCxnSpPr>
            <p:spPr>
              <a:xfrm rot="20957173">
                <a:off x="5741823" y="3064421"/>
                <a:ext cx="190500" cy="0"/>
              </a:xfrm>
              <a:prstGeom prst="line">
                <a:avLst/>
              </a:prstGeom>
              <a:ln w="12700">
                <a:solidFill>
                  <a:srgbClr val="0000CD"/>
                </a:solidFill>
                <a:prstDash val="soli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直接连接符 90">
                <a:extLst>
                  <a:ext uri="{FF2B5EF4-FFF2-40B4-BE49-F238E27FC236}">
                    <a16:creationId xmlns:a16="http://schemas.microsoft.com/office/drawing/2014/main" id="{E7FFA589-5910-415F-51D1-A5B2F512A967}"/>
                  </a:ext>
                </a:extLst>
              </p:cNvPr>
              <p:cNvCxnSpPr>
                <a:cxnSpLocks/>
              </p:cNvCxnSpPr>
              <p:nvPr/>
            </p:nvCxnSpPr>
            <p:spPr>
              <a:xfrm rot="20957173">
                <a:off x="5274367" y="3173032"/>
                <a:ext cx="190500" cy="0"/>
              </a:xfrm>
              <a:prstGeom prst="line">
                <a:avLst/>
              </a:prstGeom>
              <a:ln w="12700">
                <a:solidFill>
                  <a:srgbClr val="0000CD"/>
                </a:solidFill>
                <a:prstDash val="soli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直接箭头连接符 93">
                <a:extLst>
                  <a:ext uri="{FF2B5EF4-FFF2-40B4-BE49-F238E27FC236}">
                    <a16:creationId xmlns:a16="http://schemas.microsoft.com/office/drawing/2014/main" id="{DA2ED6A2-FE0D-9D42-8814-4B6D1D221CDC}"/>
                  </a:ext>
                </a:extLst>
              </p:cNvPr>
              <p:cNvCxnSpPr>
                <a:cxnSpLocks/>
              </p:cNvCxnSpPr>
              <p:nvPr/>
            </p:nvCxnSpPr>
            <p:spPr>
              <a:xfrm rot="20957173" flipV="1">
                <a:off x="5870864" y="3061253"/>
                <a:ext cx="0" cy="363536"/>
              </a:xfrm>
              <a:prstGeom prst="straightConnector1">
                <a:avLst/>
              </a:prstGeom>
              <a:ln w="12700">
                <a:solidFill>
                  <a:srgbClr val="0000CD"/>
                </a:solidFill>
                <a:headEnd type="triangle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直接箭头连接符 95">
                <a:extLst>
                  <a:ext uri="{FF2B5EF4-FFF2-40B4-BE49-F238E27FC236}">
                    <a16:creationId xmlns:a16="http://schemas.microsoft.com/office/drawing/2014/main" id="{2BBF5184-413D-2598-FCC2-C84A6439D634}"/>
                  </a:ext>
                </a:extLst>
              </p:cNvPr>
              <p:cNvCxnSpPr>
                <a:cxnSpLocks/>
              </p:cNvCxnSpPr>
              <p:nvPr/>
            </p:nvCxnSpPr>
            <p:spPr>
              <a:xfrm rot="20957173" flipV="1">
                <a:off x="5404648" y="3174878"/>
                <a:ext cx="0" cy="328120"/>
              </a:xfrm>
              <a:prstGeom prst="straightConnector1">
                <a:avLst/>
              </a:prstGeom>
              <a:ln w="12700">
                <a:solidFill>
                  <a:srgbClr val="0000CD"/>
                </a:solidFill>
                <a:headEnd type="triangle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" name="直接箭头连接符 112">
                <a:extLst>
                  <a:ext uri="{FF2B5EF4-FFF2-40B4-BE49-F238E27FC236}">
                    <a16:creationId xmlns:a16="http://schemas.microsoft.com/office/drawing/2014/main" id="{373E8CBE-4B88-2DFF-4079-6E202632BC13}"/>
                  </a:ext>
                </a:extLst>
              </p:cNvPr>
              <p:cNvCxnSpPr>
                <a:cxnSpLocks/>
              </p:cNvCxnSpPr>
              <p:nvPr/>
            </p:nvCxnSpPr>
            <p:spPr>
              <a:xfrm rot="20957173">
                <a:off x="2151445" y="4072670"/>
                <a:ext cx="640023" cy="0"/>
              </a:xfrm>
              <a:prstGeom prst="straightConnector1">
                <a:avLst/>
              </a:prstGeom>
              <a:ln w="12700">
                <a:solidFill>
                  <a:srgbClr val="0000CD"/>
                </a:solidFill>
                <a:headEnd type="triangle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9" name="直接箭头连接符 128">
                <a:extLst>
                  <a:ext uri="{FF2B5EF4-FFF2-40B4-BE49-F238E27FC236}">
                    <a16:creationId xmlns:a16="http://schemas.microsoft.com/office/drawing/2014/main" id="{2F27E88B-803E-F356-3299-8EB0B729D019}"/>
                  </a:ext>
                </a:extLst>
              </p:cNvPr>
              <p:cNvCxnSpPr>
                <a:cxnSpLocks/>
              </p:cNvCxnSpPr>
              <p:nvPr/>
            </p:nvCxnSpPr>
            <p:spPr>
              <a:xfrm rot="20957173">
                <a:off x="2043481" y="4013249"/>
                <a:ext cx="90244" cy="0"/>
              </a:xfrm>
              <a:prstGeom prst="straightConnector1">
                <a:avLst/>
              </a:prstGeom>
              <a:ln w="12700">
                <a:solidFill>
                  <a:srgbClr val="DC143C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" name="直接连接符 169">
                <a:extLst>
                  <a:ext uri="{FF2B5EF4-FFF2-40B4-BE49-F238E27FC236}">
                    <a16:creationId xmlns:a16="http://schemas.microsoft.com/office/drawing/2014/main" id="{DD6DD07B-470A-D2AF-3CC6-4334B7C92FD7}"/>
                  </a:ext>
                </a:extLst>
              </p:cNvPr>
              <p:cNvCxnSpPr>
                <a:cxnSpLocks/>
              </p:cNvCxnSpPr>
              <p:nvPr/>
            </p:nvCxnSpPr>
            <p:spPr>
              <a:xfrm rot="20957173">
                <a:off x="6266963" y="3332829"/>
                <a:ext cx="0" cy="1698132"/>
              </a:xfrm>
              <a:prstGeom prst="line">
                <a:avLst/>
              </a:prstGeom>
              <a:ln w="12700">
                <a:solidFill>
                  <a:srgbClr val="0000CD"/>
                </a:solidFill>
                <a:prstDash val="soli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1" name="直接箭头连接符 190">
                <a:extLst>
                  <a:ext uri="{FF2B5EF4-FFF2-40B4-BE49-F238E27FC236}">
                    <a16:creationId xmlns:a16="http://schemas.microsoft.com/office/drawing/2014/main" id="{E89D4DE0-4A45-5520-C1F0-22D2CDB8596C}"/>
                  </a:ext>
                </a:extLst>
              </p:cNvPr>
              <p:cNvCxnSpPr>
                <a:cxnSpLocks/>
              </p:cNvCxnSpPr>
              <p:nvPr/>
            </p:nvCxnSpPr>
            <p:spPr>
              <a:xfrm rot="20957173" flipV="1">
                <a:off x="2757705" y="2356054"/>
                <a:ext cx="870800" cy="168223"/>
              </a:xfrm>
              <a:prstGeom prst="straightConnector1">
                <a:avLst/>
              </a:prstGeom>
              <a:ln w="12700">
                <a:solidFill>
                  <a:srgbClr val="DC143C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2" name="直接箭头连接符 191">
                <a:extLst>
                  <a:ext uri="{FF2B5EF4-FFF2-40B4-BE49-F238E27FC236}">
                    <a16:creationId xmlns:a16="http://schemas.microsoft.com/office/drawing/2014/main" id="{FEAE4C49-6FFC-7540-E16D-54D59F206E3B}"/>
                  </a:ext>
                </a:extLst>
              </p:cNvPr>
              <p:cNvCxnSpPr>
                <a:cxnSpLocks/>
              </p:cNvCxnSpPr>
              <p:nvPr/>
            </p:nvCxnSpPr>
            <p:spPr>
              <a:xfrm rot="20957173" flipV="1">
                <a:off x="2843097" y="2885515"/>
                <a:ext cx="870800" cy="143670"/>
              </a:xfrm>
              <a:prstGeom prst="straightConnector1">
                <a:avLst/>
              </a:prstGeom>
              <a:ln w="12700">
                <a:solidFill>
                  <a:srgbClr val="DC143C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6" name="直接箭头连接符 195">
                <a:extLst>
                  <a:ext uri="{FF2B5EF4-FFF2-40B4-BE49-F238E27FC236}">
                    <a16:creationId xmlns:a16="http://schemas.microsoft.com/office/drawing/2014/main" id="{9BE0C7E9-78DC-7B6F-CC51-11DADB1BA1CA}"/>
                  </a:ext>
                </a:extLst>
              </p:cNvPr>
              <p:cNvCxnSpPr>
                <a:cxnSpLocks/>
              </p:cNvCxnSpPr>
              <p:nvPr/>
            </p:nvCxnSpPr>
            <p:spPr>
              <a:xfrm rot="20957173" flipH="1" flipV="1">
                <a:off x="2027141" y="1198288"/>
                <a:ext cx="235384" cy="1404952"/>
              </a:xfrm>
              <a:prstGeom prst="straightConnector1">
                <a:avLst/>
              </a:prstGeom>
              <a:ln w="12700">
                <a:solidFill>
                  <a:srgbClr val="DC143C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7" name="直接箭头连接符 196">
                <a:extLst>
                  <a:ext uri="{FF2B5EF4-FFF2-40B4-BE49-F238E27FC236}">
                    <a16:creationId xmlns:a16="http://schemas.microsoft.com/office/drawing/2014/main" id="{62FE9377-BBD3-A51E-CF13-DC89A136EAFD}"/>
                  </a:ext>
                </a:extLst>
              </p:cNvPr>
              <p:cNvCxnSpPr>
                <a:cxnSpLocks/>
              </p:cNvCxnSpPr>
              <p:nvPr/>
            </p:nvCxnSpPr>
            <p:spPr>
              <a:xfrm rot="20957173" flipH="1" flipV="1">
                <a:off x="1911128" y="719808"/>
                <a:ext cx="261350" cy="1401131"/>
              </a:xfrm>
              <a:prstGeom prst="straightConnector1">
                <a:avLst/>
              </a:prstGeom>
              <a:ln w="12700">
                <a:solidFill>
                  <a:srgbClr val="DC143C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4" name="直接箭头连接符 203">
                <a:extLst>
                  <a:ext uri="{FF2B5EF4-FFF2-40B4-BE49-F238E27FC236}">
                    <a16:creationId xmlns:a16="http://schemas.microsoft.com/office/drawing/2014/main" id="{DE3345A0-F71C-C1AA-9A9E-7320FA778E85}"/>
                  </a:ext>
                </a:extLst>
              </p:cNvPr>
              <p:cNvCxnSpPr>
                <a:cxnSpLocks/>
              </p:cNvCxnSpPr>
              <p:nvPr/>
            </p:nvCxnSpPr>
            <p:spPr>
              <a:xfrm rot="20957173" flipV="1">
                <a:off x="6000706" y="2559319"/>
                <a:ext cx="180" cy="432524"/>
              </a:xfrm>
              <a:prstGeom prst="straightConnector1">
                <a:avLst/>
              </a:prstGeom>
              <a:ln w="12700">
                <a:solidFill>
                  <a:srgbClr val="DC143C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7" name="直接箭头连接符 206">
                <a:extLst>
                  <a:ext uri="{FF2B5EF4-FFF2-40B4-BE49-F238E27FC236}">
                    <a16:creationId xmlns:a16="http://schemas.microsoft.com/office/drawing/2014/main" id="{4C46DF6A-5C94-74EB-A688-418C8D97B29B}"/>
                  </a:ext>
                </a:extLst>
              </p:cNvPr>
              <p:cNvCxnSpPr>
                <a:cxnSpLocks/>
              </p:cNvCxnSpPr>
              <p:nvPr/>
            </p:nvCxnSpPr>
            <p:spPr>
              <a:xfrm rot="20957173">
                <a:off x="6320138" y="2950948"/>
                <a:ext cx="233362" cy="0"/>
              </a:xfrm>
              <a:prstGeom prst="straightConnector1">
                <a:avLst/>
              </a:prstGeom>
              <a:ln w="12700">
                <a:solidFill>
                  <a:srgbClr val="DC143C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8" name="直接箭头连接符 207">
                <a:extLst>
                  <a:ext uri="{FF2B5EF4-FFF2-40B4-BE49-F238E27FC236}">
                    <a16:creationId xmlns:a16="http://schemas.microsoft.com/office/drawing/2014/main" id="{91F191B3-8473-EA8B-D791-FFE8786B3AFB}"/>
                  </a:ext>
                </a:extLst>
              </p:cNvPr>
              <p:cNvCxnSpPr>
                <a:cxnSpLocks/>
              </p:cNvCxnSpPr>
              <p:nvPr/>
            </p:nvCxnSpPr>
            <p:spPr>
              <a:xfrm rot="20957173" flipV="1">
                <a:off x="6322990" y="2949613"/>
                <a:ext cx="563562" cy="1847"/>
              </a:xfrm>
              <a:prstGeom prst="straightConnector1">
                <a:avLst/>
              </a:prstGeom>
              <a:ln w="12700">
                <a:solidFill>
                  <a:srgbClr val="DC143C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302" name="流程图: 汇总连接 301">
            <a:extLst>
              <a:ext uri="{FF2B5EF4-FFF2-40B4-BE49-F238E27FC236}">
                <a16:creationId xmlns:a16="http://schemas.microsoft.com/office/drawing/2014/main" id="{9F1E5FAD-2D86-C8A9-B7BD-0D1C0A758411}"/>
              </a:ext>
            </a:extLst>
          </p:cNvPr>
          <p:cNvSpPr/>
          <p:nvPr/>
        </p:nvSpPr>
        <p:spPr>
          <a:xfrm>
            <a:off x="11091604" y="4834100"/>
            <a:ext cx="124085" cy="124085"/>
          </a:xfrm>
          <a:prstGeom prst="flowChartSummingJunction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i="1"/>
          </a:p>
        </p:txBody>
      </p:sp>
      <p:cxnSp>
        <p:nvCxnSpPr>
          <p:cNvPr id="303" name="直接箭头连接符 302">
            <a:extLst>
              <a:ext uri="{FF2B5EF4-FFF2-40B4-BE49-F238E27FC236}">
                <a16:creationId xmlns:a16="http://schemas.microsoft.com/office/drawing/2014/main" id="{D0758446-627C-065E-7BE7-BD4D730A6FE2}"/>
              </a:ext>
            </a:extLst>
          </p:cNvPr>
          <p:cNvCxnSpPr>
            <a:cxnSpLocks/>
          </p:cNvCxnSpPr>
          <p:nvPr/>
        </p:nvCxnSpPr>
        <p:spPr>
          <a:xfrm>
            <a:off x="11215689" y="4891639"/>
            <a:ext cx="557431" cy="450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4" name="直接箭头连接符 303">
            <a:extLst>
              <a:ext uri="{FF2B5EF4-FFF2-40B4-BE49-F238E27FC236}">
                <a16:creationId xmlns:a16="http://schemas.microsoft.com/office/drawing/2014/main" id="{A6EE3A5B-5AE9-D053-02A8-3899EAD21351}"/>
              </a:ext>
            </a:extLst>
          </p:cNvPr>
          <p:cNvCxnSpPr>
            <a:cxnSpLocks/>
          </p:cNvCxnSpPr>
          <p:nvPr/>
        </p:nvCxnSpPr>
        <p:spPr>
          <a:xfrm>
            <a:off x="11153646" y="4958185"/>
            <a:ext cx="0" cy="54290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9" name="流程图: 汇总连接 298">
            <a:extLst>
              <a:ext uri="{FF2B5EF4-FFF2-40B4-BE49-F238E27FC236}">
                <a16:creationId xmlns:a16="http://schemas.microsoft.com/office/drawing/2014/main" id="{35F13AFC-0568-494C-4E13-BA8B1C97E7B7}"/>
              </a:ext>
            </a:extLst>
          </p:cNvPr>
          <p:cNvSpPr/>
          <p:nvPr/>
        </p:nvSpPr>
        <p:spPr>
          <a:xfrm>
            <a:off x="928131" y="4911380"/>
            <a:ext cx="124085" cy="124085"/>
          </a:xfrm>
          <a:prstGeom prst="flowChartSummingJunction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i="1"/>
          </a:p>
        </p:txBody>
      </p:sp>
      <p:cxnSp>
        <p:nvCxnSpPr>
          <p:cNvPr id="300" name="直接箭头连接符 299">
            <a:extLst>
              <a:ext uri="{FF2B5EF4-FFF2-40B4-BE49-F238E27FC236}">
                <a16:creationId xmlns:a16="http://schemas.microsoft.com/office/drawing/2014/main" id="{B2F47BB0-E798-99C6-C407-73F6DD980568}"/>
              </a:ext>
            </a:extLst>
          </p:cNvPr>
          <p:cNvCxnSpPr>
            <a:cxnSpLocks/>
          </p:cNvCxnSpPr>
          <p:nvPr/>
        </p:nvCxnSpPr>
        <p:spPr>
          <a:xfrm flipH="1">
            <a:off x="380225" y="4975269"/>
            <a:ext cx="547906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1" name="直接箭头连接符 300">
            <a:extLst>
              <a:ext uri="{FF2B5EF4-FFF2-40B4-BE49-F238E27FC236}">
                <a16:creationId xmlns:a16="http://schemas.microsoft.com/office/drawing/2014/main" id="{176783C3-CF39-A69B-C1B3-B16BA638508E}"/>
              </a:ext>
            </a:extLst>
          </p:cNvPr>
          <p:cNvCxnSpPr>
            <a:cxnSpLocks/>
          </p:cNvCxnSpPr>
          <p:nvPr/>
        </p:nvCxnSpPr>
        <p:spPr>
          <a:xfrm>
            <a:off x="990173" y="5035465"/>
            <a:ext cx="0" cy="54290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81" name="组合 480">
            <a:extLst>
              <a:ext uri="{FF2B5EF4-FFF2-40B4-BE49-F238E27FC236}">
                <a16:creationId xmlns:a16="http://schemas.microsoft.com/office/drawing/2014/main" id="{40A442D5-4219-0962-DA42-B84C6DC6D1B2}"/>
              </a:ext>
            </a:extLst>
          </p:cNvPr>
          <p:cNvGrpSpPr/>
          <p:nvPr/>
        </p:nvGrpSpPr>
        <p:grpSpPr>
          <a:xfrm rot="153205">
            <a:off x="372029" y="4902691"/>
            <a:ext cx="665791" cy="661173"/>
            <a:chOff x="746098" y="5323114"/>
            <a:chExt cx="665791" cy="661173"/>
          </a:xfrm>
        </p:grpSpPr>
        <p:sp>
          <p:nvSpPr>
            <p:cNvPr id="278" name="流程图: 汇总连接 277">
              <a:extLst>
                <a:ext uri="{FF2B5EF4-FFF2-40B4-BE49-F238E27FC236}">
                  <a16:creationId xmlns:a16="http://schemas.microsoft.com/office/drawing/2014/main" id="{C8FDABE1-648B-5526-4C9D-545577FCCBA5}"/>
                </a:ext>
              </a:extLst>
            </p:cNvPr>
            <p:cNvSpPr/>
            <p:nvPr/>
          </p:nvSpPr>
          <p:spPr>
            <a:xfrm rot="20957173">
              <a:off x="1287804" y="5323114"/>
              <a:ext cx="124085" cy="124085"/>
            </a:xfrm>
            <a:prstGeom prst="flowChartSummingJunction">
              <a:avLst/>
            </a:prstGeom>
            <a:noFill/>
            <a:ln w="15875">
              <a:solidFill>
                <a:srgbClr val="0000C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i="1"/>
            </a:p>
          </p:txBody>
        </p:sp>
        <p:cxnSp>
          <p:nvCxnSpPr>
            <p:cNvPr id="279" name="直接箭头连接符 278">
              <a:extLst>
                <a:ext uri="{FF2B5EF4-FFF2-40B4-BE49-F238E27FC236}">
                  <a16:creationId xmlns:a16="http://schemas.microsoft.com/office/drawing/2014/main" id="{8D8C5F5A-9233-60A2-3B7B-93214972CAAE}"/>
                </a:ext>
              </a:extLst>
            </p:cNvPr>
            <p:cNvCxnSpPr>
              <a:cxnSpLocks/>
            </p:cNvCxnSpPr>
            <p:nvPr/>
          </p:nvCxnSpPr>
          <p:spPr>
            <a:xfrm rot="20957173" flipH="1">
              <a:off x="746098" y="5449435"/>
              <a:ext cx="547906" cy="0"/>
            </a:xfrm>
            <a:prstGeom prst="straightConnector1">
              <a:avLst/>
            </a:prstGeom>
            <a:ln w="12700">
              <a:solidFill>
                <a:srgbClr val="0000CD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2" name="直接箭头连接符 281">
              <a:extLst>
                <a:ext uri="{FF2B5EF4-FFF2-40B4-BE49-F238E27FC236}">
                  <a16:creationId xmlns:a16="http://schemas.microsoft.com/office/drawing/2014/main" id="{2B657ED1-7F1A-0F72-9774-6CECFAE5CB4D}"/>
                </a:ext>
              </a:extLst>
            </p:cNvPr>
            <p:cNvCxnSpPr>
              <a:cxnSpLocks/>
            </p:cNvCxnSpPr>
            <p:nvPr/>
          </p:nvCxnSpPr>
          <p:spPr>
            <a:xfrm rot="20957173">
              <a:off x="1411843" y="5441386"/>
              <a:ext cx="0" cy="542901"/>
            </a:xfrm>
            <a:prstGeom prst="straightConnector1">
              <a:avLst/>
            </a:prstGeom>
            <a:ln w="12700">
              <a:solidFill>
                <a:srgbClr val="0000CD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24" name="组合 423">
            <a:extLst>
              <a:ext uri="{FF2B5EF4-FFF2-40B4-BE49-F238E27FC236}">
                <a16:creationId xmlns:a16="http://schemas.microsoft.com/office/drawing/2014/main" id="{9F1A28B0-6F06-38F7-A4F0-567541437687}"/>
              </a:ext>
            </a:extLst>
          </p:cNvPr>
          <p:cNvGrpSpPr/>
          <p:nvPr/>
        </p:nvGrpSpPr>
        <p:grpSpPr>
          <a:xfrm>
            <a:off x="7478451" y="742644"/>
            <a:ext cx="4788638" cy="4993868"/>
            <a:chOff x="6986023" y="751916"/>
            <a:chExt cx="4788638" cy="4993868"/>
          </a:xfrm>
        </p:grpSpPr>
        <p:sp>
          <p:nvSpPr>
            <p:cNvPr id="266" name="椭圆 265">
              <a:extLst>
                <a:ext uri="{FF2B5EF4-FFF2-40B4-BE49-F238E27FC236}">
                  <a16:creationId xmlns:a16="http://schemas.microsoft.com/office/drawing/2014/main" id="{6442C8EB-5D30-09C6-3A48-E4C4A4965C0D}"/>
                </a:ext>
              </a:extLst>
            </p:cNvPr>
            <p:cNvSpPr/>
            <p:nvPr/>
          </p:nvSpPr>
          <p:spPr>
            <a:xfrm rot="935833">
              <a:off x="9460149" y="2646641"/>
              <a:ext cx="259093" cy="259117"/>
            </a:xfrm>
            <a:prstGeom prst="ellipse">
              <a:avLst/>
            </a:prstGeom>
            <a:noFill/>
            <a:ln w="12700">
              <a:solidFill>
                <a:srgbClr val="DC143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7" name="矩形 266">
              <a:extLst>
                <a:ext uri="{FF2B5EF4-FFF2-40B4-BE49-F238E27FC236}">
                  <a16:creationId xmlns:a16="http://schemas.microsoft.com/office/drawing/2014/main" id="{EAC586D8-FF38-F395-2022-E4A78A8BBB25}"/>
                </a:ext>
              </a:extLst>
            </p:cNvPr>
            <p:cNvSpPr/>
            <p:nvPr/>
          </p:nvSpPr>
          <p:spPr>
            <a:xfrm rot="935833">
              <a:off x="9359528" y="2726627"/>
              <a:ext cx="411274" cy="27488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9" name="椭圆 268">
              <a:extLst>
                <a:ext uri="{FF2B5EF4-FFF2-40B4-BE49-F238E27FC236}">
                  <a16:creationId xmlns:a16="http://schemas.microsoft.com/office/drawing/2014/main" id="{CFE56281-A51F-EF35-243E-D752AA5B404C}"/>
                </a:ext>
              </a:extLst>
            </p:cNvPr>
            <p:cNvSpPr/>
            <p:nvPr/>
          </p:nvSpPr>
          <p:spPr>
            <a:xfrm rot="935833">
              <a:off x="9327573" y="3121564"/>
              <a:ext cx="259093" cy="259117"/>
            </a:xfrm>
            <a:prstGeom prst="ellipse">
              <a:avLst/>
            </a:prstGeom>
            <a:noFill/>
            <a:ln w="12700">
              <a:solidFill>
                <a:srgbClr val="DC143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0" name="矩形 269">
              <a:extLst>
                <a:ext uri="{FF2B5EF4-FFF2-40B4-BE49-F238E27FC236}">
                  <a16:creationId xmlns:a16="http://schemas.microsoft.com/office/drawing/2014/main" id="{567DE5D3-10E8-91AB-E662-584D42F2CFB6}"/>
                </a:ext>
              </a:extLst>
            </p:cNvPr>
            <p:cNvSpPr/>
            <p:nvPr/>
          </p:nvSpPr>
          <p:spPr>
            <a:xfrm rot="935833">
              <a:off x="9226952" y="3201550"/>
              <a:ext cx="411274" cy="27488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1" name="椭圆 220">
              <a:extLst>
                <a:ext uri="{FF2B5EF4-FFF2-40B4-BE49-F238E27FC236}">
                  <a16:creationId xmlns:a16="http://schemas.microsoft.com/office/drawing/2014/main" id="{5C428BBA-306C-5BEB-7E12-F586D29C44EE}"/>
                </a:ext>
              </a:extLst>
            </p:cNvPr>
            <p:cNvSpPr/>
            <p:nvPr/>
          </p:nvSpPr>
          <p:spPr>
            <a:xfrm rot="935833">
              <a:off x="9350734" y="4050048"/>
              <a:ext cx="259093" cy="259117"/>
            </a:xfrm>
            <a:prstGeom prst="ellipse">
              <a:avLst/>
            </a:prstGeom>
            <a:noFill/>
            <a:ln w="12700">
              <a:solidFill>
                <a:srgbClr val="DC143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2" name="矩形 221">
              <a:extLst>
                <a:ext uri="{FF2B5EF4-FFF2-40B4-BE49-F238E27FC236}">
                  <a16:creationId xmlns:a16="http://schemas.microsoft.com/office/drawing/2014/main" id="{69769F35-CE21-DBF6-7A45-31A86156D4B5}"/>
                </a:ext>
              </a:extLst>
            </p:cNvPr>
            <p:cNvSpPr/>
            <p:nvPr/>
          </p:nvSpPr>
          <p:spPr>
            <a:xfrm rot="935833">
              <a:off x="9476382" y="4057267"/>
              <a:ext cx="162876" cy="32080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47" name="图片 146">
              <a:extLst>
                <a:ext uri="{FF2B5EF4-FFF2-40B4-BE49-F238E27FC236}">
                  <a16:creationId xmlns:a16="http://schemas.microsoft.com/office/drawing/2014/main" id="{F7890D1C-36FA-7F8E-9990-C3FA4573F15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 rot="935833">
              <a:off x="6986023" y="957785"/>
              <a:ext cx="4788638" cy="4787999"/>
            </a:xfrm>
            <a:prstGeom prst="rect">
              <a:avLst/>
            </a:prstGeom>
          </p:spPr>
        </p:pic>
        <p:sp>
          <p:nvSpPr>
            <p:cNvPr id="223" name="流程图: 汇总连接 222">
              <a:extLst>
                <a:ext uri="{FF2B5EF4-FFF2-40B4-BE49-F238E27FC236}">
                  <a16:creationId xmlns:a16="http://schemas.microsoft.com/office/drawing/2014/main" id="{F85F9F5E-7F8C-D806-1208-A61EF4A432E9}"/>
                </a:ext>
              </a:extLst>
            </p:cNvPr>
            <p:cNvSpPr/>
            <p:nvPr/>
          </p:nvSpPr>
          <p:spPr>
            <a:xfrm rot="935833">
              <a:off x="9421591" y="4118501"/>
              <a:ext cx="124085" cy="124085"/>
            </a:xfrm>
            <a:prstGeom prst="flowChartSummingJunction">
              <a:avLst/>
            </a:prstGeom>
            <a:noFill/>
            <a:ln w="15875">
              <a:solidFill>
                <a:srgbClr val="0000C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24" name="直接连接符 223">
              <a:extLst>
                <a:ext uri="{FF2B5EF4-FFF2-40B4-BE49-F238E27FC236}">
                  <a16:creationId xmlns:a16="http://schemas.microsoft.com/office/drawing/2014/main" id="{CB8655E7-9263-66CA-B340-EB4DFB8BE69B}"/>
                </a:ext>
              </a:extLst>
            </p:cNvPr>
            <p:cNvCxnSpPr>
              <a:cxnSpLocks/>
            </p:cNvCxnSpPr>
            <p:nvPr/>
          </p:nvCxnSpPr>
          <p:spPr>
            <a:xfrm rot="935833">
              <a:off x="7250928" y="3774731"/>
              <a:ext cx="1568806" cy="0"/>
            </a:xfrm>
            <a:prstGeom prst="line">
              <a:avLst/>
            </a:prstGeom>
            <a:ln w="12700">
              <a:solidFill>
                <a:srgbClr val="0000CD"/>
              </a:solidFill>
              <a:prstDash val="soli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直接箭头连接符 224">
              <a:extLst>
                <a:ext uri="{FF2B5EF4-FFF2-40B4-BE49-F238E27FC236}">
                  <a16:creationId xmlns:a16="http://schemas.microsoft.com/office/drawing/2014/main" id="{03BD3D9A-C9AA-CCC0-9870-E5E4BC5782EC}"/>
                </a:ext>
              </a:extLst>
            </p:cNvPr>
            <p:cNvCxnSpPr>
              <a:cxnSpLocks/>
            </p:cNvCxnSpPr>
            <p:nvPr/>
          </p:nvCxnSpPr>
          <p:spPr>
            <a:xfrm rot="935833" flipV="1">
              <a:off x="7803576" y="2865144"/>
              <a:ext cx="0" cy="833166"/>
            </a:xfrm>
            <a:prstGeom prst="straightConnector1">
              <a:avLst/>
            </a:prstGeom>
            <a:ln w="12700">
              <a:solidFill>
                <a:srgbClr val="0000CD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直接箭头连接符 225">
              <a:extLst>
                <a:ext uri="{FF2B5EF4-FFF2-40B4-BE49-F238E27FC236}">
                  <a16:creationId xmlns:a16="http://schemas.microsoft.com/office/drawing/2014/main" id="{DB2F3AEE-B761-5E71-8AE1-E33DDFDF6B85}"/>
                </a:ext>
              </a:extLst>
            </p:cNvPr>
            <p:cNvCxnSpPr>
              <a:cxnSpLocks/>
            </p:cNvCxnSpPr>
            <p:nvPr/>
          </p:nvCxnSpPr>
          <p:spPr>
            <a:xfrm rot="935833" flipV="1">
              <a:off x="7506131" y="2264057"/>
              <a:ext cx="0" cy="1336933"/>
            </a:xfrm>
            <a:prstGeom prst="straightConnector1">
              <a:avLst/>
            </a:prstGeom>
            <a:ln w="12700">
              <a:solidFill>
                <a:srgbClr val="0000CD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直接连接符 227">
              <a:extLst>
                <a:ext uri="{FF2B5EF4-FFF2-40B4-BE49-F238E27FC236}">
                  <a16:creationId xmlns:a16="http://schemas.microsoft.com/office/drawing/2014/main" id="{A3F939AE-87BA-7023-2020-9D290276BA0C}"/>
                </a:ext>
              </a:extLst>
            </p:cNvPr>
            <p:cNvCxnSpPr>
              <a:cxnSpLocks/>
            </p:cNvCxnSpPr>
            <p:nvPr/>
          </p:nvCxnSpPr>
          <p:spPr>
            <a:xfrm rot="935833">
              <a:off x="8061322" y="3462178"/>
              <a:ext cx="190500" cy="0"/>
            </a:xfrm>
            <a:prstGeom prst="line">
              <a:avLst/>
            </a:prstGeom>
            <a:ln w="12700">
              <a:solidFill>
                <a:srgbClr val="0000CD"/>
              </a:solidFill>
              <a:prstDash val="soli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" name="直接箭头连接符 228">
              <a:extLst>
                <a:ext uri="{FF2B5EF4-FFF2-40B4-BE49-F238E27FC236}">
                  <a16:creationId xmlns:a16="http://schemas.microsoft.com/office/drawing/2014/main" id="{C103E752-214C-7665-E5F1-11F50DE47006}"/>
                </a:ext>
              </a:extLst>
            </p:cNvPr>
            <p:cNvCxnSpPr>
              <a:cxnSpLocks/>
            </p:cNvCxnSpPr>
            <p:nvPr/>
          </p:nvCxnSpPr>
          <p:spPr>
            <a:xfrm rot="935833" flipV="1">
              <a:off x="8458239" y="3522302"/>
              <a:ext cx="0" cy="363536"/>
            </a:xfrm>
            <a:prstGeom prst="straightConnector1">
              <a:avLst/>
            </a:prstGeom>
            <a:ln w="12700">
              <a:solidFill>
                <a:srgbClr val="0000CD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直接箭头连接符 229">
              <a:extLst>
                <a:ext uri="{FF2B5EF4-FFF2-40B4-BE49-F238E27FC236}">
                  <a16:creationId xmlns:a16="http://schemas.microsoft.com/office/drawing/2014/main" id="{FF7C58E2-8271-6514-4188-11F6201F333C}"/>
                </a:ext>
              </a:extLst>
            </p:cNvPr>
            <p:cNvCxnSpPr>
              <a:cxnSpLocks/>
            </p:cNvCxnSpPr>
            <p:nvPr/>
          </p:nvCxnSpPr>
          <p:spPr>
            <a:xfrm rot="935833" flipV="1">
              <a:off x="8110976" y="3461455"/>
              <a:ext cx="0" cy="328120"/>
            </a:xfrm>
            <a:prstGeom prst="straightConnector1">
              <a:avLst/>
            </a:prstGeom>
            <a:ln w="12700">
              <a:solidFill>
                <a:srgbClr val="0000CD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" name="直接箭头连接符 230">
              <a:extLst>
                <a:ext uri="{FF2B5EF4-FFF2-40B4-BE49-F238E27FC236}">
                  <a16:creationId xmlns:a16="http://schemas.microsoft.com/office/drawing/2014/main" id="{CFDAB8A7-87E1-90B0-F5AC-883C297E14BD}"/>
                </a:ext>
              </a:extLst>
            </p:cNvPr>
            <p:cNvCxnSpPr>
              <a:cxnSpLocks/>
            </p:cNvCxnSpPr>
            <p:nvPr/>
          </p:nvCxnSpPr>
          <p:spPr>
            <a:xfrm rot="935833">
              <a:off x="9497086" y="4062382"/>
              <a:ext cx="90244" cy="0"/>
            </a:xfrm>
            <a:prstGeom prst="straightConnector1">
              <a:avLst/>
            </a:prstGeom>
            <a:ln w="12700">
              <a:solidFill>
                <a:srgbClr val="DC143C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直接箭头连接符 245">
              <a:extLst>
                <a:ext uri="{FF2B5EF4-FFF2-40B4-BE49-F238E27FC236}">
                  <a16:creationId xmlns:a16="http://schemas.microsoft.com/office/drawing/2014/main" id="{442DED86-15C7-DAC2-4ED7-F6A6EDCC2D95}"/>
                </a:ext>
              </a:extLst>
            </p:cNvPr>
            <p:cNvCxnSpPr>
              <a:cxnSpLocks/>
            </p:cNvCxnSpPr>
            <p:nvPr/>
          </p:nvCxnSpPr>
          <p:spPr>
            <a:xfrm rot="935833">
              <a:off x="9544112" y="4249839"/>
              <a:ext cx="386370" cy="0"/>
            </a:xfrm>
            <a:prstGeom prst="straightConnector1">
              <a:avLst/>
            </a:prstGeom>
            <a:ln w="12700">
              <a:solidFill>
                <a:srgbClr val="DC143C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" name="直接箭头连接符 247">
              <a:extLst>
                <a:ext uri="{FF2B5EF4-FFF2-40B4-BE49-F238E27FC236}">
                  <a16:creationId xmlns:a16="http://schemas.microsoft.com/office/drawing/2014/main" id="{D2951ADB-0F71-59B8-C2EF-7E87502F28FA}"/>
                </a:ext>
              </a:extLst>
            </p:cNvPr>
            <p:cNvCxnSpPr>
              <a:cxnSpLocks/>
            </p:cNvCxnSpPr>
            <p:nvPr/>
          </p:nvCxnSpPr>
          <p:spPr>
            <a:xfrm rot="935833">
              <a:off x="10353710" y="4135305"/>
              <a:ext cx="686238" cy="0"/>
            </a:xfrm>
            <a:prstGeom prst="straightConnector1">
              <a:avLst/>
            </a:prstGeom>
            <a:ln w="12700">
              <a:solidFill>
                <a:srgbClr val="DC143C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直接连接符 249">
              <a:extLst>
                <a:ext uri="{FF2B5EF4-FFF2-40B4-BE49-F238E27FC236}">
                  <a16:creationId xmlns:a16="http://schemas.microsoft.com/office/drawing/2014/main" id="{570E6DDE-DDFA-FE77-E798-6A314545D89C}"/>
                </a:ext>
              </a:extLst>
            </p:cNvPr>
            <p:cNvCxnSpPr>
              <a:cxnSpLocks/>
            </p:cNvCxnSpPr>
            <p:nvPr/>
          </p:nvCxnSpPr>
          <p:spPr>
            <a:xfrm rot="935833">
              <a:off x="9535861" y="938105"/>
              <a:ext cx="0" cy="4049607"/>
            </a:xfrm>
            <a:prstGeom prst="line">
              <a:avLst/>
            </a:prstGeom>
            <a:ln w="12700">
              <a:solidFill>
                <a:schemeClr val="tx1"/>
              </a:solidFill>
              <a:prstDash val="lg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直接箭头连接符 250">
              <a:extLst>
                <a:ext uri="{FF2B5EF4-FFF2-40B4-BE49-F238E27FC236}">
                  <a16:creationId xmlns:a16="http://schemas.microsoft.com/office/drawing/2014/main" id="{1BCE793B-002E-F1E0-D6C2-DE01F010F67B}"/>
                </a:ext>
              </a:extLst>
            </p:cNvPr>
            <p:cNvCxnSpPr>
              <a:cxnSpLocks/>
            </p:cNvCxnSpPr>
            <p:nvPr/>
          </p:nvCxnSpPr>
          <p:spPr>
            <a:xfrm rot="935833" flipV="1">
              <a:off x="9374831" y="3325499"/>
              <a:ext cx="180" cy="432524"/>
            </a:xfrm>
            <a:prstGeom prst="straightConnector1">
              <a:avLst/>
            </a:prstGeom>
            <a:ln w="12700">
              <a:solidFill>
                <a:srgbClr val="DC143C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直接箭头连接符 251">
              <a:extLst>
                <a:ext uri="{FF2B5EF4-FFF2-40B4-BE49-F238E27FC236}">
                  <a16:creationId xmlns:a16="http://schemas.microsoft.com/office/drawing/2014/main" id="{0A524933-72F3-170D-E7C4-879926902942}"/>
                </a:ext>
              </a:extLst>
            </p:cNvPr>
            <p:cNvCxnSpPr>
              <a:cxnSpLocks/>
              <a:endCxn id="223" idx="2"/>
            </p:cNvCxnSpPr>
            <p:nvPr/>
          </p:nvCxnSpPr>
          <p:spPr>
            <a:xfrm rot="935833">
              <a:off x="9212793" y="4134953"/>
              <a:ext cx="215042" cy="0"/>
            </a:xfrm>
            <a:prstGeom prst="straightConnector1">
              <a:avLst/>
            </a:prstGeom>
            <a:ln w="12700">
              <a:solidFill>
                <a:srgbClr val="0000CD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" name="直接箭头连接符 267">
              <a:extLst>
                <a:ext uri="{FF2B5EF4-FFF2-40B4-BE49-F238E27FC236}">
                  <a16:creationId xmlns:a16="http://schemas.microsoft.com/office/drawing/2014/main" id="{ECF41D28-282E-B35D-FF09-CDBF775EBD1D}"/>
                </a:ext>
              </a:extLst>
            </p:cNvPr>
            <p:cNvCxnSpPr>
              <a:cxnSpLocks/>
            </p:cNvCxnSpPr>
            <p:nvPr/>
          </p:nvCxnSpPr>
          <p:spPr>
            <a:xfrm rot="935833">
              <a:off x="9695377" y="2723064"/>
              <a:ext cx="43294" cy="67428"/>
            </a:xfrm>
            <a:prstGeom prst="straightConnector1">
              <a:avLst/>
            </a:prstGeom>
            <a:ln w="12700">
              <a:solidFill>
                <a:srgbClr val="DC143C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直接箭头连接符 270">
              <a:extLst>
                <a:ext uri="{FF2B5EF4-FFF2-40B4-BE49-F238E27FC236}">
                  <a16:creationId xmlns:a16="http://schemas.microsoft.com/office/drawing/2014/main" id="{521660D2-51D1-EA3E-8946-0E9A9684F252}"/>
                </a:ext>
              </a:extLst>
            </p:cNvPr>
            <p:cNvCxnSpPr>
              <a:cxnSpLocks/>
            </p:cNvCxnSpPr>
            <p:nvPr/>
          </p:nvCxnSpPr>
          <p:spPr>
            <a:xfrm rot="935833">
              <a:off x="9562802" y="3197986"/>
              <a:ext cx="43294" cy="67428"/>
            </a:xfrm>
            <a:prstGeom prst="straightConnector1">
              <a:avLst/>
            </a:prstGeom>
            <a:ln w="12700">
              <a:solidFill>
                <a:srgbClr val="DC143C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直接箭头连接符 271">
              <a:extLst>
                <a:ext uri="{FF2B5EF4-FFF2-40B4-BE49-F238E27FC236}">
                  <a16:creationId xmlns:a16="http://schemas.microsoft.com/office/drawing/2014/main" id="{1DEED7CE-4198-96CA-1032-BB57DED9173F}"/>
                </a:ext>
              </a:extLst>
            </p:cNvPr>
            <p:cNvCxnSpPr>
              <a:cxnSpLocks/>
            </p:cNvCxnSpPr>
            <p:nvPr/>
          </p:nvCxnSpPr>
          <p:spPr>
            <a:xfrm rot="935833" flipV="1">
              <a:off x="9845199" y="2792819"/>
              <a:ext cx="870800" cy="168223"/>
            </a:xfrm>
            <a:prstGeom prst="straightConnector1">
              <a:avLst/>
            </a:prstGeom>
            <a:ln w="12700">
              <a:solidFill>
                <a:srgbClr val="DC143C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直接箭头连接符 272">
              <a:extLst>
                <a:ext uri="{FF2B5EF4-FFF2-40B4-BE49-F238E27FC236}">
                  <a16:creationId xmlns:a16="http://schemas.microsoft.com/office/drawing/2014/main" id="{1A9F41C1-7708-8F66-04E7-7EBB134A97DB}"/>
                </a:ext>
              </a:extLst>
            </p:cNvPr>
            <p:cNvCxnSpPr>
              <a:cxnSpLocks/>
            </p:cNvCxnSpPr>
            <p:nvPr/>
          </p:nvCxnSpPr>
          <p:spPr>
            <a:xfrm rot="935833" flipV="1">
              <a:off x="9692505" y="3306551"/>
              <a:ext cx="870800" cy="143670"/>
            </a:xfrm>
            <a:prstGeom prst="straightConnector1">
              <a:avLst/>
            </a:prstGeom>
            <a:ln w="12700">
              <a:solidFill>
                <a:srgbClr val="DC143C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4" name="直接箭头连接符 273">
              <a:extLst>
                <a:ext uri="{FF2B5EF4-FFF2-40B4-BE49-F238E27FC236}">
                  <a16:creationId xmlns:a16="http://schemas.microsoft.com/office/drawing/2014/main" id="{77AF1EB1-DF2F-A2D8-C763-9EF7BAB60E79}"/>
                </a:ext>
              </a:extLst>
            </p:cNvPr>
            <p:cNvCxnSpPr>
              <a:cxnSpLocks/>
            </p:cNvCxnSpPr>
            <p:nvPr/>
          </p:nvCxnSpPr>
          <p:spPr>
            <a:xfrm rot="935833" flipH="1" flipV="1">
              <a:off x="9462320" y="1226295"/>
              <a:ext cx="235384" cy="1404952"/>
            </a:xfrm>
            <a:prstGeom prst="straightConnector1">
              <a:avLst/>
            </a:prstGeom>
            <a:ln w="12700">
              <a:solidFill>
                <a:srgbClr val="DC143C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直接箭头连接符 274">
              <a:extLst>
                <a:ext uri="{FF2B5EF4-FFF2-40B4-BE49-F238E27FC236}">
                  <a16:creationId xmlns:a16="http://schemas.microsoft.com/office/drawing/2014/main" id="{9F4A59CA-D978-3E20-7E40-20F1C2D3928B}"/>
                </a:ext>
              </a:extLst>
            </p:cNvPr>
            <p:cNvCxnSpPr>
              <a:cxnSpLocks/>
            </p:cNvCxnSpPr>
            <p:nvPr/>
          </p:nvCxnSpPr>
          <p:spPr>
            <a:xfrm rot="935833" flipH="1" flipV="1">
              <a:off x="9569910" y="751916"/>
              <a:ext cx="261350" cy="1401131"/>
            </a:xfrm>
            <a:prstGeom prst="straightConnector1">
              <a:avLst/>
            </a:prstGeom>
            <a:ln w="12700">
              <a:solidFill>
                <a:srgbClr val="DC143C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25" name="组合 424">
            <a:extLst>
              <a:ext uri="{FF2B5EF4-FFF2-40B4-BE49-F238E27FC236}">
                <a16:creationId xmlns:a16="http://schemas.microsoft.com/office/drawing/2014/main" id="{FD40069C-D5E4-2299-15A9-5DED6C679A10}"/>
              </a:ext>
            </a:extLst>
          </p:cNvPr>
          <p:cNvGrpSpPr/>
          <p:nvPr/>
        </p:nvGrpSpPr>
        <p:grpSpPr>
          <a:xfrm>
            <a:off x="11067579" y="4836292"/>
            <a:ext cx="697199" cy="654705"/>
            <a:chOff x="10002352" y="5149325"/>
            <a:chExt cx="697199" cy="654705"/>
          </a:xfrm>
        </p:grpSpPr>
        <p:sp>
          <p:nvSpPr>
            <p:cNvPr id="285" name="流程图: 汇总连接 284">
              <a:extLst>
                <a:ext uri="{FF2B5EF4-FFF2-40B4-BE49-F238E27FC236}">
                  <a16:creationId xmlns:a16="http://schemas.microsoft.com/office/drawing/2014/main" id="{C9749CAA-9380-FF1F-58B2-A289AECC8E24}"/>
                </a:ext>
              </a:extLst>
            </p:cNvPr>
            <p:cNvSpPr/>
            <p:nvPr/>
          </p:nvSpPr>
          <p:spPr>
            <a:xfrm rot="935833">
              <a:off x="10029978" y="5149325"/>
              <a:ext cx="124085" cy="124085"/>
            </a:xfrm>
            <a:prstGeom prst="flowChartSummingJunction">
              <a:avLst/>
            </a:prstGeom>
            <a:noFill/>
            <a:ln w="15875">
              <a:solidFill>
                <a:srgbClr val="0000C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i="1"/>
            </a:p>
          </p:txBody>
        </p:sp>
        <p:cxnSp>
          <p:nvCxnSpPr>
            <p:cNvPr id="286" name="直接箭头连接符 285">
              <a:extLst>
                <a:ext uri="{FF2B5EF4-FFF2-40B4-BE49-F238E27FC236}">
                  <a16:creationId xmlns:a16="http://schemas.microsoft.com/office/drawing/2014/main" id="{237DBAA5-1918-5976-1ACC-CEE6CB71B5A9}"/>
                </a:ext>
              </a:extLst>
            </p:cNvPr>
            <p:cNvCxnSpPr>
              <a:cxnSpLocks/>
            </p:cNvCxnSpPr>
            <p:nvPr/>
          </p:nvCxnSpPr>
          <p:spPr>
            <a:xfrm rot="935833">
              <a:off x="10142120" y="5298567"/>
              <a:ext cx="557431" cy="4504"/>
            </a:xfrm>
            <a:prstGeom prst="straightConnector1">
              <a:avLst/>
            </a:prstGeom>
            <a:ln w="12700">
              <a:solidFill>
                <a:srgbClr val="0000CD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7" name="直接箭头连接符 286">
              <a:extLst>
                <a:ext uri="{FF2B5EF4-FFF2-40B4-BE49-F238E27FC236}">
                  <a16:creationId xmlns:a16="http://schemas.microsoft.com/office/drawing/2014/main" id="{BC6D1C4C-A396-A543-3006-FC720EFD2BAB}"/>
                </a:ext>
              </a:extLst>
            </p:cNvPr>
            <p:cNvCxnSpPr>
              <a:cxnSpLocks/>
            </p:cNvCxnSpPr>
            <p:nvPr/>
          </p:nvCxnSpPr>
          <p:spPr>
            <a:xfrm rot="935833">
              <a:off x="10002352" y="5261129"/>
              <a:ext cx="0" cy="542901"/>
            </a:xfrm>
            <a:prstGeom prst="straightConnector1">
              <a:avLst/>
            </a:prstGeom>
            <a:ln w="12700">
              <a:solidFill>
                <a:srgbClr val="0000CD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63" name="直接箭头连接符 462">
            <a:extLst>
              <a:ext uri="{FF2B5EF4-FFF2-40B4-BE49-F238E27FC236}">
                <a16:creationId xmlns:a16="http://schemas.microsoft.com/office/drawing/2014/main" id="{10451E52-E204-D840-CB8B-B13B2966A110}"/>
              </a:ext>
            </a:extLst>
          </p:cNvPr>
          <p:cNvCxnSpPr>
            <a:cxnSpLocks/>
          </p:cNvCxnSpPr>
          <p:nvPr/>
        </p:nvCxnSpPr>
        <p:spPr>
          <a:xfrm rot="1149310">
            <a:off x="2346997" y="4217298"/>
            <a:ext cx="459198" cy="0"/>
          </a:xfrm>
          <a:prstGeom prst="straightConnector1">
            <a:avLst/>
          </a:prstGeom>
          <a:ln w="12700">
            <a:solidFill>
              <a:srgbClr val="DC143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3" name="直接连接符 482">
            <a:extLst>
              <a:ext uri="{FF2B5EF4-FFF2-40B4-BE49-F238E27FC236}">
                <a16:creationId xmlns:a16="http://schemas.microsoft.com/office/drawing/2014/main" id="{5AF17CA7-72F7-9647-1F1D-D8A25CFF497A}"/>
              </a:ext>
            </a:extLst>
          </p:cNvPr>
          <p:cNvCxnSpPr>
            <a:cxnSpLocks/>
          </p:cNvCxnSpPr>
          <p:nvPr/>
        </p:nvCxnSpPr>
        <p:spPr>
          <a:xfrm>
            <a:off x="318845" y="3177675"/>
            <a:ext cx="3856798" cy="0"/>
          </a:xfrm>
          <a:prstGeom prst="line">
            <a:avLst/>
          </a:prstGeom>
          <a:ln w="12700">
            <a:solidFill>
              <a:schemeClr val="tx1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4" name="直接连接符 533">
            <a:extLst>
              <a:ext uri="{FF2B5EF4-FFF2-40B4-BE49-F238E27FC236}">
                <a16:creationId xmlns:a16="http://schemas.microsoft.com/office/drawing/2014/main" id="{28DCBBF2-569A-BF19-FBF4-A7AE295AFA26}"/>
              </a:ext>
            </a:extLst>
          </p:cNvPr>
          <p:cNvCxnSpPr>
            <a:cxnSpLocks/>
          </p:cNvCxnSpPr>
          <p:nvPr/>
        </p:nvCxnSpPr>
        <p:spPr>
          <a:xfrm flipV="1">
            <a:off x="3009562" y="3274691"/>
            <a:ext cx="0" cy="691573"/>
          </a:xfrm>
          <a:prstGeom prst="line">
            <a:avLst/>
          </a:prstGeom>
          <a:ln w="12700">
            <a:solidFill>
              <a:schemeClr val="tx1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2" name="直接连接符 561">
            <a:extLst>
              <a:ext uri="{FF2B5EF4-FFF2-40B4-BE49-F238E27FC236}">
                <a16:creationId xmlns:a16="http://schemas.microsoft.com/office/drawing/2014/main" id="{5F15D32E-87DC-39C5-8DEF-C6DCE7A86D50}"/>
              </a:ext>
            </a:extLst>
          </p:cNvPr>
          <p:cNvCxnSpPr>
            <a:cxnSpLocks/>
          </p:cNvCxnSpPr>
          <p:nvPr/>
        </p:nvCxnSpPr>
        <p:spPr>
          <a:xfrm flipV="1">
            <a:off x="9709180" y="3265419"/>
            <a:ext cx="0" cy="821179"/>
          </a:xfrm>
          <a:prstGeom prst="line">
            <a:avLst/>
          </a:prstGeom>
          <a:ln w="12700">
            <a:solidFill>
              <a:schemeClr val="tx1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1" name="直接箭头连接符 600">
            <a:extLst>
              <a:ext uri="{FF2B5EF4-FFF2-40B4-BE49-F238E27FC236}">
                <a16:creationId xmlns:a16="http://schemas.microsoft.com/office/drawing/2014/main" id="{ECA836D5-FD28-EE01-74E1-47EBE037CCED}"/>
              </a:ext>
            </a:extLst>
          </p:cNvPr>
          <p:cNvCxnSpPr>
            <a:cxnSpLocks/>
          </p:cNvCxnSpPr>
          <p:nvPr/>
        </p:nvCxnSpPr>
        <p:spPr>
          <a:xfrm>
            <a:off x="2313504" y="4171020"/>
            <a:ext cx="0" cy="1213054"/>
          </a:xfrm>
          <a:prstGeom prst="straightConnector1">
            <a:avLst/>
          </a:prstGeom>
          <a:ln w="12700">
            <a:solidFill>
              <a:srgbClr val="DC143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5" name="直接箭头连接符 604">
            <a:extLst>
              <a:ext uri="{FF2B5EF4-FFF2-40B4-BE49-F238E27FC236}">
                <a16:creationId xmlns:a16="http://schemas.microsoft.com/office/drawing/2014/main" id="{D2143DC4-EA0D-8B30-FBDE-3FD6550A6B4C}"/>
              </a:ext>
            </a:extLst>
          </p:cNvPr>
          <p:cNvCxnSpPr>
            <a:cxnSpLocks/>
          </p:cNvCxnSpPr>
          <p:nvPr/>
        </p:nvCxnSpPr>
        <p:spPr>
          <a:xfrm>
            <a:off x="9974488" y="4242840"/>
            <a:ext cx="0" cy="1213054"/>
          </a:xfrm>
          <a:prstGeom prst="straightConnector1">
            <a:avLst/>
          </a:prstGeom>
          <a:ln w="12700">
            <a:solidFill>
              <a:srgbClr val="DC143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7" name="文本框 616">
            <a:extLst>
              <a:ext uri="{FF2B5EF4-FFF2-40B4-BE49-F238E27FC236}">
                <a16:creationId xmlns:a16="http://schemas.microsoft.com/office/drawing/2014/main" id="{CB15D671-EDCB-C09D-1146-52306A656CD9}"/>
              </a:ext>
            </a:extLst>
          </p:cNvPr>
          <p:cNvSpPr txBox="1"/>
          <p:nvPr/>
        </p:nvSpPr>
        <p:spPr>
          <a:xfrm>
            <a:off x="157807" y="4968361"/>
            <a:ext cx="27603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i="1" dirty="0">
                <a:solidFill>
                  <a:srgbClr val="0000C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endParaRPr lang="zh-CN" altLang="en-US" sz="1600" i="1" baseline="-25000" dirty="0">
              <a:solidFill>
                <a:srgbClr val="0000C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9" name="文本框 618">
            <a:extLst>
              <a:ext uri="{FF2B5EF4-FFF2-40B4-BE49-F238E27FC236}">
                <a16:creationId xmlns:a16="http://schemas.microsoft.com/office/drawing/2014/main" id="{79E206C2-73FC-BC8D-0BF4-6E0E80BC3ECC}"/>
              </a:ext>
            </a:extLst>
          </p:cNvPr>
          <p:cNvSpPr txBox="1"/>
          <p:nvPr/>
        </p:nvSpPr>
        <p:spPr>
          <a:xfrm>
            <a:off x="1039324" y="4773304"/>
            <a:ext cx="35939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16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lang="zh-CN" altLang="en-US" sz="1600" i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1" name="文本框 620">
            <a:extLst>
              <a:ext uri="{FF2B5EF4-FFF2-40B4-BE49-F238E27FC236}">
                <a16:creationId xmlns:a16="http://schemas.microsoft.com/office/drawing/2014/main" id="{1F4717BC-6CD4-9D6B-3F0B-F37256C12850}"/>
              </a:ext>
            </a:extLst>
          </p:cNvPr>
          <p:cNvSpPr txBox="1"/>
          <p:nvPr/>
        </p:nvSpPr>
        <p:spPr>
          <a:xfrm>
            <a:off x="694674" y="5444823"/>
            <a:ext cx="3481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altLang="zh-CN" sz="16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lang="zh-CN" altLang="en-US" sz="1600" i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2" name="文本框 621">
            <a:extLst>
              <a:ext uri="{FF2B5EF4-FFF2-40B4-BE49-F238E27FC236}">
                <a16:creationId xmlns:a16="http://schemas.microsoft.com/office/drawing/2014/main" id="{24FE7683-DD96-130B-A35D-560FE0BF68C4}"/>
              </a:ext>
            </a:extLst>
          </p:cNvPr>
          <p:cNvSpPr txBox="1"/>
          <p:nvPr/>
        </p:nvSpPr>
        <p:spPr>
          <a:xfrm>
            <a:off x="1024272" y="5455894"/>
            <a:ext cx="2648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i="1" dirty="0">
                <a:solidFill>
                  <a:srgbClr val="0000C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endParaRPr lang="zh-CN" altLang="en-US" sz="1600" i="1" baseline="-25000" dirty="0">
              <a:solidFill>
                <a:srgbClr val="0000C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3" name="文本框 622">
            <a:extLst>
              <a:ext uri="{FF2B5EF4-FFF2-40B4-BE49-F238E27FC236}">
                <a16:creationId xmlns:a16="http://schemas.microsoft.com/office/drawing/2014/main" id="{BE97E01D-3E36-43CA-F999-3F23131BBA17}"/>
              </a:ext>
            </a:extLst>
          </p:cNvPr>
          <p:cNvSpPr txBox="1"/>
          <p:nvPr/>
        </p:nvSpPr>
        <p:spPr>
          <a:xfrm>
            <a:off x="852154" y="4553860"/>
            <a:ext cx="27603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i="1" dirty="0">
                <a:solidFill>
                  <a:srgbClr val="0000C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endParaRPr lang="zh-CN" altLang="en-US" sz="1600" i="1" baseline="-25000" dirty="0">
              <a:solidFill>
                <a:srgbClr val="0000C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5" name="文本框 624">
            <a:extLst>
              <a:ext uri="{FF2B5EF4-FFF2-40B4-BE49-F238E27FC236}">
                <a16:creationId xmlns:a16="http://schemas.microsoft.com/office/drawing/2014/main" id="{9B96B34A-88E8-A575-706C-EA6554473EB5}"/>
              </a:ext>
            </a:extLst>
          </p:cNvPr>
          <p:cNvSpPr txBox="1"/>
          <p:nvPr/>
        </p:nvSpPr>
        <p:spPr>
          <a:xfrm>
            <a:off x="51488" y="4696911"/>
            <a:ext cx="35939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16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lang="zh-CN" altLang="en-US" sz="1600" i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6" name="文本框 625">
            <a:extLst>
              <a:ext uri="{FF2B5EF4-FFF2-40B4-BE49-F238E27FC236}">
                <a16:creationId xmlns:a16="http://schemas.microsoft.com/office/drawing/2014/main" id="{23362C5B-7C12-59DB-F159-14ED22686E92}"/>
              </a:ext>
            </a:extLst>
          </p:cNvPr>
          <p:cNvSpPr txBox="1"/>
          <p:nvPr/>
        </p:nvSpPr>
        <p:spPr>
          <a:xfrm>
            <a:off x="10909778" y="4519971"/>
            <a:ext cx="27603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i="1" dirty="0">
                <a:solidFill>
                  <a:srgbClr val="0000C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endParaRPr lang="zh-CN" altLang="en-US" sz="1600" i="1" baseline="-25000" dirty="0">
              <a:solidFill>
                <a:srgbClr val="0000C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7" name="文本框 626">
            <a:extLst>
              <a:ext uri="{FF2B5EF4-FFF2-40B4-BE49-F238E27FC236}">
                <a16:creationId xmlns:a16="http://schemas.microsoft.com/office/drawing/2014/main" id="{3B1E4A0D-4815-6A4D-2500-5FA08793AA43}"/>
              </a:ext>
            </a:extLst>
          </p:cNvPr>
          <p:cNvSpPr txBox="1"/>
          <p:nvPr/>
        </p:nvSpPr>
        <p:spPr>
          <a:xfrm>
            <a:off x="11773120" y="4619631"/>
            <a:ext cx="35939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16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lang="zh-CN" altLang="en-US" sz="1600" i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8" name="文本框 627">
            <a:extLst>
              <a:ext uri="{FF2B5EF4-FFF2-40B4-BE49-F238E27FC236}">
                <a16:creationId xmlns:a16="http://schemas.microsoft.com/office/drawing/2014/main" id="{0C6B2218-D0B0-5419-38BD-907C17746AF2}"/>
              </a:ext>
            </a:extLst>
          </p:cNvPr>
          <p:cNvSpPr txBox="1"/>
          <p:nvPr/>
        </p:nvSpPr>
        <p:spPr>
          <a:xfrm>
            <a:off x="11051830" y="5455894"/>
            <a:ext cx="3481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altLang="zh-CN" sz="16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lang="zh-CN" altLang="en-US" sz="1600" i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9" name="文本框 628">
            <a:extLst>
              <a:ext uri="{FF2B5EF4-FFF2-40B4-BE49-F238E27FC236}">
                <a16:creationId xmlns:a16="http://schemas.microsoft.com/office/drawing/2014/main" id="{6BD67D8F-5D9E-71D0-C219-EC903BC305F3}"/>
              </a:ext>
            </a:extLst>
          </p:cNvPr>
          <p:cNvSpPr txBox="1"/>
          <p:nvPr/>
        </p:nvSpPr>
        <p:spPr>
          <a:xfrm>
            <a:off x="10802174" y="5409089"/>
            <a:ext cx="2648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i="1" dirty="0">
                <a:solidFill>
                  <a:srgbClr val="0000C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endParaRPr lang="zh-CN" altLang="en-US" sz="1600" i="1" baseline="-25000" dirty="0">
              <a:solidFill>
                <a:srgbClr val="0000C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0" name="文本框 629">
            <a:extLst>
              <a:ext uri="{FF2B5EF4-FFF2-40B4-BE49-F238E27FC236}">
                <a16:creationId xmlns:a16="http://schemas.microsoft.com/office/drawing/2014/main" id="{886E6962-D707-458C-7FE3-5B5708862DC4}"/>
              </a:ext>
            </a:extLst>
          </p:cNvPr>
          <p:cNvSpPr txBox="1"/>
          <p:nvPr/>
        </p:nvSpPr>
        <p:spPr>
          <a:xfrm>
            <a:off x="11719597" y="4911380"/>
            <a:ext cx="27603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i="1" dirty="0">
                <a:solidFill>
                  <a:srgbClr val="0000C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endParaRPr lang="zh-CN" altLang="en-US" sz="1600" i="1" baseline="-25000" dirty="0">
              <a:solidFill>
                <a:srgbClr val="0000C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1" name="文本框 630">
            <a:extLst>
              <a:ext uri="{FF2B5EF4-FFF2-40B4-BE49-F238E27FC236}">
                <a16:creationId xmlns:a16="http://schemas.microsoft.com/office/drawing/2014/main" id="{5408E49A-F35A-9A74-F232-F007BFFB7297}"/>
              </a:ext>
            </a:extLst>
          </p:cNvPr>
          <p:cNvSpPr txBox="1"/>
          <p:nvPr/>
        </p:nvSpPr>
        <p:spPr>
          <a:xfrm>
            <a:off x="10750924" y="4706910"/>
            <a:ext cx="35939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16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lang="zh-CN" altLang="en-US" sz="1600" i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2" name="文本框 631">
            <a:extLst>
              <a:ext uri="{FF2B5EF4-FFF2-40B4-BE49-F238E27FC236}">
                <a16:creationId xmlns:a16="http://schemas.microsoft.com/office/drawing/2014/main" id="{A61D15AF-B466-2D63-5FA5-552ED19C9A6C}"/>
              </a:ext>
            </a:extLst>
          </p:cNvPr>
          <p:cNvSpPr txBox="1"/>
          <p:nvPr/>
        </p:nvSpPr>
        <p:spPr>
          <a:xfrm>
            <a:off x="2120021" y="5362835"/>
            <a:ext cx="3561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i="1" dirty="0">
                <a:solidFill>
                  <a:srgbClr val="DC14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endParaRPr lang="zh-CN" altLang="en-US" sz="1600" i="1" baseline="-25000" dirty="0">
              <a:solidFill>
                <a:srgbClr val="DC143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9" name="文本框 668">
            <a:extLst>
              <a:ext uri="{FF2B5EF4-FFF2-40B4-BE49-F238E27FC236}">
                <a16:creationId xmlns:a16="http://schemas.microsoft.com/office/drawing/2014/main" id="{A123FB79-41B3-6095-12D2-8997AD6F70A2}"/>
              </a:ext>
            </a:extLst>
          </p:cNvPr>
          <p:cNvSpPr txBox="1"/>
          <p:nvPr/>
        </p:nvSpPr>
        <p:spPr>
          <a:xfrm>
            <a:off x="2739311" y="4138053"/>
            <a:ext cx="3321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i="1" dirty="0">
                <a:solidFill>
                  <a:srgbClr val="DC14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zh-CN" altLang="en-US" sz="1600" i="1" baseline="-25000" dirty="0">
              <a:solidFill>
                <a:srgbClr val="DC143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2" name="文本框 671">
            <a:extLst>
              <a:ext uri="{FF2B5EF4-FFF2-40B4-BE49-F238E27FC236}">
                <a16:creationId xmlns:a16="http://schemas.microsoft.com/office/drawing/2014/main" id="{C94978E5-38D3-C72E-4BC7-EA21E8DEA92A}"/>
              </a:ext>
            </a:extLst>
          </p:cNvPr>
          <p:cNvSpPr txBox="1"/>
          <p:nvPr/>
        </p:nvSpPr>
        <p:spPr>
          <a:xfrm>
            <a:off x="2420450" y="3670272"/>
            <a:ext cx="46679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i="1" dirty="0" err="1">
                <a:solidFill>
                  <a:srgbClr val="0000C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1600" i="1" baseline="-25000" dirty="0" err="1">
                <a:solidFill>
                  <a:srgbClr val="0000C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CG</a:t>
            </a:r>
            <a:endParaRPr lang="zh-CN" altLang="en-US" sz="1600" i="1" baseline="-25000" dirty="0">
              <a:solidFill>
                <a:srgbClr val="0000C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4" name="文本框 673">
            <a:extLst>
              <a:ext uri="{FF2B5EF4-FFF2-40B4-BE49-F238E27FC236}">
                <a16:creationId xmlns:a16="http://schemas.microsoft.com/office/drawing/2014/main" id="{A935AE22-62AE-F8AB-1407-39E208CA744F}"/>
              </a:ext>
            </a:extLst>
          </p:cNvPr>
          <p:cNvSpPr txBox="1"/>
          <p:nvPr/>
        </p:nvSpPr>
        <p:spPr>
          <a:xfrm>
            <a:off x="2103073" y="2302182"/>
            <a:ext cx="599844" cy="338554"/>
          </a:xfrm>
          <a:prstGeom prst="rect">
            <a:avLst/>
          </a:prstGeom>
          <a:gradFill>
            <a:gsLst>
              <a:gs pos="39000">
                <a:schemeClr val="bg1"/>
              </a:gs>
              <a:gs pos="76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</a:gradFill>
        </p:spPr>
        <p:txBody>
          <a:bodyPr wrap="none" rtlCol="0">
            <a:spAutoFit/>
          </a:bodyPr>
          <a:lstStyle/>
          <a:p>
            <a:r>
              <a:rPr lang="en-US" altLang="zh-CN" sz="1600" i="1" dirty="0">
                <a:solidFill>
                  <a:srgbClr val="DC14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1600" i="1" baseline="-25000" dirty="0">
                <a:solidFill>
                  <a:srgbClr val="DC14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1600" i="1" baseline="-55000" dirty="0">
                <a:solidFill>
                  <a:srgbClr val="DC14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UR</a:t>
            </a:r>
            <a:endParaRPr lang="zh-CN" altLang="en-US" sz="1600" i="1" baseline="-25000" dirty="0">
              <a:solidFill>
                <a:srgbClr val="DC143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5" name="文本框 674">
            <a:extLst>
              <a:ext uri="{FF2B5EF4-FFF2-40B4-BE49-F238E27FC236}">
                <a16:creationId xmlns:a16="http://schemas.microsoft.com/office/drawing/2014/main" id="{0A17F9F3-7622-7E38-74EA-A9F9A6FC294D}"/>
              </a:ext>
            </a:extLst>
          </p:cNvPr>
          <p:cNvSpPr txBox="1"/>
          <p:nvPr/>
        </p:nvSpPr>
        <p:spPr>
          <a:xfrm>
            <a:off x="56810" y="2451634"/>
            <a:ext cx="30970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endParaRPr lang="zh-CN" altLang="en-US" sz="1600" i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6" name="文本框 675">
            <a:extLst>
              <a:ext uri="{FF2B5EF4-FFF2-40B4-BE49-F238E27FC236}">
                <a16:creationId xmlns:a16="http://schemas.microsoft.com/office/drawing/2014/main" id="{5905825D-B7AF-AF50-F109-30D5381D1F18}"/>
              </a:ext>
            </a:extLst>
          </p:cNvPr>
          <p:cNvSpPr txBox="1"/>
          <p:nvPr/>
        </p:nvSpPr>
        <p:spPr>
          <a:xfrm>
            <a:off x="119376" y="2806568"/>
            <a:ext cx="4523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altLang="zh-CN" sz="1600" i="1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θ</a:t>
            </a:r>
            <a:r>
              <a:rPr lang="en-US" altLang="zh-CN" sz="16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FP</a:t>
            </a:r>
            <a:endParaRPr lang="zh-CN" altLang="en-US" sz="1600" i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78" name="直接箭头连接符 677">
            <a:extLst>
              <a:ext uri="{FF2B5EF4-FFF2-40B4-BE49-F238E27FC236}">
                <a16:creationId xmlns:a16="http://schemas.microsoft.com/office/drawing/2014/main" id="{20958F26-8103-D0AD-6896-7DBAF7723DAC}"/>
              </a:ext>
            </a:extLst>
          </p:cNvPr>
          <p:cNvCxnSpPr>
            <a:cxnSpLocks/>
          </p:cNvCxnSpPr>
          <p:nvPr/>
        </p:nvCxnSpPr>
        <p:spPr>
          <a:xfrm>
            <a:off x="102306" y="2734288"/>
            <a:ext cx="856881" cy="29462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0" name="文本框 679">
            <a:extLst>
              <a:ext uri="{FF2B5EF4-FFF2-40B4-BE49-F238E27FC236}">
                <a16:creationId xmlns:a16="http://schemas.microsoft.com/office/drawing/2014/main" id="{96046CD0-B632-D089-E3F2-4534318B70BC}"/>
              </a:ext>
            </a:extLst>
          </p:cNvPr>
          <p:cNvSpPr txBox="1"/>
          <p:nvPr/>
        </p:nvSpPr>
        <p:spPr>
          <a:xfrm>
            <a:off x="477209" y="3139104"/>
            <a:ext cx="36099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altLang="zh-CN" sz="1600" i="1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α</a:t>
            </a:r>
            <a:r>
              <a:rPr lang="en-US" altLang="zh-CN" sz="16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endParaRPr lang="zh-CN" altLang="en-US" sz="1600" i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1" name="文本框 680">
            <a:extLst>
              <a:ext uri="{FF2B5EF4-FFF2-40B4-BE49-F238E27FC236}">
                <a16:creationId xmlns:a16="http://schemas.microsoft.com/office/drawing/2014/main" id="{9FB00591-A454-E9A8-439F-76F36CD7DCE3}"/>
              </a:ext>
            </a:extLst>
          </p:cNvPr>
          <p:cNvSpPr txBox="1"/>
          <p:nvPr/>
        </p:nvSpPr>
        <p:spPr>
          <a:xfrm>
            <a:off x="4175643" y="4480268"/>
            <a:ext cx="41710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i="1" dirty="0" err="1">
                <a:solidFill>
                  <a:srgbClr val="0000C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1600" i="1" baseline="-25000" dirty="0" err="1">
                <a:solidFill>
                  <a:srgbClr val="0000C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</a:t>
            </a:r>
            <a:endParaRPr lang="zh-CN" altLang="en-US" sz="1600" i="1" baseline="-25000" dirty="0">
              <a:solidFill>
                <a:srgbClr val="0000C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2" name="文本框 681">
            <a:extLst>
              <a:ext uri="{FF2B5EF4-FFF2-40B4-BE49-F238E27FC236}">
                <a16:creationId xmlns:a16="http://schemas.microsoft.com/office/drawing/2014/main" id="{4CB399E5-F8DB-1D9F-20B3-263E4D0AAFC3}"/>
              </a:ext>
            </a:extLst>
          </p:cNvPr>
          <p:cNvSpPr txBox="1"/>
          <p:nvPr/>
        </p:nvSpPr>
        <p:spPr>
          <a:xfrm>
            <a:off x="4298745" y="4919599"/>
            <a:ext cx="4010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i="1" dirty="0" err="1">
                <a:solidFill>
                  <a:srgbClr val="0000C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1600" i="1" baseline="-25000" dirty="0" err="1">
                <a:solidFill>
                  <a:srgbClr val="0000C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VT</a:t>
            </a:r>
            <a:endParaRPr lang="zh-CN" altLang="en-US" sz="1600" i="1" baseline="-25000" dirty="0">
              <a:solidFill>
                <a:srgbClr val="0000C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3" name="文本框 682">
            <a:extLst>
              <a:ext uri="{FF2B5EF4-FFF2-40B4-BE49-F238E27FC236}">
                <a16:creationId xmlns:a16="http://schemas.microsoft.com/office/drawing/2014/main" id="{25CA2D92-020F-A43F-AF56-E034EF6D12B2}"/>
              </a:ext>
            </a:extLst>
          </p:cNvPr>
          <p:cNvSpPr txBox="1"/>
          <p:nvPr/>
        </p:nvSpPr>
        <p:spPr>
          <a:xfrm>
            <a:off x="2985062" y="3302918"/>
            <a:ext cx="2856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altLang="zh-CN" sz="1600" i="1" dirty="0">
                <a:solidFill>
                  <a:srgbClr val="0000CD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θ</a:t>
            </a:r>
            <a:endParaRPr lang="zh-CN" altLang="en-US" sz="1600" i="1" baseline="-25000" dirty="0">
              <a:solidFill>
                <a:srgbClr val="0000C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5" name="文本框 684">
            <a:extLst>
              <a:ext uri="{FF2B5EF4-FFF2-40B4-BE49-F238E27FC236}">
                <a16:creationId xmlns:a16="http://schemas.microsoft.com/office/drawing/2014/main" id="{15CD14B3-3672-7889-04FF-6372A7ECA99F}"/>
              </a:ext>
            </a:extLst>
          </p:cNvPr>
          <p:cNvSpPr txBox="1"/>
          <p:nvPr/>
        </p:nvSpPr>
        <p:spPr>
          <a:xfrm>
            <a:off x="1721182" y="363139"/>
            <a:ext cx="48122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i="1" dirty="0">
                <a:solidFill>
                  <a:srgbClr val="DC14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1600" i="1" baseline="-25000" dirty="0">
                <a:solidFill>
                  <a:srgbClr val="DC14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UR</a:t>
            </a:r>
            <a:endParaRPr lang="zh-CN" altLang="en-US" sz="1600" i="1" baseline="-25000" dirty="0">
              <a:solidFill>
                <a:srgbClr val="DC143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6" name="文本框 685">
            <a:extLst>
              <a:ext uri="{FF2B5EF4-FFF2-40B4-BE49-F238E27FC236}">
                <a16:creationId xmlns:a16="http://schemas.microsoft.com/office/drawing/2014/main" id="{E4908A9B-0B08-3E5A-D4DC-288A41ECB9F4}"/>
              </a:ext>
            </a:extLst>
          </p:cNvPr>
          <p:cNvSpPr txBox="1"/>
          <p:nvPr/>
        </p:nvSpPr>
        <p:spPr>
          <a:xfrm>
            <a:off x="1813846" y="1031437"/>
            <a:ext cx="4571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i="1" dirty="0">
                <a:solidFill>
                  <a:srgbClr val="DC14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1600" i="1" baseline="-25000" dirty="0">
                <a:solidFill>
                  <a:srgbClr val="DC14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LR</a:t>
            </a:r>
            <a:endParaRPr lang="zh-CN" altLang="en-US" sz="1600" i="1" baseline="-25000" dirty="0">
              <a:solidFill>
                <a:srgbClr val="DC143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7" name="文本框 686">
            <a:extLst>
              <a:ext uri="{FF2B5EF4-FFF2-40B4-BE49-F238E27FC236}">
                <a16:creationId xmlns:a16="http://schemas.microsoft.com/office/drawing/2014/main" id="{DE03A269-2B06-7347-360C-9AAB13BCBDE4}"/>
              </a:ext>
            </a:extLst>
          </p:cNvPr>
          <p:cNvSpPr txBox="1"/>
          <p:nvPr/>
        </p:nvSpPr>
        <p:spPr>
          <a:xfrm>
            <a:off x="4359244" y="2539367"/>
            <a:ext cx="61587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HP</a:t>
            </a:r>
            <a:r>
              <a:rPr lang="en-US" altLang="zh-CN" sz="16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LR</a:t>
            </a:r>
            <a:endParaRPr lang="zh-CN" altLang="en-US" sz="1600" i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8" name="文本框 687">
            <a:extLst>
              <a:ext uri="{FF2B5EF4-FFF2-40B4-BE49-F238E27FC236}">
                <a16:creationId xmlns:a16="http://schemas.microsoft.com/office/drawing/2014/main" id="{A4CB812A-F9B2-4F31-D595-F3770083734A}"/>
              </a:ext>
            </a:extLst>
          </p:cNvPr>
          <p:cNvSpPr txBox="1"/>
          <p:nvPr/>
        </p:nvSpPr>
        <p:spPr>
          <a:xfrm>
            <a:off x="4292397" y="2052110"/>
            <a:ext cx="6399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HP</a:t>
            </a:r>
            <a:r>
              <a:rPr lang="en-US" altLang="zh-CN" sz="16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UR</a:t>
            </a:r>
            <a:endParaRPr lang="zh-CN" altLang="en-US" sz="1600" i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89" name="直接连接符 688">
            <a:extLst>
              <a:ext uri="{FF2B5EF4-FFF2-40B4-BE49-F238E27FC236}">
                <a16:creationId xmlns:a16="http://schemas.microsoft.com/office/drawing/2014/main" id="{6F97B8BC-4C0E-5980-22FE-67E841C54176}"/>
              </a:ext>
            </a:extLst>
          </p:cNvPr>
          <p:cNvCxnSpPr>
            <a:cxnSpLocks/>
          </p:cNvCxnSpPr>
          <p:nvPr/>
        </p:nvCxnSpPr>
        <p:spPr>
          <a:xfrm rot="21110378">
            <a:off x="4888056" y="2360821"/>
            <a:ext cx="190500" cy="0"/>
          </a:xfrm>
          <a:prstGeom prst="line">
            <a:avLst/>
          </a:prstGeom>
          <a:ln w="12700">
            <a:solidFill>
              <a:srgbClr val="0000CD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0" name="文本框 689">
            <a:extLst>
              <a:ext uri="{FF2B5EF4-FFF2-40B4-BE49-F238E27FC236}">
                <a16:creationId xmlns:a16="http://schemas.microsoft.com/office/drawing/2014/main" id="{6F14A423-09E9-8712-6DA4-C3997236A307}"/>
              </a:ext>
            </a:extLst>
          </p:cNvPr>
          <p:cNvSpPr txBox="1"/>
          <p:nvPr/>
        </p:nvSpPr>
        <p:spPr>
          <a:xfrm>
            <a:off x="3914463" y="1074892"/>
            <a:ext cx="7312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TPP</a:t>
            </a:r>
            <a:r>
              <a:rPr lang="en-US" altLang="zh-CN" sz="16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UR</a:t>
            </a:r>
            <a:endParaRPr lang="zh-CN" altLang="en-US" sz="1600" i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1" name="文本框 690">
            <a:extLst>
              <a:ext uri="{FF2B5EF4-FFF2-40B4-BE49-F238E27FC236}">
                <a16:creationId xmlns:a16="http://schemas.microsoft.com/office/drawing/2014/main" id="{38987C34-3EF9-7FF9-A322-6AC7EAF3701F}"/>
              </a:ext>
            </a:extLst>
          </p:cNvPr>
          <p:cNvSpPr txBox="1"/>
          <p:nvPr/>
        </p:nvSpPr>
        <p:spPr>
          <a:xfrm>
            <a:off x="4059145" y="1637350"/>
            <a:ext cx="70724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TPP</a:t>
            </a:r>
            <a:r>
              <a:rPr lang="en-US" altLang="zh-CN" sz="16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LR</a:t>
            </a:r>
            <a:endParaRPr lang="zh-CN" altLang="en-US" sz="1600" i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3" name="文本框 692">
            <a:extLst>
              <a:ext uri="{FF2B5EF4-FFF2-40B4-BE49-F238E27FC236}">
                <a16:creationId xmlns:a16="http://schemas.microsoft.com/office/drawing/2014/main" id="{3F9A48A1-BA63-64E8-1F9E-D38216DB2FFD}"/>
              </a:ext>
            </a:extLst>
          </p:cNvPr>
          <p:cNvSpPr txBox="1"/>
          <p:nvPr/>
        </p:nvSpPr>
        <p:spPr>
          <a:xfrm>
            <a:off x="4081426" y="3280481"/>
            <a:ext cx="4459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i="1" dirty="0" err="1">
                <a:solidFill>
                  <a:srgbClr val="0000C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zh-CN" sz="1600" i="1" baseline="-25000" dirty="0" err="1">
                <a:solidFill>
                  <a:srgbClr val="0000C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LR</a:t>
            </a:r>
            <a:endParaRPr lang="zh-CN" altLang="en-US" sz="1600" i="1" baseline="-25000" dirty="0">
              <a:solidFill>
                <a:srgbClr val="0000C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4" name="文本框 693">
            <a:extLst>
              <a:ext uri="{FF2B5EF4-FFF2-40B4-BE49-F238E27FC236}">
                <a16:creationId xmlns:a16="http://schemas.microsoft.com/office/drawing/2014/main" id="{0B589E19-DFFC-1E39-CEEC-5F6428DEC4B7}"/>
              </a:ext>
            </a:extLst>
          </p:cNvPr>
          <p:cNvSpPr txBox="1"/>
          <p:nvPr/>
        </p:nvSpPr>
        <p:spPr>
          <a:xfrm>
            <a:off x="4656565" y="2888676"/>
            <a:ext cx="47000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i="1" dirty="0" err="1">
                <a:solidFill>
                  <a:srgbClr val="0000C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zh-CN" sz="1600" i="1" baseline="-25000" dirty="0" err="1">
                <a:solidFill>
                  <a:srgbClr val="0000C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UR</a:t>
            </a:r>
            <a:endParaRPr lang="zh-CN" altLang="en-US" sz="1600" i="1" baseline="-25000" dirty="0">
              <a:solidFill>
                <a:srgbClr val="0000C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5" name="文本框 694">
            <a:extLst>
              <a:ext uri="{FF2B5EF4-FFF2-40B4-BE49-F238E27FC236}">
                <a16:creationId xmlns:a16="http://schemas.microsoft.com/office/drawing/2014/main" id="{A5C50E1A-5024-5A9F-7660-C2084EDC312F}"/>
              </a:ext>
            </a:extLst>
          </p:cNvPr>
          <p:cNvSpPr txBox="1"/>
          <p:nvPr/>
        </p:nvSpPr>
        <p:spPr>
          <a:xfrm>
            <a:off x="5189508" y="3258701"/>
            <a:ext cx="461986" cy="338554"/>
          </a:xfrm>
          <a:prstGeom prst="rect">
            <a:avLst/>
          </a:prstGeom>
          <a:gradFill flip="none" rotWithShape="1">
            <a:gsLst>
              <a:gs pos="22000">
                <a:schemeClr val="bg1"/>
              </a:gs>
              <a:gs pos="100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txBody>
          <a:bodyPr wrap="none" rtlCol="0">
            <a:spAutoFit/>
          </a:bodyPr>
          <a:lstStyle/>
          <a:p>
            <a:r>
              <a:rPr lang="en-US" altLang="zh-CN" sz="1600" i="1" dirty="0" err="1">
                <a:solidFill>
                  <a:srgbClr val="0000C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zh-CN" sz="1600" i="1" baseline="-25000" dirty="0" err="1">
                <a:solidFill>
                  <a:srgbClr val="0000C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</a:t>
            </a:r>
            <a:endParaRPr lang="zh-CN" altLang="en-US" sz="1600" i="1" baseline="-25000" dirty="0">
              <a:solidFill>
                <a:srgbClr val="0000C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7" name="文本框 696">
            <a:extLst>
              <a:ext uri="{FF2B5EF4-FFF2-40B4-BE49-F238E27FC236}">
                <a16:creationId xmlns:a16="http://schemas.microsoft.com/office/drawing/2014/main" id="{A96771D7-2070-8EA0-BBE2-DA085813F41A}"/>
              </a:ext>
            </a:extLst>
          </p:cNvPr>
          <p:cNvSpPr txBox="1"/>
          <p:nvPr/>
        </p:nvSpPr>
        <p:spPr>
          <a:xfrm>
            <a:off x="5703416" y="3202793"/>
            <a:ext cx="461986" cy="338554"/>
          </a:xfrm>
          <a:prstGeom prst="rect">
            <a:avLst/>
          </a:prstGeom>
          <a:gradFill>
            <a:gsLst>
              <a:gs pos="24000">
                <a:schemeClr val="bg1"/>
              </a:gs>
              <a:gs pos="100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</a:gradFill>
        </p:spPr>
        <p:txBody>
          <a:bodyPr wrap="none" rtlCol="0">
            <a:spAutoFit/>
          </a:bodyPr>
          <a:lstStyle/>
          <a:p>
            <a:r>
              <a:rPr lang="en-US" altLang="zh-CN" sz="1600" i="1" dirty="0" err="1">
                <a:solidFill>
                  <a:srgbClr val="0000C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zh-CN" sz="1600" i="1" baseline="-25000" dirty="0" err="1">
                <a:solidFill>
                  <a:srgbClr val="0000C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VT</a:t>
            </a:r>
            <a:endParaRPr lang="zh-CN" altLang="en-US" sz="1600" i="1" baseline="-25000" dirty="0">
              <a:solidFill>
                <a:srgbClr val="0000C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8" name="文本框 697">
            <a:extLst>
              <a:ext uri="{FF2B5EF4-FFF2-40B4-BE49-F238E27FC236}">
                <a16:creationId xmlns:a16="http://schemas.microsoft.com/office/drawing/2014/main" id="{2DF3CB69-63A2-B3DC-0144-99AB9254180D}"/>
              </a:ext>
            </a:extLst>
          </p:cNvPr>
          <p:cNvSpPr txBox="1"/>
          <p:nvPr/>
        </p:nvSpPr>
        <p:spPr>
          <a:xfrm>
            <a:off x="11415488" y="1960212"/>
            <a:ext cx="7312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TPP</a:t>
            </a:r>
            <a:r>
              <a:rPr lang="en-US" altLang="zh-CN" sz="16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UR</a:t>
            </a:r>
            <a:endParaRPr lang="zh-CN" altLang="en-US" sz="1600" i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9" name="文本框 698">
            <a:extLst>
              <a:ext uri="{FF2B5EF4-FFF2-40B4-BE49-F238E27FC236}">
                <a16:creationId xmlns:a16="http://schemas.microsoft.com/office/drawing/2014/main" id="{01DB1B03-FD95-A5DD-B402-50BD9002E032}"/>
              </a:ext>
            </a:extLst>
          </p:cNvPr>
          <p:cNvSpPr txBox="1"/>
          <p:nvPr/>
        </p:nvSpPr>
        <p:spPr>
          <a:xfrm>
            <a:off x="11335585" y="2481635"/>
            <a:ext cx="70724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TPP</a:t>
            </a:r>
            <a:r>
              <a:rPr lang="en-US" altLang="zh-CN" sz="16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LR</a:t>
            </a:r>
            <a:endParaRPr lang="zh-CN" altLang="en-US" sz="1600" i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0" name="文本框 699">
            <a:extLst>
              <a:ext uri="{FF2B5EF4-FFF2-40B4-BE49-F238E27FC236}">
                <a16:creationId xmlns:a16="http://schemas.microsoft.com/office/drawing/2014/main" id="{52A8ADF1-E2DB-6492-1D11-D53EB8815883}"/>
              </a:ext>
            </a:extLst>
          </p:cNvPr>
          <p:cNvSpPr txBox="1"/>
          <p:nvPr/>
        </p:nvSpPr>
        <p:spPr>
          <a:xfrm>
            <a:off x="7564913" y="1918194"/>
            <a:ext cx="6399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HP</a:t>
            </a:r>
            <a:r>
              <a:rPr lang="en-US" altLang="zh-CN" sz="16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UR</a:t>
            </a:r>
            <a:endParaRPr lang="zh-CN" altLang="en-US" sz="1600" i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1" name="文本框 700">
            <a:extLst>
              <a:ext uri="{FF2B5EF4-FFF2-40B4-BE49-F238E27FC236}">
                <a16:creationId xmlns:a16="http://schemas.microsoft.com/office/drawing/2014/main" id="{0E0344B6-55C6-DA8D-C738-0A0E7B1E1CDB}"/>
              </a:ext>
            </a:extLst>
          </p:cNvPr>
          <p:cNvSpPr txBox="1"/>
          <p:nvPr/>
        </p:nvSpPr>
        <p:spPr>
          <a:xfrm>
            <a:off x="7425612" y="2392333"/>
            <a:ext cx="61587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HP</a:t>
            </a:r>
            <a:r>
              <a:rPr lang="en-US" altLang="zh-CN" sz="16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LR</a:t>
            </a:r>
            <a:endParaRPr lang="zh-CN" altLang="en-US" sz="1600" i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3" name="文本框 732">
            <a:extLst>
              <a:ext uri="{FF2B5EF4-FFF2-40B4-BE49-F238E27FC236}">
                <a16:creationId xmlns:a16="http://schemas.microsoft.com/office/drawing/2014/main" id="{2A2896AD-C315-E106-F81F-9121EA723B13}"/>
              </a:ext>
            </a:extLst>
          </p:cNvPr>
          <p:cNvSpPr txBox="1"/>
          <p:nvPr/>
        </p:nvSpPr>
        <p:spPr>
          <a:xfrm>
            <a:off x="5982856" y="2339198"/>
            <a:ext cx="4732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i="1" dirty="0">
                <a:solidFill>
                  <a:srgbClr val="DC14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1600" i="1" baseline="-25000" dirty="0">
                <a:solidFill>
                  <a:srgbClr val="DC14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</a:t>
            </a:r>
            <a:endParaRPr lang="zh-CN" altLang="en-US" sz="1600" i="1" baseline="-25000" dirty="0">
              <a:solidFill>
                <a:srgbClr val="DC143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4" name="文本框 733">
            <a:extLst>
              <a:ext uri="{FF2B5EF4-FFF2-40B4-BE49-F238E27FC236}">
                <a16:creationId xmlns:a16="http://schemas.microsoft.com/office/drawing/2014/main" id="{112E89AB-2C87-89CF-2219-18466457E667}"/>
              </a:ext>
            </a:extLst>
          </p:cNvPr>
          <p:cNvSpPr txBox="1"/>
          <p:nvPr/>
        </p:nvSpPr>
        <p:spPr>
          <a:xfrm>
            <a:off x="6550947" y="2725323"/>
            <a:ext cx="50687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i="1" dirty="0">
                <a:solidFill>
                  <a:srgbClr val="DC14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1600" i="1" baseline="-25000" dirty="0">
                <a:solidFill>
                  <a:srgbClr val="DC14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</a:t>
            </a:r>
            <a:endParaRPr lang="zh-CN" altLang="en-US" sz="1600" i="1" baseline="-25000" dirty="0">
              <a:solidFill>
                <a:srgbClr val="DC143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5" name="文本框 734">
            <a:extLst>
              <a:ext uri="{FF2B5EF4-FFF2-40B4-BE49-F238E27FC236}">
                <a16:creationId xmlns:a16="http://schemas.microsoft.com/office/drawing/2014/main" id="{7FDDC4CF-21D3-FA7E-7C8A-14ECEDFF89E2}"/>
              </a:ext>
            </a:extLst>
          </p:cNvPr>
          <p:cNvSpPr txBox="1"/>
          <p:nvPr/>
        </p:nvSpPr>
        <p:spPr>
          <a:xfrm>
            <a:off x="6840000" y="3089424"/>
            <a:ext cx="59343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solidFill>
                  <a:srgbClr val="DC14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1600" i="1" dirty="0">
                <a:solidFill>
                  <a:srgbClr val="DC14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1600" i="1" baseline="-25000" dirty="0">
                <a:solidFill>
                  <a:srgbClr val="DC14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VT</a:t>
            </a:r>
            <a:endParaRPr lang="zh-CN" altLang="en-US" sz="1600" i="1" baseline="-25000" dirty="0">
              <a:solidFill>
                <a:srgbClr val="DC143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6" name="文本框 735">
            <a:extLst>
              <a:ext uri="{FF2B5EF4-FFF2-40B4-BE49-F238E27FC236}">
                <a16:creationId xmlns:a16="http://schemas.microsoft.com/office/drawing/2014/main" id="{EE4076E9-DC44-CB9F-E117-46DA295CF84E}"/>
              </a:ext>
            </a:extLst>
          </p:cNvPr>
          <p:cNvSpPr txBox="1"/>
          <p:nvPr/>
        </p:nvSpPr>
        <p:spPr>
          <a:xfrm>
            <a:off x="2371241" y="912193"/>
            <a:ext cx="599844" cy="338554"/>
          </a:xfrm>
          <a:prstGeom prst="rect">
            <a:avLst/>
          </a:prstGeom>
          <a:gradFill>
            <a:gsLst>
              <a:gs pos="27000">
                <a:schemeClr val="bg1"/>
              </a:gs>
              <a:gs pos="43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</a:gradFill>
        </p:spPr>
        <p:txBody>
          <a:bodyPr wrap="none" rtlCol="0">
            <a:spAutoFit/>
          </a:bodyPr>
          <a:lstStyle/>
          <a:p>
            <a:r>
              <a:rPr lang="el-GR" altLang="zh-CN" sz="1600" i="1" dirty="0">
                <a:solidFill>
                  <a:srgbClr val="0000CD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β</a:t>
            </a:r>
            <a:r>
              <a:rPr lang="en-US" altLang="zh-CN" sz="1600" i="1" baseline="-25000" dirty="0">
                <a:solidFill>
                  <a:srgbClr val="0000CD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1c</a:t>
            </a:r>
            <a:r>
              <a:rPr lang="en-US" altLang="zh-CN" sz="1600" i="1" baseline="-55000" dirty="0">
                <a:solidFill>
                  <a:srgbClr val="0000CD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UR</a:t>
            </a:r>
            <a:endParaRPr lang="zh-CN" altLang="en-US" sz="1600" i="1" baseline="-25000" dirty="0">
              <a:solidFill>
                <a:srgbClr val="0000C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8" name="文本框 737">
            <a:extLst>
              <a:ext uri="{FF2B5EF4-FFF2-40B4-BE49-F238E27FC236}">
                <a16:creationId xmlns:a16="http://schemas.microsoft.com/office/drawing/2014/main" id="{DE88ECC6-CC75-E768-2B33-6E719BFDFCCC}"/>
              </a:ext>
            </a:extLst>
          </p:cNvPr>
          <p:cNvSpPr txBox="1"/>
          <p:nvPr/>
        </p:nvSpPr>
        <p:spPr>
          <a:xfrm>
            <a:off x="3700577" y="1946176"/>
            <a:ext cx="514885" cy="338554"/>
          </a:xfrm>
          <a:prstGeom prst="rect">
            <a:avLst/>
          </a:prstGeom>
          <a:gradFill>
            <a:gsLst>
              <a:gs pos="39000">
                <a:schemeClr val="bg1"/>
              </a:gs>
              <a:gs pos="76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</a:gradFill>
        </p:spPr>
        <p:txBody>
          <a:bodyPr wrap="none" rtlCol="0">
            <a:spAutoFit/>
          </a:bodyPr>
          <a:lstStyle/>
          <a:p>
            <a:r>
              <a:rPr lang="en-US" altLang="zh-CN" sz="1600" i="1" dirty="0">
                <a:solidFill>
                  <a:srgbClr val="DC14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zh-CN" sz="1600" i="1" baseline="-25000" dirty="0">
                <a:solidFill>
                  <a:srgbClr val="DC14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UR</a:t>
            </a:r>
            <a:endParaRPr lang="zh-CN" altLang="en-US" sz="1600" i="1" baseline="-25000" dirty="0">
              <a:solidFill>
                <a:srgbClr val="DC143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9" name="文本框 738">
            <a:extLst>
              <a:ext uri="{FF2B5EF4-FFF2-40B4-BE49-F238E27FC236}">
                <a16:creationId xmlns:a16="http://schemas.microsoft.com/office/drawing/2014/main" id="{6D3DA571-6C18-4EFE-ED2A-063D2F002717}"/>
              </a:ext>
            </a:extLst>
          </p:cNvPr>
          <p:cNvSpPr txBox="1"/>
          <p:nvPr/>
        </p:nvSpPr>
        <p:spPr>
          <a:xfrm>
            <a:off x="3813366" y="2500670"/>
            <a:ext cx="490840" cy="338554"/>
          </a:xfrm>
          <a:prstGeom prst="rect">
            <a:avLst/>
          </a:prstGeom>
          <a:gradFill>
            <a:gsLst>
              <a:gs pos="39000">
                <a:schemeClr val="bg1"/>
              </a:gs>
              <a:gs pos="76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</a:gradFill>
        </p:spPr>
        <p:txBody>
          <a:bodyPr wrap="none" rtlCol="0">
            <a:spAutoFit/>
          </a:bodyPr>
          <a:lstStyle/>
          <a:p>
            <a:r>
              <a:rPr lang="en-US" altLang="zh-CN" sz="1600" i="1" dirty="0">
                <a:solidFill>
                  <a:srgbClr val="DC14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zh-CN" sz="1600" i="1" baseline="-25000" dirty="0">
                <a:solidFill>
                  <a:srgbClr val="DC14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LR</a:t>
            </a:r>
            <a:endParaRPr lang="zh-CN" altLang="en-US" sz="1600" i="1" baseline="-25000" dirty="0">
              <a:solidFill>
                <a:srgbClr val="DC143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44" name="文本框 743">
            <a:extLst>
              <a:ext uri="{FF2B5EF4-FFF2-40B4-BE49-F238E27FC236}">
                <a16:creationId xmlns:a16="http://schemas.microsoft.com/office/drawing/2014/main" id="{2BC70BC8-903A-BD01-023B-0547825CD8A6}"/>
              </a:ext>
            </a:extLst>
          </p:cNvPr>
          <p:cNvSpPr txBox="1"/>
          <p:nvPr/>
        </p:nvSpPr>
        <p:spPr>
          <a:xfrm>
            <a:off x="9782678" y="5455894"/>
            <a:ext cx="3561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i="1" dirty="0">
                <a:solidFill>
                  <a:srgbClr val="DC14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endParaRPr lang="zh-CN" altLang="en-US" sz="1600" i="1" baseline="-25000" dirty="0">
              <a:solidFill>
                <a:srgbClr val="DC143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45" name="文本框 744">
            <a:extLst>
              <a:ext uri="{FF2B5EF4-FFF2-40B4-BE49-F238E27FC236}">
                <a16:creationId xmlns:a16="http://schemas.microsoft.com/office/drawing/2014/main" id="{C6BE3402-24E9-7236-D6D8-500C6579CD80}"/>
              </a:ext>
            </a:extLst>
          </p:cNvPr>
          <p:cNvSpPr txBox="1"/>
          <p:nvPr/>
        </p:nvSpPr>
        <p:spPr>
          <a:xfrm>
            <a:off x="9773570" y="418770"/>
            <a:ext cx="48122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i="1" dirty="0">
                <a:solidFill>
                  <a:srgbClr val="DC14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1600" i="1" baseline="-25000" dirty="0">
                <a:solidFill>
                  <a:srgbClr val="DC14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UR</a:t>
            </a:r>
            <a:endParaRPr lang="zh-CN" altLang="en-US" sz="1600" i="1" baseline="-25000" dirty="0">
              <a:solidFill>
                <a:srgbClr val="DC143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46" name="文本框 745">
            <a:extLst>
              <a:ext uri="{FF2B5EF4-FFF2-40B4-BE49-F238E27FC236}">
                <a16:creationId xmlns:a16="http://schemas.microsoft.com/office/drawing/2014/main" id="{0F92675F-F254-A4D0-212B-67359F7B649C}"/>
              </a:ext>
            </a:extLst>
          </p:cNvPr>
          <p:cNvSpPr txBox="1"/>
          <p:nvPr/>
        </p:nvSpPr>
        <p:spPr>
          <a:xfrm>
            <a:off x="9658881" y="1001547"/>
            <a:ext cx="4571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i="1" dirty="0">
                <a:solidFill>
                  <a:srgbClr val="DC14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1600" i="1" baseline="-25000" dirty="0">
                <a:solidFill>
                  <a:srgbClr val="DC14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LR</a:t>
            </a:r>
            <a:endParaRPr lang="zh-CN" altLang="en-US" sz="1600" i="1" baseline="-25000" dirty="0">
              <a:solidFill>
                <a:srgbClr val="DC143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47" name="文本框 746">
            <a:extLst>
              <a:ext uri="{FF2B5EF4-FFF2-40B4-BE49-F238E27FC236}">
                <a16:creationId xmlns:a16="http://schemas.microsoft.com/office/drawing/2014/main" id="{9A53B4AF-9B29-93D8-B37B-B96B6DFE0487}"/>
              </a:ext>
            </a:extLst>
          </p:cNvPr>
          <p:cNvSpPr txBox="1"/>
          <p:nvPr/>
        </p:nvSpPr>
        <p:spPr>
          <a:xfrm>
            <a:off x="10965982" y="2530473"/>
            <a:ext cx="481222" cy="338554"/>
          </a:xfrm>
          <a:prstGeom prst="rect">
            <a:avLst/>
          </a:prstGeom>
          <a:gradFill>
            <a:gsLst>
              <a:gs pos="23000">
                <a:schemeClr val="bg1"/>
              </a:gs>
              <a:gs pos="55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</a:gradFill>
        </p:spPr>
        <p:txBody>
          <a:bodyPr wrap="none" rtlCol="0">
            <a:spAutoFit/>
          </a:bodyPr>
          <a:lstStyle/>
          <a:p>
            <a:r>
              <a:rPr lang="en-US" altLang="zh-CN" sz="1600" i="1" dirty="0">
                <a:solidFill>
                  <a:srgbClr val="DC14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1600" i="1" baseline="-25000" dirty="0">
                <a:solidFill>
                  <a:srgbClr val="DC14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UR</a:t>
            </a:r>
            <a:endParaRPr lang="zh-CN" altLang="en-US" sz="1600" i="1" baseline="-25000" dirty="0">
              <a:solidFill>
                <a:srgbClr val="DC143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48" name="文本框 747">
            <a:extLst>
              <a:ext uri="{FF2B5EF4-FFF2-40B4-BE49-F238E27FC236}">
                <a16:creationId xmlns:a16="http://schemas.microsoft.com/office/drawing/2014/main" id="{111AA687-624F-620E-C99D-F8D54B78F662}"/>
              </a:ext>
            </a:extLst>
          </p:cNvPr>
          <p:cNvSpPr txBox="1"/>
          <p:nvPr/>
        </p:nvSpPr>
        <p:spPr>
          <a:xfrm>
            <a:off x="10917387" y="3089347"/>
            <a:ext cx="457176" cy="338554"/>
          </a:xfrm>
          <a:prstGeom prst="rect">
            <a:avLst/>
          </a:prstGeom>
          <a:gradFill>
            <a:gsLst>
              <a:gs pos="39000">
                <a:schemeClr val="bg1"/>
              </a:gs>
              <a:gs pos="76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</a:gradFill>
        </p:spPr>
        <p:txBody>
          <a:bodyPr wrap="none" rtlCol="0">
            <a:spAutoFit/>
          </a:bodyPr>
          <a:lstStyle/>
          <a:p>
            <a:r>
              <a:rPr lang="en-US" altLang="zh-CN" sz="1600" i="1" dirty="0">
                <a:solidFill>
                  <a:srgbClr val="DC14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1600" i="1" baseline="-25000" dirty="0">
                <a:solidFill>
                  <a:srgbClr val="DC14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LR</a:t>
            </a:r>
            <a:endParaRPr lang="zh-CN" altLang="en-US" sz="1600" i="1" baseline="-25000" dirty="0">
              <a:solidFill>
                <a:srgbClr val="DC143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49" name="文本框 748">
            <a:extLst>
              <a:ext uri="{FF2B5EF4-FFF2-40B4-BE49-F238E27FC236}">
                <a16:creationId xmlns:a16="http://schemas.microsoft.com/office/drawing/2014/main" id="{FDFA0785-AA60-C97B-E868-DD5E0D7DEDC8}"/>
              </a:ext>
            </a:extLst>
          </p:cNvPr>
          <p:cNvSpPr txBox="1"/>
          <p:nvPr/>
        </p:nvSpPr>
        <p:spPr>
          <a:xfrm>
            <a:off x="11244936" y="3821672"/>
            <a:ext cx="44954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i="1" dirty="0">
                <a:solidFill>
                  <a:srgbClr val="DC14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1600" i="1" baseline="-25000" dirty="0">
                <a:solidFill>
                  <a:srgbClr val="DC14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VT</a:t>
            </a:r>
            <a:endParaRPr lang="zh-CN" altLang="en-US" sz="1600" i="1" baseline="-25000" dirty="0">
              <a:solidFill>
                <a:srgbClr val="DC143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50" name="文本框 749">
            <a:extLst>
              <a:ext uri="{FF2B5EF4-FFF2-40B4-BE49-F238E27FC236}">
                <a16:creationId xmlns:a16="http://schemas.microsoft.com/office/drawing/2014/main" id="{2864E7F6-D1E7-8631-D443-4B6B887CD189}"/>
              </a:ext>
            </a:extLst>
          </p:cNvPr>
          <p:cNvSpPr txBox="1"/>
          <p:nvPr/>
        </p:nvSpPr>
        <p:spPr>
          <a:xfrm>
            <a:off x="10306288" y="4251780"/>
            <a:ext cx="38183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i="1" dirty="0">
                <a:solidFill>
                  <a:srgbClr val="DC14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1600" i="1" baseline="-25000" dirty="0">
                <a:solidFill>
                  <a:srgbClr val="DC14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endParaRPr lang="zh-CN" altLang="en-US" sz="1600" i="1" baseline="-25000" dirty="0">
              <a:solidFill>
                <a:srgbClr val="DC143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52" name="文本框 751">
            <a:extLst>
              <a:ext uri="{FF2B5EF4-FFF2-40B4-BE49-F238E27FC236}">
                <a16:creationId xmlns:a16="http://schemas.microsoft.com/office/drawing/2014/main" id="{0EF37D7D-0854-980C-5771-23C3CACF81F6}"/>
              </a:ext>
            </a:extLst>
          </p:cNvPr>
          <p:cNvSpPr txBox="1"/>
          <p:nvPr/>
        </p:nvSpPr>
        <p:spPr>
          <a:xfrm>
            <a:off x="9830890" y="3382582"/>
            <a:ext cx="473206" cy="338554"/>
          </a:xfrm>
          <a:prstGeom prst="rect">
            <a:avLst/>
          </a:prstGeom>
          <a:gradFill>
            <a:gsLst>
              <a:gs pos="30000">
                <a:schemeClr val="bg1"/>
              </a:gs>
              <a:gs pos="68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</a:gradFill>
        </p:spPr>
        <p:txBody>
          <a:bodyPr wrap="none" rtlCol="0">
            <a:spAutoFit/>
          </a:bodyPr>
          <a:lstStyle/>
          <a:p>
            <a:r>
              <a:rPr lang="en-US" altLang="zh-CN" sz="1600" i="1" dirty="0">
                <a:solidFill>
                  <a:srgbClr val="DC14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1600" i="1" baseline="-25000" dirty="0">
                <a:solidFill>
                  <a:srgbClr val="DC14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</a:t>
            </a:r>
            <a:endParaRPr lang="zh-CN" altLang="en-US" sz="1600" i="1" baseline="-25000" dirty="0">
              <a:solidFill>
                <a:srgbClr val="DC143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53" name="文本框 752">
            <a:extLst>
              <a:ext uri="{FF2B5EF4-FFF2-40B4-BE49-F238E27FC236}">
                <a16:creationId xmlns:a16="http://schemas.microsoft.com/office/drawing/2014/main" id="{AFAF4F96-6C33-D57C-9CA3-287090C37CEA}"/>
              </a:ext>
            </a:extLst>
          </p:cNvPr>
          <p:cNvSpPr txBox="1"/>
          <p:nvPr/>
        </p:nvSpPr>
        <p:spPr>
          <a:xfrm>
            <a:off x="9452689" y="4048021"/>
            <a:ext cx="466794" cy="338554"/>
          </a:xfrm>
          <a:prstGeom prst="rect">
            <a:avLst/>
          </a:prstGeom>
          <a:gradFill>
            <a:gsLst>
              <a:gs pos="70690">
                <a:schemeClr val="bg1">
                  <a:alpha val="0"/>
                </a:schemeClr>
              </a:gs>
              <a:gs pos="9000">
                <a:schemeClr val="bg1"/>
              </a:gs>
              <a:gs pos="48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</a:gradFill>
        </p:spPr>
        <p:txBody>
          <a:bodyPr wrap="none" rtlCol="0">
            <a:spAutoFit/>
          </a:bodyPr>
          <a:lstStyle/>
          <a:p>
            <a:r>
              <a:rPr lang="en-US" altLang="zh-CN" sz="1600" i="1" dirty="0" err="1">
                <a:solidFill>
                  <a:srgbClr val="0000C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1600" i="1" baseline="-25000" dirty="0" err="1">
                <a:solidFill>
                  <a:srgbClr val="0000C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CG</a:t>
            </a:r>
            <a:endParaRPr lang="zh-CN" altLang="en-US" sz="1600" i="1" baseline="-25000" dirty="0">
              <a:solidFill>
                <a:srgbClr val="0000C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54" name="文本框 753">
            <a:extLst>
              <a:ext uri="{FF2B5EF4-FFF2-40B4-BE49-F238E27FC236}">
                <a16:creationId xmlns:a16="http://schemas.microsoft.com/office/drawing/2014/main" id="{654F74DC-C54D-160E-7F76-CC6C6D091C52}"/>
              </a:ext>
            </a:extLst>
          </p:cNvPr>
          <p:cNvSpPr txBox="1"/>
          <p:nvPr/>
        </p:nvSpPr>
        <p:spPr>
          <a:xfrm>
            <a:off x="9467851" y="3325689"/>
            <a:ext cx="212230" cy="338554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</a:gradFill>
        </p:spPr>
        <p:txBody>
          <a:bodyPr wrap="square" rtlCol="0">
            <a:spAutoFit/>
          </a:bodyPr>
          <a:lstStyle/>
          <a:p>
            <a:r>
              <a:rPr lang="el-GR" altLang="zh-CN" sz="1600" i="1" dirty="0">
                <a:solidFill>
                  <a:srgbClr val="0000CD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ϕ</a:t>
            </a:r>
            <a:endParaRPr lang="zh-CN" altLang="en-US" sz="1600" i="1" baseline="-25000" dirty="0">
              <a:solidFill>
                <a:srgbClr val="0000C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59E7ED7-701A-8C03-5826-48621390B84B}"/>
              </a:ext>
            </a:extLst>
          </p:cNvPr>
          <p:cNvSpPr txBox="1"/>
          <p:nvPr/>
        </p:nvSpPr>
        <p:spPr>
          <a:xfrm>
            <a:off x="8206670" y="3346128"/>
            <a:ext cx="46198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i="1" dirty="0" err="1">
                <a:solidFill>
                  <a:srgbClr val="0000C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zh-CN" sz="1600" i="1" baseline="-25000" dirty="0" err="1">
                <a:solidFill>
                  <a:srgbClr val="0000C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VT</a:t>
            </a:r>
            <a:endParaRPr lang="zh-CN" altLang="en-US" sz="1600" i="1" baseline="-25000" dirty="0">
              <a:solidFill>
                <a:srgbClr val="0000C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865C23B-9E31-C867-3FF2-4112EEB099C5}"/>
              </a:ext>
            </a:extLst>
          </p:cNvPr>
          <p:cNvSpPr txBox="1"/>
          <p:nvPr/>
        </p:nvSpPr>
        <p:spPr>
          <a:xfrm>
            <a:off x="7529347" y="2766920"/>
            <a:ext cx="47000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i="1" dirty="0" err="1">
                <a:solidFill>
                  <a:srgbClr val="0000C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zh-CN" sz="1600" i="1" baseline="-25000" dirty="0" err="1">
                <a:solidFill>
                  <a:srgbClr val="0000C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UR</a:t>
            </a:r>
            <a:endParaRPr lang="zh-CN" altLang="en-US" sz="1600" i="1" baseline="-25000" dirty="0">
              <a:solidFill>
                <a:srgbClr val="0000C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394A4D0-6823-8424-0281-F8AC5F6CB0BD}"/>
              </a:ext>
            </a:extLst>
          </p:cNvPr>
          <p:cNvSpPr txBox="1"/>
          <p:nvPr/>
        </p:nvSpPr>
        <p:spPr>
          <a:xfrm>
            <a:off x="7875994" y="3033516"/>
            <a:ext cx="4459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i="1" dirty="0" err="1">
                <a:solidFill>
                  <a:srgbClr val="0000C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zh-CN" sz="1600" i="1" baseline="-25000" dirty="0" err="1">
                <a:solidFill>
                  <a:srgbClr val="0000C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LR</a:t>
            </a:r>
            <a:endParaRPr lang="zh-CN" altLang="en-US" sz="1600" i="1" baseline="-25000" dirty="0">
              <a:solidFill>
                <a:srgbClr val="0000C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DBDA668-D12D-B5BA-A487-BD758F21D7F0}"/>
              </a:ext>
            </a:extLst>
          </p:cNvPr>
          <p:cNvSpPr txBox="1"/>
          <p:nvPr/>
        </p:nvSpPr>
        <p:spPr>
          <a:xfrm>
            <a:off x="8902686" y="3552494"/>
            <a:ext cx="46198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i="1" dirty="0" err="1">
                <a:solidFill>
                  <a:srgbClr val="0000C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zh-CN" sz="1600" i="1" baseline="-25000" dirty="0" err="1">
                <a:solidFill>
                  <a:srgbClr val="0000C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</a:t>
            </a:r>
            <a:endParaRPr lang="zh-CN" altLang="en-US" sz="1600" i="1" baseline="-25000" dirty="0">
              <a:solidFill>
                <a:srgbClr val="0000C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8D35F380-2EF8-27C9-CA2D-198CC4E8D9A5}"/>
              </a:ext>
            </a:extLst>
          </p:cNvPr>
          <p:cNvCxnSpPr>
            <a:cxnSpLocks/>
          </p:cNvCxnSpPr>
          <p:nvPr/>
        </p:nvCxnSpPr>
        <p:spPr>
          <a:xfrm rot="935833">
            <a:off x="8798796" y="3556585"/>
            <a:ext cx="686238" cy="0"/>
          </a:xfrm>
          <a:prstGeom prst="straightConnector1">
            <a:avLst/>
          </a:prstGeom>
          <a:ln w="12700">
            <a:solidFill>
              <a:srgbClr val="DC143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1D746C54-8DEE-DBC7-AEE4-692691C43277}"/>
              </a:ext>
            </a:extLst>
          </p:cNvPr>
          <p:cNvSpPr txBox="1"/>
          <p:nvPr/>
        </p:nvSpPr>
        <p:spPr>
          <a:xfrm>
            <a:off x="9041574" y="3218137"/>
            <a:ext cx="44954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i="1" dirty="0">
                <a:solidFill>
                  <a:srgbClr val="DC14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1600" i="1" baseline="-25000" dirty="0">
                <a:solidFill>
                  <a:srgbClr val="DC14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VT</a:t>
            </a:r>
            <a:endParaRPr lang="zh-CN" altLang="en-US" sz="1600" i="1" baseline="-25000" dirty="0">
              <a:solidFill>
                <a:srgbClr val="DC143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970256C-9125-E58F-41CB-BCB372A65021}"/>
              </a:ext>
            </a:extLst>
          </p:cNvPr>
          <p:cNvSpPr txBox="1"/>
          <p:nvPr/>
        </p:nvSpPr>
        <p:spPr>
          <a:xfrm>
            <a:off x="2219762" y="2780008"/>
            <a:ext cx="57579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i="1" dirty="0" err="1">
                <a:solidFill>
                  <a:srgbClr val="DC14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1600" i="1" baseline="-25000" dirty="0" err="1">
                <a:solidFill>
                  <a:srgbClr val="DC14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1600" i="1" baseline="-55000" dirty="0" err="1">
                <a:solidFill>
                  <a:srgbClr val="DC14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LR</a:t>
            </a:r>
            <a:endParaRPr lang="zh-CN" altLang="en-US" sz="1600" i="1" baseline="-25000" dirty="0">
              <a:solidFill>
                <a:srgbClr val="DC143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9A659B2-194D-0885-8AC2-353E66878043}"/>
              </a:ext>
            </a:extLst>
          </p:cNvPr>
          <p:cNvSpPr txBox="1"/>
          <p:nvPr/>
        </p:nvSpPr>
        <p:spPr>
          <a:xfrm>
            <a:off x="1747489" y="4015185"/>
            <a:ext cx="500458" cy="33855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CN" sz="1600" i="1" dirty="0" err="1">
                <a:solidFill>
                  <a:srgbClr val="DC14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1600" i="1" baseline="-25000" dirty="0" err="1">
                <a:solidFill>
                  <a:srgbClr val="DC14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1600" i="1" baseline="-55000" dirty="0" err="1">
                <a:solidFill>
                  <a:srgbClr val="DC14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endParaRPr lang="zh-CN" altLang="en-US" sz="1600" i="1" baseline="-25000" dirty="0">
              <a:solidFill>
                <a:srgbClr val="DC143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48B245D-DDD1-D633-8299-57FFD78B75DB}"/>
              </a:ext>
            </a:extLst>
          </p:cNvPr>
          <p:cNvSpPr txBox="1"/>
          <p:nvPr/>
        </p:nvSpPr>
        <p:spPr>
          <a:xfrm>
            <a:off x="2505583" y="1808190"/>
            <a:ext cx="575799" cy="338554"/>
          </a:xfrm>
          <a:prstGeom prst="rect">
            <a:avLst/>
          </a:prstGeom>
          <a:gradFill>
            <a:gsLst>
              <a:gs pos="27000">
                <a:schemeClr val="bg1"/>
              </a:gs>
              <a:gs pos="43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</a:gradFill>
        </p:spPr>
        <p:txBody>
          <a:bodyPr wrap="none" rtlCol="0">
            <a:spAutoFit/>
          </a:bodyPr>
          <a:lstStyle/>
          <a:p>
            <a:r>
              <a:rPr lang="el-GR" altLang="zh-CN" sz="1600" i="1" dirty="0">
                <a:solidFill>
                  <a:srgbClr val="0000CD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β</a:t>
            </a:r>
            <a:r>
              <a:rPr lang="en-US" altLang="zh-CN" sz="1600" i="1" baseline="-25000" dirty="0">
                <a:solidFill>
                  <a:srgbClr val="0000CD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1c</a:t>
            </a:r>
            <a:r>
              <a:rPr lang="en-US" altLang="zh-CN" sz="1600" i="1" baseline="-55000" dirty="0">
                <a:solidFill>
                  <a:srgbClr val="0000CD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LR</a:t>
            </a:r>
            <a:endParaRPr lang="zh-CN" altLang="en-US" sz="1600" i="1" baseline="-25000" dirty="0">
              <a:solidFill>
                <a:srgbClr val="0000C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BF57178-3723-EBDF-C047-205E47A5D9F4}"/>
              </a:ext>
            </a:extLst>
          </p:cNvPr>
          <p:cNvSpPr txBox="1"/>
          <p:nvPr/>
        </p:nvSpPr>
        <p:spPr>
          <a:xfrm>
            <a:off x="10022405" y="2036783"/>
            <a:ext cx="567784" cy="338554"/>
          </a:xfrm>
          <a:prstGeom prst="rect">
            <a:avLst/>
          </a:prstGeom>
          <a:gradFill>
            <a:gsLst>
              <a:gs pos="27000">
                <a:schemeClr val="bg1"/>
              </a:gs>
              <a:gs pos="43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</a:gradFill>
        </p:spPr>
        <p:txBody>
          <a:bodyPr wrap="none" rtlCol="0">
            <a:spAutoFit/>
          </a:bodyPr>
          <a:lstStyle/>
          <a:p>
            <a:r>
              <a:rPr lang="el-GR" altLang="zh-CN" sz="1600" i="1" dirty="0">
                <a:solidFill>
                  <a:srgbClr val="0000CD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β</a:t>
            </a:r>
            <a:r>
              <a:rPr lang="en-US" altLang="zh-CN" sz="1600" i="1" baseline="-25000" dirty="0">
                <a:solidFill>
                  <a:srgbClr val="0000CD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1s</a:t>
            </a:r>
            <a:r>
              <a:rPr lang="en-US" altLang="zh-CN" sz="1600" i="1" baseline="-55000" dirty="0">
                <a:solidFill>
                  <a:srgbClr val="0000CD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LR</a:t>
            </a:r>
            <a:endParaRPr lang="zh-CN" altLang="en-US" sz="1600" i="1" baseline="-25000" dirty="0">
              <a:solidFill>
                <a:srgbClr val="0000C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B325EA7-5DA3-E802-BF27-A0F44547445F}"/>
              </a:ext>
            </a:extLst>
          </p:cNvPr>
          <p:cNvSpPr txBox="1"/>
          <p:nvPr/>
        </p:nvSpPr>
        <p:spPr>
          <a:xfrm>
            <a:off x="10201202" y="994803"/>
            <a:ext cx="591829" cy="338554"/>
          </a:xfrm>
          <a:prstGeom prst="rect">
            <a:avLst/>
          </a:prstGeom>
          <a:gradFill>
            <a:gsLst>
              <a:gs pos="27000">
                <a:schemeClr val="bg1"/>
              </a:gs>
              <a:gs pos="43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</a:gradFill>
        </p:spPr>
        <p:txBody>
          <a:bodyPr wrap="none" rtlCol="0">
            <a:spAutoFit/>
          </a:bodyPr>
          <a:lstStyle/>
          <a:p>
            <a:r>
              <a:rPr lang="el-GR" altLang="zh-CN" sz="1600" i="1" dirty="0">
                <a:solidFill>
                  <a:srgbClr val="0000CD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β</a:t>
            </a:r>
            <a:r>
              <a:rPr lang="en-US" altLang="zh-CN" sz="1600" i="1" baseline="-25000" dirty="0">
                <a:solidFill>
                  <a:srgbClr val="0000CD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1s</a:t>
            </a:r>
            <a:r>
              <a:rPr lang="en-US" altLang="zh-CN" sz="1600" i="1" baseline="-55000" dirty="0">
                <a:solidFill>
                  <a:srgbClr val="0000CD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UR</a:t>
            </a:r>
            <a:endParaRPr lang="zh-CN" altLang="en-US" sz="1600" i="1" baseline="-25000" dirty="0">
              <a:solidFill>
                <a:srgbClr val="0000C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8B81D18-C49E-DC29-B75A-57ED2C559C17}"/>
              </a:ext>
            </a:extLst>
          </p:cNvPr>
          <p:cNvSpPr txBox="1"/>
          <p:nvPr/>
        </p:nvSpPr>
        <p:spPr>
          <a:xfrm>
            <a:off x="9431504" y="2295425"/>
            <a:ext cx="599844" cy="338554"/>
          </a:xfrm>
          <a:prstGeom prst="rect">
            <a:avLst/>
          </a:prstGeom>
          <a:gradFill>
            <a:gsLst>
              <a:gs pos="39000">
                <a:schemeClr val="bg1"/>
              </a:gs>
              <a:gs pos="76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</a:gradFill>
        </p:spPr>
        <p:txBody>
          <a:bodyPr wrap="none" rtlCol="0">
            <a:spAutoFit/>
          </a:bodyPr>
          <a:lstStyle/>
          <a:p>
            <a:r>
              <a:rPr lang="en-US" altLang="zh-CN" sz="1600" i="1" dirty="0" err="1">
                <a:solidFill>
                  <a:srgbClr val="DC14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1600" i="1" baseline="-25000" dirty="0" err="1">
                <a:solidFill>
                  <a:srgbClr val="DC14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1600" i="1" baseline="-55000" dirty="0" err="1">
                <a:solidFill>
                  <a:srgbClr val="DC14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UR</a:t>
            </a:r>
            <a:endParaRPr lang="zh-CN" altLang="en-US" sz="1600" i="1" baseline="-25000" dirty="0">
              <a:solidFill>
                <a:srgbClr val="DC143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AA01678-E4F6-05B3-F922-3A08CD642EB5}"/>
              </a:ext>
            </a:extLst>
          </p:cNvPr>
          <p:cNvSpPr txBox="1"/>
          <p:nvPr/>
        </p:nvSpPr>
        <p:spPr>
          <a:xfrm>
            <a:off x="9339087" y="2772838"/>
            <a:ext cx="57579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i="1" dirty="0" err="1">
                <a:solidFill>
                  <a:srgbClr val="DC14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1600" i="1" baseline="-25000" dirty="0" err="1">
                <a:solidFill>
                  <a:srgbClr val="DC14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1600" i="1" baseline="-55000" dirty="0" err="1">
                <a:solidFill>
                  <a:srgbClr val="DC14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LR</a:t>
            </a:r>
            <a:endParaRPr lang="zh-CN" altLang="en-US" sz="1600" i="1" baseline="-25000" dirty="0">
              <a:solidFill>
                <a:srgbClr val="DC143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145E91E2-0567-B454-6E6B-0DC473E2A4D0}"/>
              </a:ext>
            </a:extLst>
          </p:cNvPr>
          <p:cNvSpPr txBox="1"/>
          <p:nvPr/>
        </p:nvSpPr>
        <p:spPr>
          <a:xfrm>
            <a:off x="10037442" y="3857956"/>
            <a:ext cx="5004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i="1" dirty="0" err="1">
                <a:solidFill>
                  <a:srgbClr val="DC14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1600" i="1" baseline="-25000" dirty="0" err="1">
                <a:solidFill>
                  <a:srgbClr val="DC14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1600" i="1" baseline="-55000" dirty="0" err="1">
                <a:solidFill>
                  <a:srgbClr val="DC14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endParaRPr lang="zh-CN" altLang="en-US" sz="1600" i="1" baseline="-25000" dirty="0">
              <a:solidFill>
                <a:srgbClr val="DC143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23175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75E5C9-FA4C-DEDA-051E-781DFAB236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椭圆 30">
            <a:extLst>
              <a:ext uri="{FF2B5EF4-FFF2-40B4-BE49-F238E27FC236}">
                <a16:creationId xmlns:a16="http://schemas.microsoft.com/office/drawing/2014/main" id="{FC32021A-91D5-FF0A-F8A1-61641E68A5FC}"/>
              </a:ext>
            </a:extLst>
          </p:cNvPr>
          <p:cNvSpPr/>
          <p:nvPr/>
        </p:nvSpPr>
        <p:spPr>
          <a:xfrm>
            <a:off x="2501413" y="719668"/>
            <a:ext cx="5427505" cy="5427505"/>
          </a:xfrm>
          <a:prstGeom prst="ellipse">
            <a:avLst/>
          </a:prstGeom>
          <a:noFill/>
          <a:ln>
            <a:solidFill>
              <a:srgbClr val="DC143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FCA93D50-C542-939C-83A7-985A6FDA564C}"/>
              </a:ext>
            </a:extLst>
          </p:cNvPr>
          <p:cNvSpPr/>
          <p:nvPr/>
        </p:nvSpPr>
        <p:spPr>
          <a:xfrm>
            <a:off x="2157089" y="-719394"/>
            <a:ext cx="6890545" cy="55284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1C8D814E-1FE6-AAD0-8679-8A6A34C132E7}"/>
              </a:ext>
            </a:extLst>
          </p:cNvPr>
          <p:cNvSpPr/>
          <p:nvPr/>
        </p:nvSpPr>
        <p:spPr>
          <a:xfrm>
            <a:off x="2878109" y="1086787"/>
            <a:ext cx="4684425" cy="4684425"/>
          </a:xfrm>
          <a:prstGeom prst="ellipse">
            <a:avLst/>
          </a:prstGeom>
          <a:noFill/>
          <a:ln>
            <a:solidFill>
              <a:srgbClr val="DC143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157D4687-2FC4-0BB3-1CE2-162798D4D1BC}"/>
              </a:ext>
            </a:extLst>
          </p:cNvPr>
          <p:cNvSpPr/>
          <p:nvPr/>
        </p:nvSpPr>
        <p:spPr>
          <a:xfrm>
            <a:off x="2675467" y="719668"/>
            <a:ext cx="5096932" cy="4089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 descr="图标&#10;&#10;AI 生成的内容可能不正确。">
            <a:extLst>
              <a:ext uri="{FF2B5EF4-FFF2-40B4-BE49-F238E27FC236}">
                <a16:creationId xmlns:a16="http://schemas.microsoft.com/office/drawing/2014/main" id="{4CEAE2BB-ED8C-A2AD-B6C5-083DFBB5BF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269" y="400803"/>
            <a:ext cx="10767461" cy="6056394"/>
          </a:xfrm>
          <a:prstGeom prst="rect">
            <a:avLst/>
          </a:prstGeom>
        </p:spPr>
      </p:pic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0E43F9AE-287E-36BB-34F6-C6F92169902D}"/>
              </a:ext>
            </a:extLst>
          </p:cNvPr>
          <p:cNvCxnSpPr>
            <a:cxnSpLocks/>
          </p:cNvCxnSpPr>
          <p:nvPr/>
        </p:nvCxnSpPr>
        <p:spPr>
          <a:xfrm flipV="1">
            <a:off x="9453377" y="1026160"/>
            <a:ext cx="0" cy="1057248"/>
          </a:xfrm>
          <a:prstGeom prst="straightConnector1">
            <a:avLst/>
          </a:prstGeom>
          <a:ln w="12700">
            <a:solidFill>
              <a:srgbClr val="DC143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D863D04C-C773-7D17-F094-EA9246E93090}"/>
              </a:ext>
            </a:extLst>
          </p:cNvPr>
          <p:cNvSpPr txBox="1"/>
          <p:nvPr/>
        </p:nvSpPr>
        <p:spPr>
          <a:xfrm>
            <a:off x="9479550" y="856883"/>
            <a:ext cx="44954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i="1" dirty="0">
                <a:solidFill>
                  <a:srgbClr val="DC14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1600" i="1" baseline="-25000" dirty="0">
                <a:solidFill>
                  <a:srgbClr val="DC14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VT</a:t>
            </a:r>
            <a:endParaRPr lang="zh-CN" altLang="en-US" sz="1600" i="1" baseline="-25000" dirty="0">
              <a:solidFill>
                <a:srgbClr val="DC143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流程图: 汇总连接 11">
            <a:extLst>
              <a:ext uri="{FF2B5EF4-FFF2-40B4-BE49-F238E27FC236}">
                <a16:creationId xmlns:a16="http://schemas.microsoft.com/office/drawing/2014/main" id="{1D56ECA4-C46A-60CB-1C38-972A8E49F49A}"/>
              </a:ext>
            </a:extLst>
          </p:cNvPr>
          <p:cNvSpPr/>
          <p:nvPr/>
        </p:nvSpPr>
        <p:spPr>
          <a:xfrm>
            <a:off x="1202102" y="5681210"/>
            <a:ext cx="124085" cy="124085"/>
          </a:xfrm>
          <a:prstGeom prst="flowChartSummingJunction">
            <a:avLst/>
          </a:prstGeom>
          <a:noFill/>
          <a:ln w="15875">
            <a:solidFill>
              <a:srgbClr val="0000C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i="1"/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AD3910F3-7BF5-B901-3E25-3C91270D1972}"/>
              </a:ext>
            </a:extLst>
          </p:cNvPr>
          <p:cNvCxnSpPr>
            <a:cxnSpLocks/>
          </p:cNvCxnSpPr>
          <p:nvPr/>
        </p:nvCxnSpPr>
        <p:spPr>
          <a:xfrm flipH="1">
            <a:off x="654196" y="5745099"/>
            <a:ext cx="547906" cy="0"/>
          </a:xfrm>
          <a:prstGeom prst="straightConnector1">
            <a:avLst/>
          </a:prstGeom>
          <a:ln w="12700">
            <a:solidFill>
              <a:srgbClr val="0000C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867A3783-FAF8-3DCA-3F00-095AD67D91F8}"/>
              </a:ext>
            </a:extLst>
          </p:cNvPr>
          <p:cNvCxnSpPr>
            <a:cxnSpLocks/>
          </p:cNvCxnSpPr>
          <p:nvPr/>
        </p:nvCxnSpPr>
        <p:spPr>
          <a:xfrm flipH="1" flipV="1">
            <a:off x="1264144" y="5147733"/>
            <a:ext cx="494" cy="528256"/>
          </a:xfrm>
          <a:prstGeom prst="straightConnector1">
            <a:avLst/>
          </a:prstGeom>
          <a:ln w="12700">
            <a:solidFill>
              <a:srgbClr val="0000C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9FDBF980-E1E1-B0A3-D564-A2844E7C95E4}"/>
              </a:ext>
            </a:extLst>
          </p:cNvPr>
          <p:cNvSpPr txBox="1"/>
          <p:nvPr/>
        </p:nvSpPr>
        <p:spPr>
          <a:xfrm>
            <a:off x="374682" y="5573975"/>
            <a:ext cx="27603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i="1" dirty="0">
                <a:solidFill>
                  <a:srgbClr val="0000C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endParaRPr lang="zh-CN" altLang="en-US" sz="1600" i="1" baseline="-25000" dirty="0">
              <a:solidFill>
                <a:srgbClr val="0000C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D1DAE93A-9AA6-BD5C-BD39-DA46BD3ECC8E}"/>
              </a:ext>
            </a:extLst>
          </p:cNvPr>
          <p:cNvSpPr txBox="1"/>
          <p:nvPr/>
        </p:nvSpPr>
        <p:spPr>
          <a:xfrm>
            <a:off x="1132948" y="5762594"/>
            <a:ext cx="2648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i="1" dirty="0">
                <a:solidFill>
                  <a:srgbClr val="0000C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endParaRPr lang="zh-CN" altLang="en-US" sz="1600" i="1" baseline="-25000" dirty="0">
              <a:solidFill>
                <a:srgbClr val="0000C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353B4A2E-4D26-C115-B554-FEEE96FAC67E}"/>
              </a:ext>
            </a:extLst>
          </p:cNvPr>
          <p:cNvSpPr txBox="1"/>
          <p:nvPr/>
        </p:nvSpPr>
        <p:spPr>
          <a:xfrm>
            <a:off x="1121726" y="4799836"/>
            <a:ext cx="27603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i="1" dirty="0">
                <a:solidFill>
                  <a:srgbClr val="0000C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endParaRPr lang="zh-CN" altLang="en-US" sz="1600" i="1" baseline="-25000" dirty="0">
              <a:solidFill>
                <a:srgbClr val="0000C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流程图: 汇总连接 27">
            <a:extLst>
              <a:ext uri="{FF2B5EF4-FFF2-40B4-BE49-F238E27FC236}">
                <a16:creationId xmlns:a16="http://schemas.microsoft.com/office/drawing/2014/main" id="{431BC851-4C75-2838-B444-DF9D50FCFAB6}"/>
              </a:ext>
            </a:extLst>
          </p:cNvPr>
          <p:cNvSpPr/>
          <p:nvPr/>
        </p:nvSpPr>
        <p:spPr>
          <a:xfrm>
            <a:off x="4281357" y="3116954"/>
            <a:ext cx="124085" cy="124085"/>
          </a:xfrm>
          <a:prstGeom prst="flowChartSummingJunction">
            <a:avLst/>
          </a:prstGeom>
          <a:noFill/>
          <a:ln w="15875">
            <a:solidFill>
              <a:srgbClr val="0000C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i="1"/>
          </a:p>
        </p:txBody>
      </p: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F1CB6232-8B6E-1EF4-73EB-C4409618AD26}"/>
              </a:ext>
            </a:extLst>
          </p:cNvPr>
          <p:cNvCxnSpPr>
            <a:cxnSpLocks/>
          </p:cNvCxnSpPr>
          <p:nvPr/>
        </p:nvCxnSpPr>
        <p:spPr>
          <a:xfrm flipH="1" flipV="1">
            <a:off x="3279775" y="4752476"/>
            <a:ext cx="82550" cy="113184"/>
          </a:xfrm>
          <a:prstGeom prst="straightConnector1">
            <a:avLst/>
          </a:prstGeom>
          <a:ln w="57150">
            <a:solidFill>
              <a:srgbClr val="DC143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9A7AAC3F-8075-88D6-E648-895DD4EAC295}"/>
              </a:ext>
            </a:extLst>
          </p:cNvPr>
          <p:cNvCxnSpPr>
            <a:cxnSpLocks/>
          </p:cNvCxnSpPr>
          <p:nvPr/>
        </p:nvCxnSpPr>
        <p:spPr>
          <a:xfrm flipV="1">
            <a:off x="7544696" y="4717234"/>
            <a:ext cx="96097" cy="123583"/>
          </a:xfrm>
          <a:prstGeom prst="straightConnector1">
            <a:avLst/>
          </a:prstGeom>
          <a:ln w="57150">
            <a:solidFill>
              <a:srgbClr val="DC143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484BEFF4-71E7-8955-B2B8-36A0C5284C4D}"/>
              </a:ext>
            </a:extLst>
          </p:cNvPr>
          <p:cNvCxnSpPr>
            <a:cxnSpLocks/>
          </p:cNvCxnSpPr>
          <p:nvPr/>
        </p:nvCxnSpPr>
        <p:spPr>
          <a:xfrm>
            <a:off x="4343400" y="2105026"/>
            <a:ext cx="5109977" cy="0"/>
          </a:xfrm>
          <a:prstGeom prst="straightConnector1">
            <a:avLst/>
          </a:prstGeom>
          <a:ln w="12700">
            <a:solidFill>
              <a:srgbClr val="0000CD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D7B098D4-15C3-C67F-AC23-E46157C0BE33}"/>
              </a:ext>
            </a:extLst>
          </p:cNvPr>
          <p:cNvCxnSpPr>
            <a:cxnSpLocks/>
          </p:cNvCxnSpPr>
          <p:nvPr/>
        </p:nvCxnSpPr>
        <p:spPr>
          <a:xfrm>
            <a:off x="4343399" y="1963738"/>
            <a:ext cx="0" cy="589491"/>
          </a:xfrm>
          <a:prstGeom prst="line">
            <a:avLst/>
          </a:prstGeom>
          <a:ln w="12700">
            <a:solidFill>
              <a:srgbClr val="0000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文本框 49">
            <a:extLst>
              <a:ext uri="{FF2B5EF4-FFF2-40B4-BE49-F238E27FC236}">
                <a16:creationId xmlns:a16="http://schemas.microsoft.com/office/drawing/2014/main" id="{703FFA13-9B77-D784-DF9E-73500849D18C}"/>
              </a:ext>
            </a:extLst>
          </p:cNvPr>
          <p:cNvSpPr txBox="1"/>
          <p:nvPr/>
        </p:nvSpPr>
        <p:spPr>
          <a:xfrm>
            <a:off x="6697852" y="1747311"/>
            <a:ext cx="4010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i="1" dirty="0" err="1">
                <a:solidFill>
                  <a:srgbClr val="0000C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1600" i="1" baseline="-25000" dirty="0" err="1">
                <a:solidFill>
                  <a:srgbClr val="0000C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VT</a:t>
            </a:r>
            <a:endParaRPr lang="zh-CN" altLang="en-US" sz="1600" i="1" baseline="-25000" dirty="0">
              <a:solidFill>
                <a:srgbClr val="0000C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8F4F5904-0323-595A-B49A-3AD7C33B6900}"/>
              </a:ext>
            </a:extLst>
          </p:cNvPr>
          <p:cNvSpPr txBox="1"/>
          <p:nvPr/>
        </p:nvSpPr>
        <p:spPr>
          <a:xfrm>
            <a:off x="7717598" y="4766791"/>
            <a:ext cx="1401346" cy="50270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i="1" dirty="0">
                <a:solidFill>
                  <a:srgbClr val="DC14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1600" i="1" baseline="-25000" dirty="0">
                <a:solidFill>
                  <a:srgbClr val="DC14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LR</a:t>
            </a:r>
          </a:p>
          <a:p>
            <a:r>
              <a:rPr lang="en-US" altLang="zh-CN" sz="1600" baseline="-25000" dirty="0">
                <a:solidFill>
                  <a:srgbClr val="DC14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(rotor reaction torque)</a:t>
            </a:r>
            <a:endParaRPr lang="zh-CN" altLang="en-US" sz="1600" baseline="-25000" dirty="0">
              <a:solidFill>
                <a:srgbClr val="DC143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044A02A3-8FD4-9AA5-F9D6-8FC76EED89B4}"/>
              </a:ext>
            </a:extLst>
          </p:cNvPr>
          <p:cNvSpPr txBox="1"/>
          <p:nvPr/>
        </p:nvSpPr>
        <p:spPr>
          <a:xfrm>
            <a:off x="3466113" y="4400242"/>
            <a:ext cx="1401346" cy="50270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i="1" dirty="0">
                <a:solidFill>
                  <a:srgbClr val="DC14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1600" i="1" baseline="-25000" dirty="0">
                <a:solidFill>
                  <a:srgbClr val="DC14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UR</a:t>
            </a:r>
          </a:p>
          <a:p>
            <a:r>
              <a:rPr lang="en-US" altLang="zh-CN" sz="1600" baseline="-25000" dirty="0">
                <a:solidFill>
                  <a:srgbClr val="DC14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(rotor reaction torque)</a:t>
            </a:r>
            <a:endParaRPr lang="zh-CN" altLang="en-US" sz="1600" baseline="-25000" dirty="0">
              <a:solidFill>
                <a:srgbClr val="DC143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" name="直接箭头连接符 1">
            <a:extLst>
              <a:ext uri="{FF2B5EF4-FFF2-40B4-BE49-F238E27FC236}">
                <a16:creationId xmlns:a16="http://schemas.microsoft.com/office/drawing/2014/main" id="{A4B13EC4-2D02-F1F2-C310-288E80243905}"/>
              </a:ext>
            </a:extLst>
          </p:cNvPr>
          <p:cNvCxnSpPr>
            <a:cxnSpLocks/>
          </p:cNvCxnSpPr>
          <p:nvPr/>
        </p:nvCxnSpPr>
        <p:spPr>
          <a:xfrm flipV="1">
            <a:off x="4343399" y="2628900"/>
            <a:ext cx="0" cy="476412"/>
          </a:xfrm>
          <a:prstGeom prst="straightConnector1">
            <a:avLst/>
          </a:prstGeom>
          <a:ln w="12700">
            <a:solidFill>
              <a:srgbClr val="DC143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9700E06F-C76F-24DC-265D-8FF8611C4CE5}"/>
              </a:ext>
            </a:extLst>
          </p:cNvPr>
          <p:cNvSpPr txBox="1"/>
          <p:nvPr/>
        </p:nvSpPr>
        <p:spPr>
          <a:xfrm>
            <a:off x="4330004" y="2503682"/>
            <a:ext cx="38183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i="1" dirty="0">
                <a:solidFill>
                  <a:srgbClr val="DC14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1600" i="1" baseline="-25000" dirty="0">
                <a:solidFill>
                  <a:srgbClr val="DC14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endParaRPr lang="zh-CN" altLang="en-US" sz="1600" i="1" baseline="-25000" dirty="0">
              <a:solidFill>
                <a:srgbClr val="DC143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4226639B-0001-43F7-B0EA-0D705E8B5890}"/>
              </a:ext>
            </a:extLst>
          </p:cNvPr>
          <p:cNvSpPr txBox="1"/>
          <p:nvPr/>
        </p:nvSpPr>
        <p:spPr>
          <a:xfrm>
            <a:off x="5624877" y="3088881"/>
            <a:ext cx="1043876" cy="33855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CN" sz="1600" i="1" dirty="0">
                <a:solidFill>
                  <a:srgbClr val="DC14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zh-CN" sz="1600" i="1" baseline="-25000" dirty="0">
                <a:solidFill>
                  <a:srgbClr val="DC14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LR </a:t>
            </a:r>
            <a:r>
              <a:rPr lang="en-US" altLang="zh-CN" sz="1600" i="1" dirty="0">
                <a:solidFill>
                  <a:srgbClr val="DC14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 H</a:t>
            </a:r>
            <a:r>
              <a:rPr lang="en-US" altLang="zh-CN" sz="1600" i="1" baseline="-25000" dirty="0">
                <a:solidFill>
                  <a:srgbClr val="DC14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UR</a:t>
            </a:r>
            <a:endParaRPr lang="zh-CN" altLang="en-US" sz="1600" i="1" baseline="-25000" dirty="0">
              <a:solidFill>
                <a:srgbClr val="DC143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585188A3-2425-D867-BB54-8713386C8D59}"/>
              </a:ext>
            </a:extLst>
          </p:cNvPr>
          <p:cNvCxnSpPr>
            <a:cxnSpLocks/>
          </p:cNvCxnSpPr>
          <p:nvPr/>
        </p:nvCxnSpPr>
        <p:spPr>
          <a:xfrm>
            <a:off x="5314950" y="3454694"/>
            <a:ext cx="1428750" cy="0"/>
          </a:xfrm>
          <a:prstGeom prst="straightConnector1">
            <a:avLst/>
          </a:prstGeom>
          <a:ln w="12700">
            <a:solidFill>
              <a:srgbClr val="DC143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C0EE0300-66D0-0AA6-766D-E4F38CFC8D77}"/>
              </a:ext>
            </a:extLst>
          </p:cNvPr>
          <p:cNvCxnSpPr>
            <a:cxnSpLocks/>
          </p:cNvCxnSpPr>
          <p:nvPr/>
        </p:nvCxnSpPr>
        <p:spPr>
          <a:xfrm flipV="1">
            <a:off x="5231341" y="2567517"/>
            <a:ext cx="0" cy="805393"/>
          </a:xfrm>
          <a:prstGeom prst="straightConnector1">
            <a:avLst/>
          </a:prstGeom>
          <a:ln w="12700">
            <a:solidFill>
              <a:srgbClr val="DC143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文本框 34">
            <a:extLst>
              <a:ext uri="{FF2B5EF4-FFF2-40B4-BE49-F238E27FC236}">
                <a16:creationId xmlns:a16="http://schemas.microsoft.com/office/drawing/2014/main" id="{5B806E30-E46B-7D19-A740-208391EA72B9}"/>
              </a:ext>
            </a:extLst>
          </p:cNvPr>
          <p:cNvSpPr txBox="1"/>
          <p:nvPr/>
        </p:nvSpPr>
        <p:spPr>
          <a:xfrm>
            <a:off x="5223933" y="2478271"/>
            <a:ext cx="976549" cy="338554"/>
          </a:xfrm>
          <a:prstGeom prst="rect">
            <a:avLst/>
          </a:prstGeom>
          <a:gradFill>
            <a:gsLst>
              <a:gs pos="13000">
                <a:schemeClr val="bg1"/>
              </a:gs>
              <a:gs pos="76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CN" sz="1600" i="1" dirty="0">
                <a:solidFill>
                  <a:srgbClr val="DC14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1600" i="1" baseline="-25000" dirty="0">
                <a:solidFill>
                  <a:srgbClr val="DC14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LR </a:t>
            </a:r>
            <a:r>
              <a:rPr lang="en-US" altLang="zh-CN" sz="1600" i="1" dirty="0">
                <a:solidFill>
                  <a:srgbClr val="DC14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 Y</a:t>
            </a:r>
            <a:r>
              <a:rPr lang="en-US" altLang="zh-CN" sz="1600" i="1" baseline="-25000" dirty="0">
                <a:solidFill>
                  <a:srgbClr val="DC14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UR</a:t>
            </a:r>
            <a:endParaRPr lang="zh-CN" altLang="en-US" sz="1600" i="1" baseline="-25000" dirty="0">
              <a:solidFill>
                <a:srgbClr val="DC143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0CFD51FD-AF08-0001-FA2A-150037603E7F}"/>
              </a:ext>
            </a:extLst>
          </p:cNvPr>
          <p:cNvCxnSpPr>
            <a:cxnSpLocks/>
          </p:cNvCxnSpPr>
          <p:nvPr/>
        </p:nvCxnSpPr>
        <p:spPr>
          <a:xfrm flipH="1">
            <a:off x="4594132" y="3462922"/>
            <a:ext cx="555718" cy="215378"/>
          </a:xfrm>
          <a:prstGeom prst="straightConnector1">
            <a:avLst/>
          </a:prstGeom>
          <a:ln w="12700">
            <a:solidFill>
              <a:srgbClr val="DC143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文本框 40">
            <a:extLst>
              <a:ext uri="{FF2B5EF4-FFF2-40B4-BE49-F238E27FC236}">
                <a16:creationId xmlns:a16="http://schemas.microsoft.com/office/drawing/2014/main" id="{784151CB-C975-343E-6987-A065C851DAAF}"/>
              </a:ext>
            </a:extLst>
          </p:cNvPr>
          <p:cNvSpPr txBox="1"/>
          <p:nvPr/>
        </p:nvSpPr>
        <p:spPr>
          <a:xfrm>
            <a:off x="4181081" y="3556798"/>
            <a:ext cx="48122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i="1" dirty="0">
                <a:solidFill>
                  <a:srgbClr val="DC14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1600" i="1" baseline="-25000" dirty="0">
                <a:solidFill>
                  <a:srgbClr val="DC14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UR</a:t>
            </a:r>
            <a:endParaRPr lang="zh-CN" altLang="en-US" sz="1600" i="1" baseline="-25000" dirty="0">
              <a:solidFill>
                <a:srgbClr val="DC143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6" name="直接箭头连接符 45">
            <a:extLst>
              <a:ext uri="{FF2B5EF4-FFF2-40B4-BE49-F238E27FC236}">
                <a16:creationId xmlns:a16="http://schemas.microsoft.com/office/drawing/2014/main" id="{DD3F70FD-8DC4-00CB-65BE-08E8228B12BA}"/>
              </a:ext>
            </a:extLst>
          </p:cNvPr>
          <p:cNvCxnSpPr>
            <a:cxnSpLocks/>
          </p:cNvCxnSpPr>
          <p:nvPr/>
        </p:nvCxnSpPr>
        <p:spPr>
          <a:xfrm flipH="1">
            <a:off x="4554281" y="3454694"/>
            <a:ext cx="595569" cy="116369"/>
          </a:xfrm>
          <a:prstGeom prst="straightConnector1">
            <a:avLst/>
          </a:prstGeom>
          <a:ln w="12700">
            <a:solidFill>
              <a:srgbClr val="DC143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文本框 54">
            <a:extLst>
              <a:ext uri="{FF2B5EF4-FFF2-40B4-BE49-F238E27FC236}">
                <a16:creationId xmlns:a16="http://schemas.microsoft.com/office/drawing/2014/main" id="{6A77F17C-8C65-7FDA-DAC3-98A8468E9257}"/>
              </a:ext>
            </a:extLst>
          </p:cNvPr>
          <p:cNvSpPr txBox="1"/>
          <p:nvPr/>
        </p:nvSpPr>
        <p:spPr>
          <a:xfrm>
            <a:off x="4389872" y="3178996"/>
            <a:ext cx="4571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i="1" dirty="0">
                <a:solidFill>
                  <a:srgbClr val="DC14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1600" i="1" baseline="-25000" dirty="0">
                <a:solidFill>
                  <a:srgbClr val="DC14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LR</a:t>
            </a:r>
            <a:endParaRPr lang="zh-CN" altLang="en-US" sz="1600" i="1" baseline="-25000" dirty="0">
              <a:solidFill>
                <a:srgbClr val="DC143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9" name="直接箭头连接符 58">
            <a:extLst>
              <a:ext uri="{FF2B5EF4-FFF2-40B4-BE49-F238E27FC236}">
                <a16:creationId xmlns:a16="http://schemas.microsoft.com/office/drawing/2014/main" id="{F10ACB7C-C2E9-4CE3-47D4-C342C45DC8E8}"/>
              </a:ext>
            </a:extLst>
          </p:cNvPr>
          <p:cNvCxnSpPr>
            <a:cxnSpLocks/>
          </p:cNvCxnSpPr>
          <p:nvPr/>
        </p:nvCxnSpPr>
        <p:spPr>
          <a:xfrm>
            <a:off x="4343399" y="2462742"/>
            <a:ext cx="880534" cy="0"/>
          </a:xfrm>
          <a:prstGeom prst="straightConnector1">
            <a:avLst/>
          </a:prstGeom>
          <a:ln w="12700">
            <a:solidFill>
              <a:srgbClr val="0000CD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直接箭头连接符 60">
            <a:extLst>
              <a:ext uri="{FF2B5EF4-FFF2-40B4-BE49-F238E27FC236}">
                <a16:creationId xmlns:a16="http://schemas.microsoft.com/office/drawing/2014/main" id="{1E941D0A-CFDC-950C-79E6-4F2B6E587315}"/>
              </a:ext>
            </a:extLst>
          </p:cNvPr>
          <p:cNvCxnSpPr>
            <a:cxnSpLocks/>
          </p:cNvCxnSpPr>
          <p:nvPr/>
        </p:nvCxnSpPr>
        <p:spPr>
          <a:xfrm>
            <a:off x="4343399" y="3241039"/>
            <a:ext cx="0" cy="205396"/>
          </a:xfrm>
          <a:prstGeom prst="straightConnector1">
            <a:avLst/>
          </a:prstGeom>
          <a:ln w="12700">
            <a:solidFill>
              <a:srgbClr val="0000CD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直接连接符 63">
            <a:extLst>
              <a:ext uri="{FF2B5EF4-FFF2-40B4-BE49-F238E27FC236}">
                <a16:creationId xmlns:a16="http://schemas.microsoft.com/office/drawing/2014/main" id="{0583C440-FD44-1D4D-E1B6-A27D98A74663}"/>
              </a:ext>
            </a:extLst>
          </p:cNvPr>
          <p:cNvCxnSpPr>
            <a:cxnSpLocks/>
          </p:cNvCxnSpPr>
          <p:nvPr/>
        </p:nvCxnSpPr>
        <p:spPr>
          <a:xfrm flipH="1">
            <a:off x="4277504" y="3451258"/>
            <a:ext cx="144188" cy="0"/>
          </a:xfrm>
          <a:prstGeom prst="line">
            <a:avLst/>
          </a:prstGeom>
          <a:ln w="12700">
            <a:solidFill>
              <a:srgbClr val="0000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文本框 73">
            <a:extLst>
              <a:ext uri="{FF2B5EF4-FFF2-40B4-BE49-F238E27FC236}">
                <a16:creationId xmlns:a16="http://schemas.microsoft.com/office/drawing/2014/main" id="{5B5F92B9-05C2-A7CD-9D02-AB11C8B66D90}"/>
              </a:ext>
            </a:extLst>
          </p:cNvPr>
          <p:cNvSpPr txBox="1"/>
          <p:nvPr/>
        </p:nvSpPr>
        <p:spPr>
          <a:xfrm>
            <a:off x="4580098" y="2107452"/>
            <a:ext cx="46679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i="1" dirty="0" err="1">
                <a:solidFill>
                  <a:srgbClr val="0000C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1600" i="1" baseline="-25000" dirty="0" err="1">
                <a:solidFill>
                  <a:srgbClr val="0000C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CG</a:t>
            </a:r>
            <a:endParaRPr lang="zh-CN" altLang="en-US" sz="1600" i="1" baseline="-25000" dirty="0">
              <a:solidFill>
                <a:srgbClr val="0000C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FB23F848-8C8F-1BC6-1398-C7A8E6AD91DD}"/>
              </a:ext>
            </a:extLst>
          </p:cNvPr>
          <p:cNvSpPr txBox="1"/>
          <p:nvPr/>
        </p:nvSpPr>
        <p:spPr>
          <a:xfrm>
            <a:off x="3851768" y="3105312"/>
            <a:ext cx="46679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i="1" dirty="0" err="1">
                <a:solidFill>
                  <a:srgbClr val="0000C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1600" i="1" baseline="-25000" dirty="0" err="1">
                <a:solidFill>
                  <a:srgbClr val="0000C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CG</a:t>
            </a:r>
            <a:endParaRPr lang="zh-CN" altLang="en-US" sz="1600" i="1" baseline="-25000" dirty="0">
              <a:solidFill>
                <a:srgbClr val="0000C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6" name="直接箭头连接符 75">
            <a:extLst>
              <a:ext uri="{FF2B5EF4-FFF2-40B4-BE49-F238E27FC236}">
                <a16:creationId xmlns:a16="http://schemas.microsoft.com/office/drawing/2014/main" id="{5CC74EC5-5ABE-A8ED-F92F-DAC754155B70}"/>
              </a:ext>
            </a:extLst>
          </p:cNvPr>
          <p:cNvCxnSpPr>
            <a:cxnSpLocks/>
          </p:cNvCxnSpPr>
          <p:nvPr/>
        </p:nvCxnSpPr>
        <p:spPr>
          <a:xfrm>
            <a:off x="9798689" y="2113360"/>
            <a:ext cx="421636" cy="0"/>
          </a:xfrm>
          <a:prstGeom prst="straightConnector1">
            <a:avLst/>
          </a:prstGeom>
          <a:ln w="12700">
            <a:solidFill>
              <a:srgbClr val="DC143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直接箭头连接符 77">
            <a:extLst>
              <a:ext uri="{FF2B5EF4-FFF2-40B4-BE49-F238E27FC236}">
                <a16:creationId xmlns:a16="http://schemas.microsoft.com/office/drawing/2014/main" id="{9C6FC589-B5DF-51D8-0F64-2A528D9D4A35}"/>
              </a:ext>
            </a:extLst>
          </p:cNvPr>
          <p:cNvCxnSpPr>
            <a:cxnSpLocks/>
          </p:cNvCxnSpPr>
          <p:nvPr/>
        </p:nvCxnSpPr>
        <p:spPr>
          <a:xfrm>
            <a:off x="9798689" y="4793063"/>
            <a:ext cx="421636" cy="0"/>
          </a:xfrm>
          <a:prstGeom prst="straightConnector1">
            <a:avLst/>
          </a:prstGeom>
          <a:ln w="12700">
            <a:solidFill>
              <a:srgbClr val="DC143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文本框 78">
            <a:extLst>
              <a:ext uri="{FF2B5EF4-FFF2-40B4-BE49-F238E27FC236}">
                <a16:creationId xmlns:a16="http://schemas.microsoft.com/office/drawing/2014/main" id="{F25CBC90-FA6E-4164-2AF0-F783CF6072D2}"/>
              </a:ext>
            </a:extLst>
          </p:cNvPr>
          <p:cNvSpPr txBox="1"/>
          <p:nvPr/>
        </p:nvSpPr>
        <p:spPr>
          <a:xfrm>
            <a:off x="10329908" y="3274589"/>
            <a:ext cx="50687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i="1" dirty="0">
                <a:solidFill>
                  <a:srgbClr val="DC14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1600" i="1" baseline="-25000" dirty="0">
                <a:solidFill>
                  <a:srgbClr val="DC14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</a:t>
            </a:r>
            <a:endParaRPr lang="zh-CN" altLang="en-US" sz="1600" i="1" baseline="-25000" dirty="0">
              <a:solidFill>
                <a:srgbClr val="DC143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0" name="文本框 79">
            <a:extLst>
              <a:ext uri="{FF2B5EF4-FFF2-40B4-BE49-F238E27FC236}">
                <a16:creationId xmlns:a16="http://schemas.microsoft.com/office/drawing/2014/main" id="{940B8AAC-264C-6DA7-6123-0345AF11E6BA}"/>
              </a:ext>
            </a:extLst>
          </p:cNvPr>
          <p:cNvSpPr txBox="1"/>
          <p:nvPr/>
        </p:nvSpPr>
        <p:spPr>
          <a:xfrm>
            <a:off x="10204433" y="1944083"/>
            <a:ext cx="50687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i="1" dirty="0">
                <a:solidFill>
                  <a:srgbClr val="DC14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1600" i="1" baseline="-25000" dirty="0">
                <a:solidFill>
                  <a:srgbClr val="DC14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VT</a:t>
            </a:r>
            <a:endParaRPr lang="zh-CN" altLang="en-US" sz="1600" i="1" baseline="-25000" dirty="0">
              <a:solidFill>
                <a:srgbClr val="DC143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B05312CD-F777-79FD-4B52-FD8F95ADB7C9}"/>
              </a:ext>
            </a:extLst>
          </p:cNvPr>
          <p:cNvSpPr txBox="1"/>
          <p:nvPr/>
        </p:nvSpPr>
        <p:spPr>
          <a:xfrm>
            <a:off x="10204433" y="4609748"/>
            <a:ext cx="50687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i="1" dirty="0">
                <a:solidFill>
                  <a:srgbClr val="DC14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1600" i="1" baseline="-25000" dirty="0">
                <a:solidFill>
                  <a:srgbClr val="DC14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VT</a:t>
            </a:r>
            <a:endParaRPr lang="zh-CN" altLang="en-US" sz="1600" i="1" baseline="-25000" dirty="0">
              <a:solidFill>
                <a:srgbClr val="DC143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2" name="直接箭头连接符 81">
            <a:extLst>
              <a:ext uri="{FF2B5EF4-FFF2-40B4-BE49-F238E27FC236}">
                <a16:creationId xmlns:a16="http://schemas.microsoft.com/office/drawing/2014/main" id="{0A5498A6-A0C0-9A85-CCD4-C67C21B5DF66}"/>
              </a:ext>
            </a:extLst>
          </p:cNvPr>
          <p:cNvCxnSpPr>
            <a:cxnSpLocks/>
          </p:cNvCxnSpPr>
          <p:nvPr/>
        </p:nvCxnSpPr>
        <p:spPr>
          <a:xfrm>
            <a:off x="9798689" y="3443866"/>
            <a:ext cx="551917" cy="0"/>
          </a:xfrm>
          <a:prstGeom prst="straightConnector1">
            <a:avLst/>
          </a:prstGeom>
          <a:ln w="12700">
            <a:solidFill>
              <a:srgbClr val="DC143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直接连接符 87">
            <a:extLst>
              <a:ext uri="{FF2B5EF4-FFF2-40B4-BE49-F238E27FC236}">
                <a16:creationId xmlns:a16="http://schemas.microsoft.com/office/drawing/2014/main" id="{77CB9A69-00E2-54E3-E75E-B949E51E5BD8}"/>
              </a:ext>
            </a:extLst>
          </p:cNvPr>
          <p:cNvCxnSpPr>
            <a:cxnSpLocks/>
          </p:cNvCxnSpPr>
          <p:nvPr/>
        </p:nvCxnSpPr>
        <p:spPr>
          <a:xfrm>
            <a:off x="5231341" y="2337329"/>
            <a:ext cx="0" cy="215900"/>
          </a:xfrm>
          <a:prstGeom prst="line">
            <a:avLst/>
          </a:prstGeom>
          <a:ln w="12700">
            <a:solidFill>
              <a:srgbClr val="0000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直接箭头连接符 92">
            <a:extLst>
              <a:ext uri="{FF2B5EF4-FFF2-40B4-BE49-F238E27FC236}">
                <a16:creationId xmlns:a16="http://schemas.microsoft.com/office/drawing/2014/main" id="{5E9E2717-1417-D984-5CAC-9879A07784A5}"/>
              </a:ext>
            </a:extLst>
          </p:cNvPr>
          <p:cNvCxnSpPr>
            <a:cxnSpLocks/>
          </p:cNvCxnSpPr>
          <p:nvPr/>
        </p:nvCxnSpPr>
        <p:spPr>
          <a:xfrm>
            <a:off x="4405723" y="3179290"/>
            <a:ext cx="407772" cy="0"/>
          </a:xfrm>
          <a:prstGeom prst="straightConnector1">
            <a:avLst/>
          </a:prstGeom>
          <a:ln w="12700">
            <a:solidFill>
              <a:srgbClr val="DC143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文本框 94">
            <a:extLst>
              <a:ext uri="{FF2B5EF4-FFF2-40B4-BE49-F238E27FC236}">
                <a16:creationId xmlns:a16="http://schemas.microsoft.com/office/drawing/2014/main" id="{08AC8145-7DDF-0E51-D70F-B0BCCD616ED5}"/>
              </a:ext>
            </a:extLst>
          </p:cNvPr>
          <p:cNvSpPr txBox="1"/>
          <p:nvPr/>
        </p:nvSpPr>
        <p:spPr>
          <a:xfrm>
            <a:off x="4768784" y="3002497"/>
            <a:ext cx="3321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i="1" dirty="0">
                <a:solidFill>
                  <a:srgbClr val="DC14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zh-CN" altLang="en-US" sz="1600" i="1" baseline="-25000" dirty="0">
              <a:solidFill>
                <a:srgbClr val="DC143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7" name="直接箭头连接符 96">
            <a:extLst>
              <a:ext uri="{FF2B5EF4-FFF2-40B4-BE49-F238E27FC236}">
                <a16:creationId xmlns:a16="http://schemas.microsoft.com/office/drawing/2014/main" id="{B43CBE80-B09D-B56C-7A61-47630402BA28}"/>
              </a:ext>
            </a:extLst>
          </p:cNvPr>
          <p:cNvCxnSpPr>
            <a:cxnSpLocks/>
          </p:cNvCxnSpPr>
          <p:nvPr/>
        </p:nvCxnSpPr>
        <p:spPr>
          <a:xfrm flipV="1">
            <a:off x="9453377" y="3715915"/>
            <a:ext cx="0" cy="1057248"/>
          </a:xfrm>
          <a:prstGeom prst="straightConnector1">
            <a:avLst/>
          </a:prstGeom>
          <a:ln w="12700">
            <a:solidFill>
              <a:srgbClr val="DC143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文本框 97">
            <a:extLst>
              <a:ext uri="{FF2B5EF4-FFF2-40B4-BE49-F238E27FC236}">
                <a16:creationId xmlns:a16="http://schemas.microsoft.com/office/drawing/2014/main" id="{757A896F-48AA-74B1-98EB-B77E3A4F9541}"/>
              </a:ext>
            </a:extLst>
          </p:cNvPr>
          <p:cNvSpPr txBox="1"/>
          <p:nvPr/>
        </p:nvSpPr>
        <p:spPr>
          <a:xfrm>
            <a:off x="9479550" y="3550448"/>
            <a:ext cx="449547" cy="338554"/>
          </a:xfrm>
          <a:prstGeom prst="rect">
            <a:avLst/>
          </a:prstGeom>
          <a:gradFill>
            <a:gsLst>
              <a:gs pos="9000">
                <a:schemeClr val="bg1"/>
              </a:gs>
              <a:gs pos="91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</a:gradFill>
        </p:spPr>
        <p:txBody>
          <a:bodyPr wrap="none" rtlCol="0">
            <a:spAutoFit/>
          </a:bodyPr>
          <a:lstStyle/>
          <a:p>
            <a:r>
              <a:rPr lang="en-US" altLang="zh-CN" sz="1600" i="1" dirty="0">
                <a:solidFill>
                  <a:srgbClr val="DC14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1600" i="1" baseline="-25000" dirty="0">
                <a:solidFill>
                  <a:srgbClr val="DC14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VT</a:t>
            </a:r>
            <a:endParaRPr lang="zh-CN" altLang="en-US" sz="1600" i="1" baseline="-25000" dirty="0">
              <a:solidFill>
                <a:srgbClr val="DC143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75204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0BC437-7B0E-7DF8-F2B1-B9445588F6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AF2876B-BAD6-F898-5EFF-FA8340A43036}"/>
              </a:ext>
            </a:extLst>
          </p:cNvPr>
          <p:cNvSpPr/>
          <p:nvPr/>
        </p:nvSpPr>
        <p:spPr>
          <a:xfrm>
            <a:off x="123576" y="3105414"/>
            <a:ext cx="2450486" cy="647171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State (rigid body) </a:t>
            </a:r>
            <a:r>
              <a: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16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(t)</a:t>
            </a:r>
            <a:endParaRPr lang="en-GB" sz="1400" i="1" noProof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GB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GB" sz="16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GB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GB" sz="16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GB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GB" sz="16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GB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GB" sz="16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GB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GB" sz="16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GB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GB" sz="16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GB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l-GR" sz="1600" i="1" dirty="0">
                <a:solidFill>
                  <a:schemeClr val="tx1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ϕ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l-GR" sz="1600" i="1" dirty="0">
                <a:solidFill>
                  <a:schemeClr val="tx1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θ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l-GR" sz="1600" i="1" dirty="0">
                <a:solidFill>
                  <a:schemeClr val="tx1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ψ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]</a:t>
            </a:r>
            <a:r>
              <a:rPr lang="en-GB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GB" sz="1600" noProof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7EDD98C-1707-313A-02B8-85917AD97E8C}"/>
              </a:ext>
            </a:extLst>
          </p:cNvPr>
          <p:cNvSpPr/>
          <p:nvPr/>
        </p:nvSpPr>
        <p:spPr>
          <a:xfrm>
            <a:off x="123576" y="4013084"/>
            <a:ext cx="2450486" cy="647171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Control </a:t>
            </a:r>
            <a:r>
              <a: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CN" sz="16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(t)</a:t>
            </a:r>
            <a:endParaRPr lang="en-GB" sz="1400" noProof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GB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l-GR" altLang="zh-CN" sz="1600" i="1" dirty="0">
                <a:solidFill>
                  <a:schemeClr val="tx1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θ</a:t>
            </a:r>
            <a:r>
              <a:rPr lang="en-US" altLang="zh-CN" sz="1600" i="1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sz="1600" i="1" baseline="-55000" dirty="0">
                <a:solidFill>
                  <a:schemeClr val="tx1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UR</a:t>
            </a:r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l-GR" altLang="zh-CN" sz="1600" i="1" dirty="0">
                <a:solidFill>
                  <a:schemeClr val="tx1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θ</a:t>
            </a:r>
            <a:r>
              <a:rPr lang="en-US" altLang="zh-CN" sz="1600" i="1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sz="1600" i="1" baseline="-55000" dirty="0">
                <a:solidFill>
                  <a:schemeClr val="tx1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LR</a:t>
            </a:r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l-GR" altLang="zh-CN" sz="1600" i="1" dirty="0">
                <a:solidFill>
                  <a:schemeClr val="tx1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θ</a:t>
            </a:r>
            <a:r>
              <a:rPr lang="en-US" altLang="zh-CN" sz="1600" i="1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1c</a:t>
            </a:r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l-GR" altLang="zh-CN" sz="1600" i="1" dirty="0">
                <a:solidFill>
                  <a:schemeClr val="tx1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θ</a:t>
            </a:r>
            <a:r>
              <a:rPr lang="en-US" altLang="zh-CN" sz="1600" i="1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1s</a:t>
            </a:r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l-GR" altLang="zh-CN" sz="1600" i="1" dirty="0">
                <a:solidFill>
                  <a:schemeClr val="tx1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δ</a:t>
            </a:r>
            <a:r>
              <a:rPr lang="en-US" altLang="zh-CN" sz="1600" i="1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l-GR" altLang="zh-CN" sz="1600" i="1" dirty="0">
                <a:solidFill>
                  <a:schemeClr val="tx1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δ</a:t>
            </a:r>
            <a:r>
              <a:rPr lang="en-US" altLang="zh-CN" sz="1600" i="1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]</a:t>
            </a:r>
            <a:r>
              <a:rPr lang="en-GB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GB" altLang="zh-CN" sz="1600" noProof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660F99D-A667-1157-0E3E-7E9D3C7C9C11}"/>
              </a:ext>
            </a:extLst>
          </p:cNvPr>
          <p:cNvSpPr/>
          <p:nvPr/>
        </p:nvSpPr>
        <p:spPr>
          <a:xfrm>
            <a:off x="3266023" y="2435033"/>
            <a:ext cx="3507204" cy="355832"/>
          </a:xfrm>
          <a:prstGeom prst="rect">
            <a:avLst/>
          </a:prstGeom>
          <a:solidFill>
            <a:schemeClr val="bg1"/>
          </a:solidFill>
          <a:ln w="19050">
            <a:solidFill>
              <a:srgbClr val="DC143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rgbClr val="DC14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Fuselage aerodynamic model</a:t>
            </a:r>
            <a:endParaRPr lang="en-GB" sz="1400" noProof="0" dirty="0">
              <a:solidFill>
                <a:srgbClr val="DC143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7" name="组合 56">
            <a:extLst>
              <a:ext uri="{FF2B5EF4-FFF2-40B4-BE49-F238E27FC236}">
                <a16:creationId xmlns:a16="http://schemas.microsoft.com/office/drawing/2014/main" id="{142D3A66-A215-3779-9C4C-56FA7DEE18C6}"/>
              </a:ext>
            </a:extLst>
          </p:cNvPr>
          <p:cNvGrpSpPr/>
          <p:nvPr/>
        </p:nvGrpSpPr>
        <p:grpSpPr>
          <a:xfrm>
            <a:off x="3270296" y="2893430"/>
            <a:ext cx="3507204" cy="1632542"/>
            <a:chOff x="4372071" y="2005742"/>
            <a:chExt cx="3453491" cy="1632542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E8F739D8-1BFC-A166-BB93-C7724506B868}"/>
                </a:ext>
              </a:extLst>
            </p:cNvPr>
            <p:cNvSpPr/>
            <p:nvPr/>
          </p:nvSpPr>
          <p:spPr>
            <a:xfrm>
              <a:off x="4372071" y="2051546"/>
              <a:ext cx="3453491" cy="1586738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DC143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1600" dirty="0">
                <a:solidFill>
                  <a:srgbClr val="DC143C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altLang="zh-CN" sz="1600" dirty="0">
                <a:solidFill>
                  <a:srgbClr val="DC143C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sz="1600" noProof="0" dirty="0">
                <a:solidFill>
                  <a:srgbClr val="DC143C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sz="1600" dirty="0">
                <a:solidFill>
                  <a:srgbClr val="DC143C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sz="1600" noProof="0" dirty="0">
                <a:solidFill>
                  <a:srgbClr val="DC143C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sz="1600" dirty="0">
                <a:solidFill>
                  <a:srgbClr val="DC143C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GB" sz="1600" noProof="0" dirty="0">
                <a:solidFill>
                  <a:srgbClr val="DC143C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C3489DDE-D33C-001E-F789-ADB65077FD86}"/>
                </a:ext>
              </a:extLst>
            </p:cNvPr>
            <p:cNvSpPr/>
            <p:nvPr/>
          </p:nvSpPr>
          <p:spPr>
            <a:xfrm>
              <a:off x="4504978" y="2323034"/>
              <a:ext cx="3235524" cy="56025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80000"/>
                </a:lnSpc>
              </a:pPr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State (rotor) </a:t>
              </a:r>
              <a:r>
                <a:rPr lang="en-US" altLang="zh-CN" sz="1600" b="1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1600" b="1" i="1" baseline="-25000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r>
                <a:rPr lang="en-US" altLang="zh-CN" sz="1600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(t)</a:t>
              </a:r>
              <a:endParaRPr lang="en-GB" sz="1400" noProof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>
                <a:lnSpc>
                  <a:spcPct val="80000"/>
                </a:lnSpc>
              </a:pPr>
              <a:r>
                <a:rPr lang="en-GB" altLang="zh-CN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[</a:t>
              </a:r>
              <a:r>
                <a:rPr lang="el-GR" altLang="zh-CN" sz="1600" i="1" dirty="0">
                  <a:solidFill>
                    <a:schemeClr val="tx1"/>
                  </a:solidFill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rPr>
                <a:t>β</a:t>
              </a:r>
              <a:r>
                <a:rPr lang="en-US" altLang="zh-CN" sz="1600" i="1" baseline="-25000" dirty="0">
                  <a:solidFill>
                    <a:schemeClr val="tx1"/>
                  </a:solidFill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rPr>
                <a:t>0</a:t>
              </a:r>
              <a:r>
                <a:rPr lang="en-US" altLang="zh-CN" sz="1600" i="1" baseline="-55000" dirty="0">
                  <a:solidFill>
                    <a:schemeClr val="tx1"/>
                  </a:solidFill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rPr>
                <a:t>UR</a:t>
              </a:r>
              <a:r>
                <a:rPr lang="en-US" altLang="zh-CN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rPr>
                <a:t>, </a:t>
              </a:r>
              <a:r>
                <a:rPr lang="el-GR" altLang="zh-CN" sz="1600" i="1" dirty="0">
                  <a:solidFill>
                    <a:schemeClr val="tx1"/>
                  </a:solidFill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rPr>
                <a:t>β</a:t>
              </a:r>
              <a:r>
                <a:rPr lang="en-US" altLang="zh-CN" sz="1600" i="1" baseline="-25000" dirty="0">
                  <a:solidFill>
                    <a:schemeClr val="tx1"/>
                  </a:solidFill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rPr>
                <a:t>0</a:t>
              </a:r>
              <a:r>
                <a:rPr lang="en-US" altLang="zh-CN" sz="1600" i="1" baseline="-55000" dirty="0">
                  <a:solidFill>
                    <a:schemeClr val="tx1"/>
                  </a:solidFill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rPr>
                <a:t>LR</a:t>
              </a:r>
              <a:r>
                <a:rPr lang="en-US" altLang="zh-CN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rPr>
                <a:t>, </a:t>
              </a:r>
              <a:r>
                <a:rPr lang="el-GR" altLang="zh-CN" sz="1600" i="1" dirty="0">
                  <a:solidFill>
                    <a:schemeClr val="tx1"/>
                  </a:solidFill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rPr>
                <a:t>β</a:t>
              </a:r>
              <a:r>
                <a:rPr lang="en-US" altLang="zh-CN" sz="1600" i="1" baseline="-25000" dirty="0">
                  <a:solidFill>
                    <a:schemeClr val="tx1"/>
                  </a:solidFill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rPr>
                <a:t>1c</a:t>
              </a:r>
              <a:r>
                <a:rPr lang="en-US" altLang="zh-CN" sz="1600" i="1" baseline="-55000" dirty="0">
                  <a:solidFill>
                    <a:schemeClr val="tx1"/>
                  </a:solidFill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rPr>
                <a:t>UR</a:t>
              </a:r>
              <a:r>
                <a:rPr lang="en-US" altLang="zh-CN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rPr>
                <a:t>, </a:t>
              </a:r>
              <a:r>
                <a:rPr lang="el-GR" altLang="zh-CN" sz="1600" i="1" dirty="0">
                  <a:solidFill>
                    <a:schemeClr val="tx1"/>
                  </a:solidFill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rPr>
                <a:t>β</a:t>
              </a:r>
              <a:r>
                <a:rPr lang="en-US" altLang="zh-CN" sz="1600" i="1" baseline="-25000" dirty="0">
                  <a:solidFill>
                    <a:schemeClr val="tx1"/>
                  </a:solidFill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rPr>
                <a:t>1s</a:t>
              </a:r>
              <a:r>
                <a:rPr lang="en-US" altLang="zh-CN" sz="1600" i="1" baseline="-55000" dirty="0">
                  <a:solidFill>
                    <a:schemeClr val="tx1"/>
                  </a:solidFill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rPr>
                <a:t>UR</a:t>
              </a:r>
              <a:r>
                <a:rPr lang="en-US" altLang="zh-CN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rPr>
                <a:t>, </a:t>
              </a:r>
              <a:r>
                <a:rPr lang="el-GR" altLang="zh-CN" sz="1600" i="1" dirty="0">
                  <a:solidFill>
                    <a:schemeClr val="tx1"/>
                  </a:solidFill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rPr>
                <a:t>β</a:t>
              </a:r>
              <a:r>
                <a:rPr lang="en-US" altLang="zh-CN" sz="1600" i="1" baseline="-25000" dirty="0">
                  <a:solidFill>
                    <a:schemeClr val="tx1"/>
                  </a:solidFill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rPr>
                <a:t>1c</a:t>
              </a:r>
              <a:r>
                <a:rPr lang="en-US" altLang="zh-CN" sz="1600" i="1" baseline="-55000" dirty="0">
                  <a:solidFill>
                    <a:schemeClr val="tx1"/>
                  </a:solidFill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rPr>
                <a:t>LR</a:t>
              </a:r>
              <a:r>
                <a:rPr lang="en-US" altLang="zh-CN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rPr>
                <a:t>, </a:t>
              </a:r>
              <a:r>
                <a:rPr lang="el-GR" altLang="zh-CN" sz="1600" i="1" dirty="0">
                  <a:solidFill>
                    <a:schemeClr val="tx1"/>
                  </a:solidFill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rPr>
                <a:t>β</a:t>
              </a:r>
              <a:r>
                <a:rPr lang="en-US" altLang="zh-CN" sz="1600" i="1" baseline="-25000" dirty="0">
                  <a:solidFill>
                    <a:schemeClr val="tx1"/>
                  </a:solidFill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rPr>
                <a:t>1s</a:t>
              </a:r>
              <a:r>
                <a:rPr lang="en-US" altLang="zh-CN" sz="1600" i="1" baseline="-55000" dirty="0">
                  <a:solidFill>
                    <a:schemeClr val="tx1"/>
                  </a:solidFill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rPr>
                <a:t>LR</a:t>
              </a:r>
              <a:r>
                <a:rPr lang="en-US" altLang="zh-CN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rPr>
                <a:t>]</a:t>
              </a:r>
              <a:r>
                <a:rPr lang="en-GB" altLang="zh-CN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endParaRPr lang="en-GB" altLang="zh-CN" sz="1600" noProof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C6C900F5-1B05-902A-8158-E0F9814CC211}"/>
                </a:ext>
              </a:extLst>
            </p:cNvPr>
            <p:cNvSpPr/>
            <p:nvPr/>
          </p:nvSpPr>
          <p:spPr>
            <a:xfrm>
              <a:off x="4504978" y="2988310"/>
              <a:ext cx="3235523" cy="560251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80000"/>
                </a:lnSpc>
              </a:pPr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State (inflow) </a:t>
              </a:r>
              <a:r>
                <a:rPr lang="en-US" altLang="zh-CN" sz="16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1600" b="1" i="1" baseline="-25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en-US" altLang="zh-CN" sz="1600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(t)</a:t>
              </a:r>
              <a:endParaRPr lang="en-GB" sz="1600" noProof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>
                <a:lnSpc>
                  <a:spcPct val="80000"/>
                </a:lnSpc>
              </a:pPr>
              <a:r>
                <a:rPr lang="en-GB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[</a:t>
              </a:r>
              <a:r>
                <a:rPr lang="el-GR" altLang="zh-CN" sz="1600" i="1" dirty="0">
                  <a:solidFill>
                    <a:schemeClr val="tx1"/>
                  </a:solidFill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rPr>
                <a:t>λ</a:t>
              </a:r>
              <a:r>
                <a:rPr lang="en-US" altLang="zh-CN" sz="1600" i="1" baseline="-25000" dirty="0">
                  <a:solidFill>
                    <a:schemeClr val="tx1"/>
                  </a:solidFill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rPr>
                <a:t>0</a:t>
              </a:r>
              <a:r>
                <a:rPr lang="en-US" altLang="zh-CN" sz="1600" i="1" baseline="-55000" dirty="0">
                  <a:solidFill>
                    <a:schemeClr val="tx1"/>
                  </a:solidFill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rPr>
                <a:t>UR</a:t>
              </a:r>
              <a:r>
                <a:rPr lang="en-US" altLang="zh-CN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rPr>
                <a:t>, </a:t>
              </a:r>
              <a:r>
                <a:rPr lang="el-GR" altLang="zh-CN" sz="1600" i="1" dirty="0">
                  <a:solidFill>
                    <a:schemeClr val="tx1"/>
                  </a:solidFill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rPr>
                <a:t>λ</a:t>
              </a:r>
              <a:r>
                <a:rPr lang="en-US" altLang="zh-CN" sz="1600" i="1" baseline="-25000" dirty="0">
                  <a:solidFill>
                    <a:schemeClr val="tx1"/>
                  </a:solidFill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rPr>
                <a:t>0</a:t>
              </a:r>
              <a:r>
                <a:rPr lang="en-US" altLang="zh-CN" sz="1600" i="1" baseline="-55000" dirty="0">
                  <a:solidFill>
                    <a:schemeClr val="tx1"/>
                  </a:solidFill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rPr>
                <a:t>LR</a:t>
              </a:r>
              <a:r>
                <a:rPr lang="en-US" altLang="zh-CN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rPr>
                <a:t>, </a:t>
              </a:r>
              <a:r>
                <a:rPr lang="el-GR" altLang="zh-CN" sz="1600" i="1" dirty="0">
                  <a:solidFill>
                    <a:schemeClr val="tx1"/>
                  </a:solidFill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rPr>
                <a:t>λ</a:t>
              </a:r>
              <a:r>
                <a:rPr lang="en-US" altLang="zh-CN" sz="1600" i="1" baseline="-25000" dirty="0">
                  <a:solidFill>
                    <a:schemeClr val="tx1"/>
                  </a:solidFill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rPr>
                <a:t>1c</a:t>
              </a:r>
              <a:r>
                <a:rPr lang="en-US" altLang="zh-CN" sz="1600" i="1" baseline="-55000" dirty="0">
                  <a:solidFill>
                    <a:schemeClr val="tx1"/>
                  </a:solidFill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rPr>
                <a:t>UR</a:t>
              </a:r>
              <a:r>
                <a:rPr lang="en-US" altLang="zh-CN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rPr>
                <a:t>, </a:t>
              </a:r>
              <a:r>
                <a:rPr lang="el-GR" altLang="zh-CN" sz="1600" i="1" dirty="0">
                  <a:solidFill>
                    <a:schemeClr val="tx1"/>
                  </a:solidFill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rPr>
                <a:t>λ</a:t>
              </a:r>
              <a:r>
                <a:rPr lang="en-US" altLang="zh-CN" sz="1600" i="1" baseline="-25000" dirty="0">
                  <a:solidFill>
                    <a:schemeClr val="tx1"/>
                  </a:solidFill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rPr>
                <a:t>1s</a:t>
              </a:r>
              <a:r>
                <a:rPr lang="en-US" altLang="zh-CN" sz="1600" i="1" baseline="-55000" dirty="0">
                  <a:solidFill>
                    <a:schemeClr val="tx1"/>
                  </a:solidFill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rPr>
                <a:t>UR</a:t>
              </a:r>
              <a:r>
                <a:rPr lang="en-US" altLang="zh-CN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rPr>
                <a:t>, </a:t>
              </a:r>
              <a:r>
                <a:rPr lang="el-GR" altLang="zh-CN" sz="1600" i="1" dirty="0">
                  <a:solidFill>
                    <a:schemeClr val="tx1"/>
                  </a:solidFill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rPr>
                <a:t>λ</a:t>
              </a:r>
              <a:r>
                <a:rPr lang="en-US" altLang="zh-CN" sz="1600" i="1" baseline="-25000" dirty="0">
                  <a:solidFill>
                    <a:schemeClr val="tx1"/>
                  </a:solidFill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rPr>
                <a:t>1c</a:t>
              </a:r>
              <a:r>
                <a:rPr lang="en-US" altLang="zh-CN" sz="1600" i="1" baseline="-55000" dirty="0">
                  <a:solidFill>
                    <a:schemeClr val="tx1"/>
                  </a:solidFill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rPr>
                <a:t>LR</a:t>
              </a:r>
              <a:r>
                <a:rPr lang="en-US" altLang="zh-CN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rPr>
                <a:t>, </a:t>
              </a:r>
              <a:r>
                <a:rPr lang="el-GR" altLang="zh-CN" sz="1600" i="1" dirty="0">
                  <a:solidFill>
                    <a:schemeClr val="tx1"/>
                  </a:solidFill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rPr>
                <a:t>λ</a:t>
              </a:r>
              <a:r>
                <a:rPr lang="en-US" altLang="zh-CN" sz="1600" i="1" baseline="-25000" dirty="0">
                  <a:solidFill>
                    <a:schemeClr val="tx1"/>
                  </a:solidFill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rPr>
                <a:t>1s</a:t>
              </a:r>
              <a:r>
                <a:rPr lang="en-US" altLang="zh-CN" sz="1600" i="1" baseline="-55000" dirty="0">
                  <a:solidFill>
                    <a:schemeClr val="tx1"/>
                  </a:solidFill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rPr>
                <a:t>LR</a:t>
              </a:r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rPr>
                <a:t>]</a:t>
              </a:r>
              <a:r>
                <a:rPr lang="en-GB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endParaRPr lang="en-GB" sz="1600" noProof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9" name="矩形 48">
              <a:extLst>
                <a:ext uri="{FF2B5EF4-FFF2-40B4-BE49-F238E27FC236}">
                  <a16:creationId xmlns:a16="http://schemas.microsoft.com/office/drawing/2014/main" id="{A1060CE9-02C1-80AC-E6ED-E7A0742ED67A}"/>
                </a:ext>
              </a:extLst>
            </p:cNvPr>
            <p:cNvSpPr/>
            <p:nvPr/>
          </p:nvSpPr>
          <p:spPr>
            <a:xfrm>
              <a:off x="4764589" y="2005742"/>
              <a:ext cx="2716300" cy="355832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1400" dirty="0">
                <a:solidFill>
                  <a:srgbClr val="DC143C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r>
                <a:rPr lang="en-US" altLang="zh-CN" sz="1400" dirty="0">
                  <a:solidFill>
                    <a:srgbClr val="DC143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Rotor aerodynamic model</a:t>
              </a:r>
              <a:endParaRPr lang="en-US" sz="1400" dirty="0">
                <a:solidFill>
                  <a:srgbClr val="DC143C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GB" sz="1400" noProof="0" dirty="0">
                <a:solidFill>
                  <a:srgbClr val="DC143C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54" name="矩形 53">
            <a:extLst>
              <a:ext uri="{FF2B5EF4-FFF2-40B4-BE49-F238E27FC236}">
                <a16:creationId xmlns:a16="http://schemas.microsoft.com/office/drawing/2014/main" id="{0D03CEB0-4241-1D72-2F28-3ABD32BE2175}"/>
              </a:ext>
            </a:extLst>
          </p:cNvPr>
          <p:cNvSpPr/>
          <p:nvPr/>
        </p:nvSpPr>
        <p:spPr>
          <a:xfrm>
            <a:off x="123576" y="5225032"/>
            <a:ext cx="2450486" cy="295223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Mass &amp; Payload</a:t>
            </a:r>
            <a:endParaRPr lang="en-GB" sz="1600" noProof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303E864D-EC00-ED67-FDB5-0D98FFAEC9AF}"/>
              </a:ext>
            </a:extLst>
          </p:cNvPr>
          <p:cNvSpPr/>
          <p:nvPr/>
        </p:nvSpPr>
        <p:spPr>
          <a:xfrm>
            <a:off x="3266023" y="4696045"/>
            <a:ext cx="3511477" cy="355832"/>
          </a:xfrm>
          <a:prstGeom prst="rect">
            <a:avLst/>
          </a:prstGeom>
          <a:solidFill>
            <a:schemeClr val="bg1"/>
          </a:solidFill>
          <a:ln w="19050">
            <a:solidFill>
              <a:srgbClr val="DC143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rgbClr val="DC14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Empennage aerodynamic model</a:t>
            </a:r>
            <a:endParaRPr lang="en-GB" altLang="zh-CN" sz="1400" noProof="0" dirty="0">
              <a:solidFill>
                <a:srgbClr val="DC143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0" name="连接符: 肘形 59">
            <a:extLst>
              <a:ext uri="{FF2B5EF4-FFF2-40B4-BE49-F238E27FC236}">
                <a16:creationId xmlns:a16="http://schemas.microsoft.com/office/drawing/2014/main" id="{914EB22B-EAF8-FED9-1D2B-DD117060A13A}"/>
              </a:ext>
            </a:extLst>
          </p:cNvPr>
          <p:cNvCxnSpPr>
            <a:cxnSpLocks/>
            <a:stCxn id="54" idx="3"/>
            <a:endCxn id="184" idx="1"/>
          </p:cNvCxnSpPr>
          <p:nvPr/>
        </p:nvCxnSpPr>
        <p:spPr>
          <a:xfrm>
            <a:off x="2574062" y="5372644"/>
            <a:ext cx="691961" cy="1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9" name="矩形 128">
            <a:extLst>
              <a:ext uri="{FF2B5EF4-FFF2-40B4-BE49-F238E27FC236}">
                <a16:creationId xmlns:a16="http://schemas.microsoft.com/office/drawing/2014/main" id="{3A7AE86E-05E7-CA0A-2CF4-FBBCD4F8F02F}"/>
              </a:ext>
            </a:extLst>
          </p:cNvPr>
          <p:cNvSpPr/>
          <p:nvPr/>
        </p:nvSpPr>
        <p:spPr>
          <a:xfrm>
            <a:off x="10024490" y="2697388"/>
            <a:ext cx="2078327" cy="647171"/>
          </a:xfrm>
          <a:prstGeom prst="rect">
            <a:avLst/>
          </a:prstGeom>
          <a:solidFill>
            <a:schemeClr val="bg1"/>
          </a:solidFill>
          <a:ln w="19050">
            <a:solidFill>
              <a:srgbClr val="0000C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rgbClr val="0000C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Forces</a:t>
            </a:r>
          </a:p>
          <a:p>
            <a:pPr algn="ctr"/>
            <a:r>
              <a:rPr lang="en-GB" sz="1600" dirty="0">
                <a:solidFill>
                  <a:srgbClr val="0000C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GB" sz="1600" i="1" dirty="0">
                <a:solidFill>
                  <a:srgbClr val="0000C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GB" sz="1600" dirty="0">
                <a:solidFill>
                  <a:srgbClr val="0000C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GB" sz="1600" i="1" dirty="0">
                <a:solidFill>
                  <a:srgbClr val="0000C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GB" sz="1600" dirty="0">
                <a:solidFill>
                  <a:srgbClr val="0000C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GB" sz="1600" i="1" dirty="0">
                <a:solidFill>
                  <a:srgbClr val="0000C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sz="1600" dirty="0">
                <a:solidFill>
                  <a:srgbClr val="0000CD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]</a:t>
            </a:r>
            <a:r>
              <a:rPr lang="en-GB" sz="1600" dirty="0">
                <a:solidFill>
                  <a:srgbClr val="0000C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GB" sz="1600" noProof="0" dirty="0">
              <a:solidFill>
                <a:srgbClr val="0000C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1" name="矩形 130">
            <a:extLst>
              <a:ext uri="{FF2B5EF4-FFF2-40B4-BE49-F238E27FC236}">
                <a16:creationId xmlns:a16="http://schemas.microsoft.com/office/drawing/2014/main" id="{B93E6DD7-FA5D-EFAA-144D-F09D1C33DD7E}"/>
              </a:ext>
            </a:extLst>
          </p:cNvPr>
          <p:cNvSpPr/>
          <p:nvPr/>
        </p:nvSpPr>
        <p:spPr>
          <a:xfrm>
            <a:off x="10028763" y="3732603"/>
            <a:ext cx="2074054" cy="647171"/>
          </a:xfrm>
          <a:prstGeom prst="rect">
            <a:avLst/>
          </a:prstGeom>
          <a:solidFill>
            <a:schemeClr val="bg1"/>
          </a:solidFill>
          <a:ln w="19050">
            <a:solidFill>
              <a:srgbClr val="0000C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rgbClr val="0000C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Moments</a:t>
            </a:r>
          </a:p>
          <a:p>
            <a:pPr algn="ctr"/>
            <a:r>
              <a:rPr lang="en-GB" sz="1600" dirty="0">
                <a:solidFill>
                  <a:srgbClr val="0000C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GB" sz="1600" i="1" dirty="0">
                <a:solidFill>
                  <a:srgbClr val="0000C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GB" sz="1600" dirty="0">
                <a:solidFill>
                  <a:srgbClr val="0000C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GB" sz="1600" i="1" dirty="0">
                <a:solidFill>
                  <a:srgbClr val="0000C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GB" sz="1600" dirty="0">
                <a:solidFill>
                  <a:srgbClr val="0000C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GB" sz="1600" i="1" dirty="0">
                <a:solidFill>
                  <a:srgbClr val="0000C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1600" dirty="0">
                <a:solidFill>
                  <a:srgbClr val="0000CD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]</a:t>
            </a:r>
            <a:r>
              <a:rPr lang="en-GB" sz="1600" dirty="0">
                <a:solidFill>
                  <a:srgbClr val="0000C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GB" sz="1600" noProof="0" dirty="0">
              <a:solidFill>
                <a:srgbClr val="0000C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42" name="连接符: 肘形 141">
            <a:extLst>
              <a:ext uri="{FF2B5EF4-FFF2-40B4-BE49-F238E27FC236}">
                <a16:creationId xmlns:a16="http://schemas.microsoft.com/office/drawing/2014/main" id="{76E9733B-A75B-8D92-96A6-A56F783735F3}"/>
              </a:ext>
            </a:extLst>
          </p:cNvPr>
          <p:cNvCxnSpPr>
            <a:cxnSpLocks/>
            <a:stCxn id="9" idx="3"/>
            <a:endCxn id="10" idx="1"/>
          </p:cNvCxnSpPr>
          <p:nvPr/>
        </p:nvCxnSpPr>
        <p:spPr>
          <a:xfrm flipV="1">
            <a:off x="2574062" y="3732603"/>
            <a:ext cx="696234" cy="604067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连接符: 肘形 143">
            <a:extLst>
              <a:ext uri="{FF2B5EF4-FFF2-40B4-BE49-F238E27FC236}">
                <a16:creationId xmlns:a16="http://schemas.microsoft.com/office/drawing/2014/main" id="{A4194336-7F17-DCFE-DE10-BEFF0BD03C58}"/>
              </a:ext>
            </a:extLst>
          </p:cNvPr>
          <p:cNvCxnSpPr>
            <a:cxnSpLocks/>
            <a:stCxn id="2" idx="3"/>
            <a:endCxn id="15" idx="1"/>
          </p:cNvCxnSpPr>
          <p:nvPr/>
        </p:nvCxnSpPr>
        <p:spPr>
          <a:xfrm flipV="1">
            <a:off x="2574062" y="2612949"/>
            <a:ext cx="691961" cy="816051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连接符: 肘形 146">
            <a:extLst>
              <a:ext uri="{FF2B5EF4-FFF2-40B4-BE49-F238E27FC236}">
                <a16:creationId xmlns:a16="http://schemas.microsoft.com/office/drawing/2014/main" id="{124EAECC-8E9F-1C7D-F59C-2E2F6E590F39}"/>
              </a:ext>
            </a:extLst>
          </p:cNvPr>
          <p:cNvCxnSpPr>
            <a:cxnSpLocks/>
            <a:stCxn id="9" idx="3"/>
            <a:endCxn id="59" idx="1"/>
          </p:cNvCxnSpPr>
          <p:nvPr/>
        </p:nvCxnSpPr>
        <p:spPr>
          <a:xfrm>
            <a:off x="2574062" y="4336670"/>
            <a:ext cx="691961" cy="537291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连接符: 肘形 150">
            <a:extLst>
              <a:ext uri="{FF2B5EF4-FFF2-40B4-BE49-F238E27FC236}">
                <a16:creationId xmlns:a16="http://schemas.microsoft.com/office/drawing/2014/main" id="{EBF54475-C7DA-D965-070D-71237E66FB90}"/>
              </a:ext>
            </a:extLst>
          </p:cNvPr>
          <p:cNvCxnSpPr>
            <a:cxnSpLocks/>
            <a:stCxn id="9" idx="3"/>
            <a:endCxn id="15" idx="1"/>
          </p:cNvCxnSpPr>
          <p:nvPr/>
        </p:nvCxnSpPr>
        <p:spPr>
          <a:xfrm flipV="1">
            <a:off x="2574062" y="2612949"/>
            <a:ext cx="691961" cy="1723721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1" name="矩形 170">
            <a:extLst>
              <a:ext uri="{FF2B5EF4-FFF2-40B4-BE49-F238E27FC236}">
                <a16:creationId xmlns:a16="http://schemas.microsoft.com/office/drawing/2014/main" id="{4878A91F-8CFB-C1A2-7B8C-0053637F23EE}"/>
              </a:ext>
            </a:extLst>
          </p:cNvPr>
          <p:cNvSpPr/>
          <p:nvPr/>
        </p:nvSpPr>
        <p:spPr>
          <a:xfrm>
            <a:off x="10028763" y="4873084"/>
            <a:ext cx="2074054" cy="647171"/>
          </a:xfrm>
          <a:prstGeom prst="rect">
            <a:avLst/>
          </a:prstGeom>
          <a:solidFill>
            <a:schemeClr val="bg1"/>
          </a:solidFill>
          <a:ln w="19050">
            <a:solidFill>
              <a:srgbClr val="0000C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rgbClr val="0000C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Moment of inertia</a:t>
            </a:r>
          </a:p>
          <a:p>
            <a:pPr algn="ctr"/>
            <a:r>
              <a:rPr lang="en-GB" altLang="zh-CN" sz="1600" dirty="0">
                <a:solidFill>
                  <a:srgbClr val="0000C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CN" sz="1600" i="1" dirty="0" err="1">
                <a:solidFill>
                  <a:srgbClr val="0000CD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1600" i="1" baseline="-25000" dirty="0" err="1">
                <a:solidFill>
                  <a:srgbClr val="0000CD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xx</a:t>
            </a:r>
            <a:r>
              <a:rPr lang="en-US" altLang="zh-CN" sz="1600" dirty="0">
                <a:solidFill>
                  <a:srgbClr val="0000CD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sz="1600" i="1" dirty="0" err="1">
                <a:solidFill>
                  <a:srgbClr val="0000CD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1600" i="1" baseline="-25000" dirty="0" err="1">
                <a:solidFill>
                  <a:srgbClr val="0000CD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yy</a:t>
            </a:r>
            <a:r>
              <a:rPr lang="en-US" altLang="zh-CN" sz="1600" dirty="0">
                <a:solidFill>
                  <a:srgbClr val="0000CD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sz="1600" i="1" dirty="0">
                <a:solidFill>
                  <a:srgbClr val="0000CD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1600" i="1" baseline="-25000" dirty="0">
                <a:solidFill>
                  <a:srgbClr val="0000CD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zz</a:t>
            </a:r>
            <a:r>
              <a:rPr lang="en-US" altLang="zh-CN" sz="1600" dirty="0">
                <a:solidFill>
                  <a:srgbClr val="0000CD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sz="1600" i="1" dirty="0" err="1">
                <a:solidFill>
                  <a:srgbClr val="0000CD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1600" i="1" baseline="-25000" dirty="0" err="1">
                <a:solidFill>
                  <a:srgbClr val="0000CD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xz</a:t>
            </a:r>
            <a:r>
              <a:rPr lang="en-US" altLang="zh-CN" sz="1600" dirty="0">
                <a:solidFill>
                  <a:srgbClr val="0000CD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]</a:t>
            </a:r>
            <a:r>
              <a:rPr lang="en-GB" altLang="zh-CN" sz="1600" dirty="0">
                <a:solidFill>
                  <a:srgbClr val="0000C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GB" altLang="zh-CN" sz="1600" noProof="0" dirty="0">
              <a:solidFill>
                <a:srgbClr val="0000C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4" name="矩形 183">
            <a:extLst>
              <a:ext uri="{FF2B5EF4-FFF2-40B4-BE49-F238E27FC236}">
                <a16:creationId xmlns:a16="http://schemas.microsoft.com/office/drawing/2014/main" id="{CA7EA20D-D9B4-C7C6-B2BE-2CEB6674261A}"/>
              </a:ext>
            </a:extLst>
          </p:cNvPr>
          <p:cNvSpPr/>
          <p:nvPr/>
        </p:nvSpPr>
        <p:spPr>
          <a:xfrm>
            <a:off x="3266023" y="5225033"/>
            <a:ext cx="3511477" cy="295223"/>
          </a:xfrm>
          <a:prstGeom prst="rect">
            <a:avLst/>
          </a:prstGeom>
          <a:solidFill>
            <a:schemeClr val="bg1"/>
          </a:solidFill>
          <a:ln w="19050">
            <a:solidFill>
              <a:srgbClr val="DC143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rgbClr val="DC14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&amp; structure model</a:t>
            </a:r>
            <a:endParaRPr lang="en-GB" altLang="zh-CN" sz="1400" noProof="0" dirty="0">
              <a:solidFill>
                <a:srgbClr val="DC143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90" name="连接符: 肘形 189">
            <a:extLst>
              <a:ext uri="{FF2B5EF4-FFF2-40B4-BE49-F238E27FC236}">
                <a16:creationId xmlns:a16="http://schemas.microsoft.com/office/drawing/2014/main" id="{1B7B88A0-671E-9D42-B970-6B461B6CE12E}"/>
              </a:ext>
            </a:extLst>
          </p:cNvPr>
          <p:cNvCxnSpPr>
            <a:cxnSpLocks/>
            <a:stCxn id="184" idx="3"/>
            <a:endCxn id="171" idx="1"/>
          </p:cNvCxnSpPr>
          <p:nvPr/>
        </p:nvCxnSpPr>
        <p:spPr>
          <a:xfrm flipV="1">
            <a:off x="6777500" y="5196670"/>
            <a:ext cx="3251263" cy="175975"/>
          </a:xfrm>
          <a:prstGeom prst="bentConnector3">
            <a:avLst/>
          </a:prstGeom>
          <a:ln w="12700">
            <a:solidFill>
              <a:srgbClr val="0000C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连接符: 肘形 195">
            <a:extLst>
              <a:ext uri="{FF2B5EF4-FFF2-40B4-BE49-F238E27FC236}">
                <a16:creationId xmlns:a16="http://schemas.microsoft.com/office/drawing/2014/main" id="{71347DC5-8F58-968E-18B1-732D1DC8584B}"/>
              </a:ext>
            </a:extLst>
          </p:cNvPr>
          <p:cNvCxnSpPr>
            <a:cxnSpLocks/>
            <a:stCxn id="184" idx="3"/>
            <a:endCxn id="131" idx="1"/>
          </p:cNvCxnSpPr>
          <p:nvPr/>
        </p:nvCxnSpPr>
        <p:spPr>
          <a:xfrm flipV="1">
            <a:off x="6777500" y="4056189"/>
            <a:ext cx="3251263" cy="1316456"/>
          </a:xfrm>
          <a:prstGeom prst="bentConnector3">
            <a:avLst/>
          </a:prstGeom>
          <a:ln w="12700">
            <a:solidFill>
              <a:srgbClr val="0000C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连接符: 肘形 198">
            <a:extLst>
              <a:ext uri="{FF2B5EF4-FFF2-40B4-BE49-F238E27FC236}">
                <a16:creationId xmlns:a16="http://schemas.microsoft.com/office/drawing/2014/main" id="{55DD9FD9-34D7-0A9D-EF1A-D5FE103BDA2A}"/>
              </a:ext>
            </a:extLst>
          </p:cNvPr>
          <p:cNvCxnSpPr>
            <a:cxnSpLocks/>
            <a:stCxn id="59" idx="3"/>
            <a:endCxn id="131" idx="1"/>
          </p:cNvCxnSpPr>
          <p:nvPr/>
        </p:nvCxnSpPr>
        <p:spPr>
          <a:xfrm flipV="1">
            <a:off x="6777500" y="4056189"/>
            <a:ext cx="3251263" cy="817772"/>
          </a:xfrm>
          <a:prstGeom prst="bentConnector3">
            <a:avLst/>
          </a:prstGeom>
          <a:ln w="12700">
            <a:solidFill>
              <a:srgbClr val="0000C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连接符: 肘形 204">
            <a:extLst>
              <a:ext uri="{FF2B5EF4-FFF2-40B4-BE49-F238E27FC236}">
                <a16:creationId xmlns:a16="http://schemas.microsoft.com/office/drawing/2014/main" id="{E96A241A-BE67-DBC2-F1E9-2BB697B4BCDC}"/>
              </a:ext>
            </a:extLst>
          </p:cNvPr>
          <p:cNvCxnSpPr>
            <a:cxnSpLocks/>
            <a:stCxn id="10" idx="3"/>
            <a:endCxn id="131" idx="1"/>
          </p:cNvCxnSpPr>
          <p:nvPr/>
        </p:nvCxnSpPr>
        <p:spPr>
          <a:xfrm>
            <a:off x="6777500" y="3732603"/>
            <a:ext cx="3251263" cy="323586"/>
          </a:xfrm>
          <a:prstGeom prst="bentConnector3">
            <a:avLst/>
          </a:prstGeom>
          <a:ln w="12700">
            <a:solidFill>
              <a:srgbClr val="0000C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6" name="连接符: 肘形 215">
            <a:extLst>
              <a:ext uri="{FF2B5EF4-FFF2-40B4-BE49-F238E27FC236}">
                <a16:creationId xmlns:a16="http://schemas.microsoft.com/office/drawing/2014/main" id="{CDB0FB27-BDB6-94FE-506B-DB690120D061}"/>
              </a:ext>
            </a:extLst>
          </p:cNvPr>
          <p:cNvCxnSpPr>
            <a:cxnSpLocks/>
            <a:stCxn id="15" idx="3"/>
            <a:endCxn id="129" idx="1"/>
          </p:cNvCxnSpPr>
          <p:nvPr/>
        </p:nvCxnSpPr>
        <p:spPr>
          <a:xfrm>
            <a:off x="6773227" y="2612949"/>
            <a:ext cx="3251263" cy="408025"/>
          </a:xfrm>
          <a:prstGeom prst="bentConnector3">
            <a:avLst/>
          </a:prstGeom>
          <a:ln w="12700">
            <a:solidFill>
              <a:srgbClr val="0000C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" name="连接符: 肘形 218">
            <a:extLst>
              <a:ext uri="{FF2B5EF4-FFF2-40B4-BE49-F238E27FC236}">
                <a16:creationId xmlns:a16="http://schemas.microsoft.com/office/drawing/2014/main" id="{62207009-67C6-312A-989C-60DE4A34AE8E}"/>
              </a:ext>
            </a:extLst>
          </p:cNvPr>
          <p:cNvCxnSpPr>
            <a:cxnSpLocks/>
            <a:stCxn id="10" idx="3"/>
            <a:endCxn id="129" idx="1"/>
          </p:cNvCxnSpPr>
          <p:nvPr/>
        </p:nvCxnSpPr>
        <p:spPr>
          <a:xfrm flipV="1">
            <a:off x="6777500" y="3020974"/>
            <a:ext cx="3246990" cy="711629"/>
          </a:xfrm>
          <a:prstGeom prst="bentConnector3">
            <a:avLst/>
          </a:prstGeom>
          <a:ln w="12700">
            <a:solidFill>
              <a:srgbClr val="0000C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4" name="矩形 253">
            <a:extLst>
              <a:ext uri="{FF2B5EF4-FFF2-40B4-BE49-F238E27FC236}">
                <a16:creationId xmlns:a16="http://schemas.microsoft.com/office/drawing/2014/main" id="{0BE889AF-CB60-07E1-BFDE-185108361F98}"/>
              </a:ext>
            </a:extLst>
          </p:cNvPr>
          <p:cNvSpPr/>
          <p:nvPr/>
        </p:nvSpPr>
        <p:spPr>
          <a:xfrm>
            <a:off x="6863884" y="4967280"/>
            <a:ext cx="1407452" cy="560250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85000"/>
              </a:lnSpc>
            </a:pPr>
            <a:r>
              <a:rPr lang="en-US" altLang="zh-CN" sz="1400" dirty="0">
                <a:solidFill>
                  <a:srgbClr val="0000C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CG</a:t>
            </a:r>
            <a:endParaRPr lang="en-GB" altLang="zh-CN" sz="1600" noProof="0" dirty="0">
              <a:solidFill>
                <a:srgbClr val="0000C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6" name="矩形 255">
            <a:extLst>
              <a:ext uri="{FF2B5EF4-FFF2-40B4-BE49-F238E27FC236}">
                <a16:creationId xmlns:a16="http://schemas.microsoft.com/office/drawing/2014/main" id="{F46990E2-D83E-C36D-FF9E-CED38A98AD8A}"/>
              </a:ext>
            </a:extLst>
          </p:cNvPr>
          <p:cNvSpPr/>
          <p:nvPr/>
        </p:nvSpPr>
        <p:spPr>
          <a:xfrm>
            <a:off x="5996763" y="3215239"/>
            <a:ext cx="3158556" cy="560250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85000"/>
              </a:lnSpc>
            </a:pPr>
            <a:r>
              <a:rPr lang="en-US" altLang="zh-CN" sz="1400" dirty="0">
                <a:solidFill>
                  <a:srgbClr val="0000C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State (rotor)</a:t>
            </a:r>
            <a:r>
              <a:rPr lang="en-GB" altLang="zh-CN" sz="1600" dirty="0">
                <a:solidFill>
                  <a:srgbClr val="0000C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GB" altLang="zh-CN" sz="1600" noProof="0" dirty="0">
              <a:solidFill>
                <a:srgbClr val="0000C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85000"/>
              </a:lnSpc>
            </a:pPr>
            <a:r>
              <a:rPr lang="en-US" altLang="zh-CN" sz="1400" dirty="0">
                <a:solidFill>
                  <a:srgbClr val="0000C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Forces &amp; </a:t>
            </a:r>
            <a:r>
              <a:rPr lang="en-GB" altLang="zh-CN" sz="1400" dirty="0">
                <a:solidFill>
                  <a:srgbClr val="0000C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Moments</a:t>
            </a:r>
            <a:endParaRPr lang="en-GB" altLang="zh-CN" sz="1400" noProof="0" dirty="0">
              <a:solidFill>
                <a:srgbClr val="0000C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7" name="矩形 256">
            <a:extLst>
              <a:ext uri="{FF2B5EF4-FFF2-40B4-BE49-F238E27FC236}">
                <a16:creationId xmlns:a16="http://schemas.microsoft.com/office/drawing/2014/main" id="{52D3922B-FF82-FDC9-2F23-129EEF3CDACB}"/>
              </a:ext>
            </a:extLst>
          </p:cNvPr>
          <p:cNvSpPr/>
          <p:nvPr/>
        </p:nvSpPr>
        <p:spPr>
          <a:xfrm>
            <a:off x="5924686" y="4458504"/>
            <a:ext cx="3285847" cy="560250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85000"/>
              </a:lnSpc>
            </a:pPr>
            <a:r>
              <a:rPr lang="en-US" altLang="zh-CN" sz="1400" dirty="0">
                <a:solidFill>
                  <a:srgbClr val="0000C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Forces</a:t>
            </a:r>
            <a:r>
              <a:rPr lang="en-GB" altLang="zh-CN" sz="1400" dirty="0">
                <a:solidFill>
                  <a:srgbClr val="0000C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GB" altLang="zh-CN" sz="1400" noProof="0" dirty="0">
              <a:solidFill>
                <a:srgbClr val="0000C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1" name="矩形 290">
            <a:extLst>
              <a:ext uri="{FF2B5EF4-FFF2-40B4-BE49-F238E27FC236}">
                <a16:creationId xmlns:a16="http://schemas.microsoft.com/office/drawing/2014/main" id="{EAF074FE-C5F3-EB74-F878-83EB2375ACA5}"/>
              </a:ext>
            </a:extLst>
          </p:cNvPr>
          <p:cNvSpPr/>
          <p:nvPr/>
        </p:nvSpPr>
        <p:spPr>
          <a:xfrm>
            <a:off x="5996763" y="2203202"/>
            <a:ext cx="3158556" cy="560250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85000"/>
              </a:lnSpc>
            </a:pPr>
            <a:r>
              <a:rPr lang="en-US" altLang="zh-CN" sz="1400" dirty="0">
                <a:solidFill>
                  <a:srgbClr val="0000C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Forces &amp; </a:t>
            </a:r>
            <a:r>
              <a:rPr lang="en-GB" altLang="zh-CN" sz="1400" dirty="0">
                <a:solidFill>
                  <a:srgbClr val="0000C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Moments</a:t>
            </a:r>
            <a:endParaRPr lang="en-GB" altLang="zh-CN" sz="1400" noProof="0" dirty="0">
              <a:solidFill>
                <a:srgbClr val="0000C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44634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主题​​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1604</TotalTime>
  <Words>335</Words>
  <Application>Microsoft Office PowerPoint</Application>
  <PresentationFormat>宽屏</PresentationFormat>
  <Paragraphs>152</Paragraphs>
  <Slides>5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1" baseType="lpstr">
      <vt:lpstr>等线</vt:lpstr>
      <vt:lpstr>Aptos</vt:lpstr>
      <vt:lpstr>Aptos Display</vt:lpstr>
      <vt:lpstr>Arial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Hanchen Li</dc:creator>
  <cp:lastModifiedBy>Hanchen Li</cp:lastModifiedBy>
  <cp:revision>1</cp:revision>
  <cp:lastPrinted>2025-05-24T00:56:43Z</cp:lastPrinted>
  <dcterms:created xsi:type="dcterms:W3CDTF">2025-05-22T21:32:03Z</dcterms:created>
  <dcterms:modified xsi:type="dcterms:W3CDTF">2025-05-26T23:57:09Z</dcterms:modified>
</cp:coreProperties>
</file>
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47" dt="2025-06-08T22:03:37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1706" autoAdjust="0"/>
  </p:normalViewPr>
  <p:slideViewPr>
    <p:cSldViewPr snapToGrid="0">
      <p:cViewPr>
        <p:scale>
          <a:sx n="150" d="100"/>
          <a:sy n="150" d="100"/>
        </p:scale>
        <p:origin x="72" y="-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6-08T22:03:58.072" v="10257" actId="1076"/>
      <pc:docMkLst>
        <pc:docMk/>
      </pc:docMkLst>
      <pc:sldChg chg="addSp delSp modSp new mod">
        <pc:chgData name="Li, Hanchen F" userId="3aee791e-6a2d-4da7-a77b-fbdf7bf15886" providerId="ADAL" clId="{CDC5B0EF-6BEB-4658-A9FF-CB66F6FA6C1E}" dt="2025-06-06T21:31:38.610" v="10067" actId="1037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30T23:12:28.017" v="9277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">
          <ac:chgData name="Li, Hanchen F" userId="3aee791e-6a2d-4da7-a77b-fbdf7bf15886" providerId="ADAL" clId="{CDC5B0EF-6BEB-4658-A9FF-CB66F6FA6C1E}" dt="2025-05-26T23:53:48.568" v="8819" actId="207"/>
          <ac:spMkLst>
            <pc:docMk/>
            <pc:sldMk cId="2152317508" sldId="256"/>
            <ac:spMk id="8" creationId="{C970256C-9125-E58F-41CB-BCB372A65021}"/>
          </ac:spMkLst>
        </pc:spChg>
        <pc:spChg chg="add mod">
          <ac:chgData name="Li, Hanchen F" userId="3aee791e-6a2d-4da7-a77b-fbdf7bf15886" providerId="ADAL" clId="{CDC5B0EF-6BEB-4658-A9FF-CB66F6FA6C1E}" dt="2025-05-26T23:51:47.382" v="8775" actId="1076"/>
          <ac:spMkLst>
            <pc:docMk/>
            <pc:sldMk cId="2152317508" sldId="256"/>
            <ac:spMk id="10" creationId="{E9A659B2-194D-0885-8AC2-353E66878043}"/>
          </ac:spMkLst>
        </pc:spChg>
        <pc:spChg chg="add mod">
          <ac:chgData name="Li, Hanchen F" userId="3aee791e-6a2d-4da7-a77b-fbdf7bf15886" providerId="ADAL" clId="{CDC5B0EF-6BEB-4658-A9FF-CB66F6FA6C1E}" dt="2025-05-26T23:52:24.036" v="8790" actId="1076"/>
          <ac:spMkLst>
            <pc:docMk/>
            <pc:sldMk cId="2152317508" sldId="256"/>
            <ac:spMk id="11" creationId="{748B245D-DDD1-D633-8299-57FFD78B75DB}"/>
          </ac:spMkLst>
        </pc:spChg>
        <pc:spChg chg="add mod">
          <ac:chgData name="Li, Hanchen F" userId="3aee791e-6a2d-4da7-a77b-fbdf7bf15886" providerId="ADAL" clId="{CDC5B0EF-6BEB-4658-A9FF-CB66F6FA6C1E}" dt="2025-05-26T23:53:12.383" v="8807" actId="1076"/>
          <ac:spMkLst>
            <pc:docMk/>
            <pc:sldMk cId="2152317508" sldId="256"/>
            <ac:spMk id="12" creationId="{CBF57178-3723-EBDF-C047-205E47A5D9F4}"/>
          </ac:spMkLst>
        </pc:spChg>
        <pc:spChg chg="add mod">
          <ac:chgData name="Li, Hanchen F" userId="3aee791e-6a2d-4da7-a77b-fbdf7bf15886" providerId="ADAL" clId="{CDC5B0EF-6BEB-4658-A9FF-CB66F6FA6C1E}" dt="2025-05-30T23:13:44.554" v="9565" actId="207"/>
          <ac:spMkLst>
            <pc:docMk/>
            <pc:sldMk cId="2152317508" sldId="256"/>
            <ac:spMk id="13" creationId="{5B325EA7-5DA3-E802-BF27-A0F44547445F}"/>
          </ac:spMkLst>
        </pc:spChg>
        <pc:spChg chg="add mod">
          <ac:chgData name="Li, Hanchen F" userId="3aee791e-6a2d-4da7-a77b-fbdf7bf15886" providerId="ADAL" clId="{CDC5B0EF-6BEB-4658-A9FF-CB66F6FA6C1E}" dt="2025-05-26T23:53:28.173" v="8812" actId="20577"/>
          <ac:spMkLst>
            <pc:docMk/>
            <pc:sldMk cId="2152317508" sldId="256"/>
            <ac:spMk id="14" creationId="{38B81D18-C49E-DC29-B75A-57ED2C559C17}"/>
          </ac:spMkLst>
        </pc:spChg>
        <pc:spChg chg="add mod">
          <ac:chgData name="Li, Hanchen F" userId="3aee791e-6a2d-4da7-a77b-fbdf7bf15886" providerId="ADAL" clId="{CDC5B0EF-6BEB-4658-A9FF-CB66F6FA6C1E}" dt="2025-05-26T23:53:44.414" v="8818" actId="207"/>
          <ac:spMkLst>
            <pc:docMk/>
            <pc:sldMk cId="2152317508" sldId="256"/>
            <ac:spMk id="15" creationId="{DAA01678-E4F6-05B3-F922-3A08CD642EB5}"/>
          </ac:spMkLst>
        </pc:spChg>
        <pc:spChg chg="add mod">
          <ac:chgData name="Li, Hanchen F" userId="3aee791e-6a2d-4da7-a77b-fbdf7bf15886" providerId="ADAL" clId="{CDC5B0EF-6BEB-4658-A9FF-CB66F6FA6C1E}" dt="2025-06-02T21:22:19.352" v="9853" actId="1076"/>
          <ac:spMkLst>
            <pc:docMk/>
            <pc:sldMk cId="2152317508" sldId="256"/>
            <ac:spMk id="16" creationId="{145E91E2-0567-B454-6E6B-0DC473E2A4D0}"/>
          </ac:spMkLst>
        </pc:spChg>
        <pc:spChg chg="add mod">
          <ac:chgData name="Li, Hanchen F" userId="3aee791e-6a2d-4da7-a77b-fbdf7bf15886" providerId="ADAL" clId="{CDC5B0EF-6BEB-4658-A9FF-CB66F6FA6C1E}" dt="2025-05-30T22:38:19.093" v="9043" actId="1076"/>
          <ac:spMkLst>
            <pc:docMk/>
            <pc:sldMk cId="2152317508" sldId="256"/>
            <ac:spMk id="17" creationId="{61D3D5D1-4304-8A52-B7F5-CDFD12DD61BD}"/>
          </ac:spMkLst>
        </pc:spChg>
        <pc:spChg chg="add mod">
          <ac:chgData name="Li, Hanchen F" userId="3aee791e-6a2d-4da7-a77b-fbdf7bf15886" providerId="ADAL" clId="{CDC5B0EF-6BEB-4658-A9FF-CB66F6FA6C1E}" dt="2025-06-06T21:24:22.994" v="9900" actId="947"/>
          <ac:spMkLst>
            <pc:docMk/>
            <pc:sldMk cId="2152317508" sldId="256"/>
            <ac:spMk id="25" creationId="{1660E916-C2FE-42A2-C6D7-9DDF07E1CD2C}"/>
          </ac:spMkLst>
        </pc:spChg>
        <pc:spChg chg="add mod">
          <ac:chgData name="Li, Hanchen F" userId="3aee791e-6a2d-4da7-a77b-fbdf7bf15886" providerId="ADAL" clId="{CDC5B0EF-6BEB-4658-A9FF-CB66F6FA6C1E}" dt="2025-06-06T21:24:52.181" v="9905" actId="1076"/>
          <ac:spMkLst>
            <pc:docMk/>
            <pc:sldMk cId="2152317508" sldId="256"/>
            <ac:spMk id="29" creationId="{054E6DA5-FF54-1C95-99AC-1044B339546B}"/>
          </ac:spMkLst>
        </pc:spChg>
        <pc:spChg chg="add mo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30T23:28:03.341" v="9651" actId="1037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30T23:28:06.107" v="9655" actId="1035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30T23:28:01.614" v="9649" actId="103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30T23:27:59.429" v="9641" actId="1035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6-06T21:31:38.610" v="10067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6T23:50:51.104" v="8754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30T22:40:08.226" v="9065" actId="107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30T22:40:11.499" v="9066" actId="1076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30T23:34:28.615" v="9798" actId="1038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30T22:37:53.628" v="9033" actId="1076"/>
          <ac:spMkLst>
            <pc:docMk/>
            <pc:sldMk cId="2152317508" sldId="256"/>
            <ac:spMk id="694" creationId="{0B589E19-DFFC-1E39-CEEC-5F6428DEC4B7}"/>
          </ac:spMkLst>
        </pc:spChg>
        <pc:spChg chg="add mod ord">
          <ac:chgData name="Li, Hanchen F" userId="3aee791e-6a2d-4da7-a77b-fbdf7bf15886" providerId="ADAL" clId="{CDC5B0EF-6BEB-4658-A9FF-CB66F6FA6C1E}" dt="2025-05-30T22:41:01.439" v="9077" actId="16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30T23:30:44.935" v="9705" actId="1076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30T22:48:21.102" v="9171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30T23:30:55.241" v="9707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30T23:31:00.530" v="970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6T23:52:11.808" v="8784" actId="1076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30T23:35:00.123" v="9812" actId="103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30T23:35:21.736" v="9816" actId="1037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30T23:35:24.451" v="9818" actId="1037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6-02T21:21:52.226" v="9846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30T22:47:29.897" v="9168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30T22:47:14.691" v="9166" actId="1482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30T22:35:23.784" v="8872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6-06T21:31:20.624" v="10053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30T23:27:54.734" v="9633" actId="103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30T23:28:49.537" v="9662" actId="107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30T23:12:04.591" v="9269" actId="1076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30T23:26:30.387" v="9585" actId="14100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6-02T21:23:01.346" v="9862" actId="14100"/>
          <ac:cxnSpMkLst>
            <pc:docMk/>
            <pc:sldMk cId="2152317508" sldId="256"/>
            <ac:cxnSpMk id="19" creationId="{C35E9231-8CE7-8406-3F9A-0909C44D5A02}"/>
          </ac:cxnSpMkLst>
        </pc:cxnChg>
        <pc:cxnChg chg="add mod">
          <ac:chgData name="Li, Hanchen F" userId="3aee791e-6a2d-4da7-a77b-fbdf7bf15886" providerId="ADAL" clId="{CDC5B0EF-6BEB-4658-A9FF-CB66F6FA6C1E}" dt="2025-05-30T23:12:23.380" v="9276" actId="1076"/>
          <ac:cxnSpMkLst>
            <pc:docMk/>
            <pc:sldMk cId="2152317508" sldId="256"/>
            <ac:cxnSpMk id="20" creationId="{A63BF9C7-983F-5C2B-2264-47912110C621}"/>
          </ac:cxnSpMkLst>
        </pc:cxnChg>
        <pc:cxnChg chg="add mod">
          <ac:chgData name="Li, Hanchen F" userId="3aee791e-6a2d-4da7-a77b-fbdf7bf15886" providerId="ADAL" clId="{CDC5B0EF-6BEB-4658-A9FF-CB66F6FA6C1E}" dt="2025-05-30T23:29:34.460" v="9685" actId="1036"/>
          <ac:cxnSpMkLst>
            <pc:docMk/>
            <pc:sldMk cId="2152317508" sldId="256"/>
            <ac:cxnSpMk id="24" creationId="{50858431-51A3-4B43-1052-473383F20DC3}"/>
          </ac:cxnSpMkLst>
        </pc:cxnChg>
        <pc:cxnChg chg="add mod">
          <ac:chgData name="Li, Hanchen F" userId="3aee791e-6a2d-4da7-a77b-fbdf7bf15886" providerId="ADAL" clId="{CDC5B0EF-6BEB-4658-A9FF-CB66F6FA6C1E}" dt="2025-06-02T21:21:33.072" v="9843" actId="1076"/>
          <ac:cxnSpMkLst>
            <pc:docMk/>
            <pc:sldMk cId="2152317508" sldId="256"/>
            <ac:cxnSpMk id="26" creationId="{A2CBE254-54EC-7669-4148-C0F37BB5CA61}"/>
          </ac:cxnSpMkLst>
        </pc:cxnChg>
        <pc:cxnChg chg="add mod">
          <ac:chgData name="Li, Hanchen F" userId="3aee791e-6a2d-4da7-a77b-fbdf7bf15886" providerId="ADAL" clId="{CDC5B0EF-6BEB-4658-A9FF-CB66F6FA6C1E}" dt="2025-05-30T22:44:41.093" v="9136" actId="14100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30T22:38:48.245" v="9046" actId="1076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30T22:38:09.622" v="9038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30T22:37:53.372" v="9032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30T23:30:41.453" v="9704" actId="1076"/>
          <ac:cxnSpMkLst>
            <pc:docMk/>
            <pc:sldMk cId="2152317508" sldId="256"/>
            <ac:cxnSpMk id="94" creationId="{DA2ED6A2-FE0D-9D42-8814-4B6D1D221CDC}"/>
          </ac:cxnSpMkLst>
        </pc:cxnChg>
        <pc:cxnChg chg="add mod ord">
          <ac:chgData name="Li, Hanchen F" userId="3aee791e-6a2d-4da7-a77b-fbdf7bf15886" providerId="ADAL" clId="{CDC5B0EF-6BEB-4658-A9FF-CB66F6FA6C1E}" dt="2025-05-30T22:45:27.302" v="9151" actId="14100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30T22:46:35.919" v="9161" actId="1076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30T22:46:11.159" v="9159" actId="1076"/>
          <ac:cxnSpMkLst>
            <pc:docMk/>
            <pc:sldMk cId="2152317508" sldId="256"/>
            <ac:cxnSpMk id="207" creationId="{4C46DF6A-5C94-74EB-A688-418C8D97B29B}"/>
          </ac:cxnSpMkLst>
        </pc:cxnChg>
        <pc:cxnChg chg="add mod ord">
          <ac:chgData name="Li, Hanchen F" userId="3aee791e-6a2d-4da7-a77b-fbdf7bf15886" providerId="ADAL" clId="{CDC5B0EF-6BEB-4658-A9FF-CB66F6FA6C1E}" dt="2025-05-30T23:30:17.983" v="9695" actId="1076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30T23:12:08.002" v="9270" actId="1076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30T23:13:08.181" v="9279" actId="1076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30T23:13:17.345" v="9281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30T22:47:14.691" v="9166" actId="14826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ord topLvl">
          <ac:chgData name="Li, Hanchen F" userId="3aee791e-6a2d-4da7-a77b-fbdf7bf15886" providerId="ADAL" clId="{CDC5B0EF-6BEB-4658-A9FF-CB66F6FA6C1E}" dt="2025-06-06T21:31:28.548" v="10056" actId="16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6T21:30:07.280" v="9907" actId="947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30T22:49:36.242" v="9249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mod">
          <ac:chgData name="Li, Hanchen F" userId="3aee791e-6a2d-4da7-a77b-fbdf7bf15886" providerId="ADAL" clId="{CDC5B0EF-6BEB-4658-A9FF-CB66F6FA6C1E}" dt="2025-05-30T22:49:23.942" v="9245" actId="1037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30T22:49:28.059" v="9246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30T22:50:51.390" v="9267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6-06T21:30:07.280" v="9907" actId="947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30T22:49:07.993" v="9225" actId="1038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30T22:48:32.803" v="9172" actId="1482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30T22:49:46.733" v="9251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30T22:50:14.677" v="9264" actId="1035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30T22:50:16.239" v="9265" actId="103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30T22:49:07.993" v="9225" actId="1038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8T22:03:58.072" v="10257" actId="1076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6-08T22:03:51.338" v="10256" actId="1076"/>
          <ac:spMkLst>
            <pc:docMk/>
            <pc:sldMk cId="1584463432" sldId="260"/>
            <ac:spMk id="2" creationId="{AAF2876B-BAD6-F898-5EFF-FA8340A43036}"/>
          </ac:spMkLst>
        </pc:spChg>
        <pc:spChg chg="add del mod">
          <ac:chgData name="Li, Hanchen F" userId="3aee791e-6a2d-4da7-a77b-fbdf7bf15886" providerId="ADAL" clId="{CDC5B0EF-6BEB-4658-A9FF-CB66F6FA6C1E}" dt="2025-06-08T21:57:36.244" v="10146" actId="478"/>
          <ac:spMkLst>
            <pc:docMk/>
            <pc:sldMk cId="1584463432" sldId="260"/>
            <ac:spMk id="3" creationId="{1B937753-0BDE-F60D-339F-D81BBBE7EBAB}"/>
          </ac:spMkLst>
        </pc:spChg>
        <pc:spChg chg="add mod">
          <ac:chgData name="Li, Hanchen F" userId="3aee791e-6a2d-4da7-a77b-fbdf7bf15886" providerId="ADAL" clId="{CDC5B0EF-6BEB-4658-A9FF-CB66F6FA6C1E}" dt="2025-06-08T22:03:58.072" v="10257" actId="1076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add mod">
          <ac:chgData name="Li, Hanchen F" userId="3aee791e-6a2d-4da7-a77b-fbdf7bf15886" providerId="ADAL" clId="{CDC5B0EF-6BEB-4658-A9FF-CB66F6FA6C1E}" dt="2025-06-02T22:05:05.792" v="9868" actId="20577"/>
          <ac:spMkLst>
            <pc:docMk/>
            <pc:sldMk cId="1584463432" sldId="260"/>
            <ac:spMk id="15" creationId="{A660F99D-A667-1157-0E3E-7E9D3C7C9C11}"/>
          </ac:spMkLst>
        </pc:spChg>
        <pc:spChg chg="add mod">
          <ac:chgData name="Li, Hanchen F" userId="3aee791e-6a2d-4da7-a77b-fbdf7bf15886" providerId="ADAL" clId="{CDC5B0EF-6BEB-4658-A9FF-CB66F6FA6C1E}" dt="2025-06-08T21:57:13.214" v="10080" actId="571"/>
          <ac:spMkLst>
            <pc:docMk/>
            <pc:sldMk cId="1584463432" sldId="260"/>
            <ac:spMk id="16" creationId="{B141FC4A-9E16-2DA4-0B50-3B1EE6A7CECD}"/>
          </ac:spMkLst>
        </pc:spChg>
        <pc:spChg chg="add mod">
          <ac:chgData name="Li, Hanchen F" userId="3aee791e-6a2d-4da7-a77b-fbdf7bf15886" providerId="ADAL" clId="{CDC5B0EF-6BEB-4658-A9FF-CB66F6FA6C1E}" dt="2025-06-08T21:57:22.284" v="10086" actId="571"/>
          <ac:spMkLst>
            <pc:docMk/>
            <pc:sldMk cId="1584463432" sldId="260"/>
            <ac:spMk id="21" creationId="{9AF54E53-9E8F-D545-98F3-EE0AB3A980B5}"/>
          </ac:spMkLst>
        </pc:spChg>
        <pc:spChg chg="add mod">
          <ac:chgData name="Li, Hanchen F" userId="3aee791e-6a2d-4da7-a77b-fbdf7bf15886" providerId="ADAL" clId="{CDC5B0EF-6BEB-4658-A9FF-CB66F6FA6C1E}" dt="2025-06-08T22:03:41.721" v="10255" actId="20577"/>
          <ac:spMkLst>
            <pc:docMk/>
            <pc:sldMk cId="1584463432" sldId="260"/>
            <ac:spMk id="25" creationId="{2692B16A-D6BB-9683-C102-1C280F04577D}"/>
          </ac:spMkLst>
        </pc:spChg>
        <pc:spChg chg="add mod">
          <ac:chgData name="Li, Hanchen F" userId="3aee791e-6a2d-4da7-a77b-fbdf7bf15886" providerId="ADAL" clId="{CDC5B0EF-6BEB-4658-A9FF-CB66F6FA6C1E}" dt="2025-06-02T22:09:19.571" v="98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6-02T22:09:12.305" v="9895" actId="114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6-02T22:06:13.077" v="9891" actId="1076"/>
          <ac:spMkLst>
            <pc:docMk/>
            <pc:sldMk cId="1584463432" sldId="260"/>
            <ac:spMk id="49" creationId="{A1060CE9-02C1-80AC-E6ED-E7A0742ED67A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mod">
          <ac:chgData name="Li, Hanchen F" userId="3aee791e-6a2d-4da7-a77b-fbdf7bf15886" providerId="ADAL" clId="{CDC5B0EF-6BEB-4658-A9FF-CB66F6FA6C1E}" dt="2025-06-02T22:05:10.271" v="9870" actId="20577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cxnChg chg="add mod">
          <ac:chgData name="Li, Hanchen F" userId="3aee791e-6a2d-4da7-a77b-fbdf7bf15886" providerId="ADAL" clId="{CDC5B0EF-6BEB-4658-A9FF-CB66F6FA6C1E}" dt="2025-06-08T21:59:53.482" v="10245" actId="14100"/>
          <ac:cxnSpMkLst>
            <pc:docMk/>
            <pc:sldMk cId="1584463432" sldId="260"/>
            <ac:cxnSpMk id="26" creationId="{9851B9C7-BFB3-04FB-8FA2-EAB5DE072A6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6-08T22:03:51.338" v="10256" actId="1076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51" creationId="{EBF54475-C7DA-D965-070D-71237E66FB90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2025/6/8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688864" y="3218032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70" y="719807"/>
            <a:ext cx="8512425" cy="5043294"/>
            <a:chOff x="-1265771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1" y="719808"/>
              <a:ext cx="8512425" cy="4864534"/>
              <a:chOff x="-1265771" y="719808"/>
              <a:chExt cx="8512425" cy="4864534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1" y="796343"/>
                <a:ext cx="8512425" cy="4787999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277281" y="4659923"/>
                <a:ext cx="3068447" cy="43241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360308" y="5099452"/>
                <a:ext cx="3066978" cy="431645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4234552" y="3548907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354822" y="2868803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953122" y="3042316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H="1" flipV="1">
                <a:off x="5438759" y="3142725"/>
                <a:ext cx="47852" cy="351784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026063" y="2753381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338656" y="3133465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554963" y="3059161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2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71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7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3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7" cy="4993868"/>
            <a:chOff x="6986023" y="751916"/>
            <a:chExt cx="4788637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7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80978" y="3432165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8843" y="823134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3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2974" y="477330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5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7447" y="5446371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4116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70326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32" y="4112608"/>
            <a:ext cx="415498" cy="338554"/>
          </a:xfrm>
          <a:prstGeom prst="rect">
            <a:avLst/>
          </a:prstGeom>
          <a:gradFill flip="none" rotWithShape="1">
            <a:gsLst>
              <a:gs pos="40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073" y="230218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3756659" y="4525601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3840301" y="497526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690702" y="52569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6187497" y="314615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100831" y="2499831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5606599" y="2836295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158747" y="2786368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71241" y="912193"/>
            <a:ext cx="59984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34123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68179" y="525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79927" y="103202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66795" y="3270679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278860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18657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70256C-9125-E58F-41CB-BCB372A65021}"/>
              </a:ext>
            </a:extLst>
          </p:cNvPr>
          <p:cNvSpPr txBox="1"/>
          <p:nvPr/>
        </p:nvSpPr>
        <p:spPr>
          <a:xfrm>
            <a:off x="2219762" y="278000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A659B2-194D-0885-8AC2-353E66878043}"/>
              </a:ext>
            </a:extLst>
          </p:cNvPr>
          <p:cNvSpPr txBox="1"/>
          <p:nvPr/>
        </p:nvSpPr>
        <p:spPr>
          <a:xfrm>
            <a:off x="1747489" y="4015185"/>
            <a:ext cx="50045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8B245D-DDD1-D633-8299-57FFD78B75DB}"/>
              </a:ext>
            </a:extLst>
          </p:cNvPr>
          <p:cNvSpPr txBox="1"/>
          <p:nvPr/>
        </p:nvSpPr>
        <p:spPr>
          <a:xfrm>
            <a:off x="2505583" y="1808190"/>
            <a:ext cx="575799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F57178-3723-EBDF-C047-205E47A5D9F4}"/>
              </a:ext>
            </a:extLst>
          </p:cNvPr>
          <p:cNvSpPr txBox="1"/>
          <p:nvPr/>
        </p:nvSpPr>
        <p:spPr>
          <a:xfrm>
            <a:off x="10022405" y="2036783"/>
            <a:ext cx="56778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325EA7-5DA3-E802-BF27-A0F44547445F}"/>
              </a:ext>
            </a:extLst>
          </p:cNvPr>
          <p:cNvSpPr txBox="1"/>
          <p:nvPr/>
        </p:nvSpPr>
        <p:spPr>
          <a:xfrm>
            <a:off x="10201202" y="994803"/>
            <a:ext cx="591829" cy="338554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B81D18-C49E-DC29-B75A-57ED2C559C17}"/>
              </a:ext>
            </a:extLst>
          </p:cNvPr>
          <p:cNvSpPr txBox="1"/>
          <p:nvPr/>
        </p:nvSpPr>
        <p:spPr>
          <a:xfrm>
            <a:off x="9431504" y="229542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A01678-E4F6-05B3-F922-3A08CD642EB5}"/>
              </a:ext>
            </a:extLst>
          </p:cNvPr>
          <p:cNvSpPr txBox="1"/>
          <p:nvPr/>
        </p:nvSpPr>
        <p:spPr>
          <a:xfrm>
            <a:off x="9339087" y="277283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45E91E2-0567-B454-6E6B-0DC473E2A4D0}"/>
              </a:ext>
            </a:extLst>
          </p:cNvPr>
          <p:cNvSpPr txBox="1"/>
          <p:nvPr/>
        </p:nvSpPr>
        <p:spPr>
          <a:xfrm>
            <a:off x="10019530" y="3862716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D3D5D1-4304-8A52-B7F5-CDFD12DD61BD}"/>
              </a:ext>
            </a:extLst>
          </p:cNvPr>
          <p:cNvSpPr txBox="1"/>
          <p:nvPr/>
        </p:nvSpPr>
        <p:spPr>
          <a:xfrm>
            <a:off x="4146789" y="2955645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63BF9C7-983F-5C2B-2264-47912110C621}"/>
              </a:ext>
            </a:extLst>
          </p:cNvPr>
          <p:cNvCxnSpPr>
            <a:cxnSpLocks/>
          </p:cNvCxnSpPr>
          <p:nvPr/>
        </p:nvCxnSpPr>
        <p:spPr>
          <a:xfrm rot="935833" flipV="1">
            <a:off x="8618199" y="3421285"/>
            <a:ext cx="0" cy="36353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0858431-51A3-4B43-1052-473383F20DC3}"/>
              </a:ext>
            </a:extLst>
          </p:cNvPr>
          <p:cNvCxnSpPr>
            <a:cxnSpLocks/>
          </p:cNvCxnSpPr>
          <p:nvPr/>
        </p:nvCxnSpPr>
        <p:spPr>
          <a:xfrm>
            <a:off x="5392092" y="3774113"/>
            <a:ext cx="222889" cy="1516099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35E9231-8CE7-8406-3F9A-0909C44D5A02}"/>
              </a:ext>
            </a:extLst>
          </p:cNvPr>
          <p:cNvCxnSpPr>
            <a:cxnSpLocks/>
          </p:cNvCxnSpPr>
          <p:nvPr/>
        </p:nvCxnSpPr>
        <p:spPr>
          <a:xfrm flipV="1">
            <a:off x="2335026" y="3715989"/>
            <a:ext cx="120712" cy="327787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660E916-C2FE-42A2-C6D7-9DDF07E1CD2C}"/>
              </a:ext>
            </a:extLst>
          </p:cNvPr>
          <p:cNvSpPr txBox="1"/>
          <p:nvPr/>
        </p:nvSpPr>
        <p:spPr>
          <a:xfrm>
            <a:off x="2350272" y="341064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A2CBE254-54EC-7669-4148-C0F37BB5CA61}"/>
              </a:ext>
            </a:extLst>
          </p:cNvPr>
          <p:cNvCxnSpPr>
            <a:cxnSpLocks/>
          </p:cNvCxnSpPr>
          <p:nvPr/>
        </p:nvCxnSpPr>
        <p:spPr>
          <a:xfrm flipV="1">
            <a:off x="9989669" y="3791214"/>
            <a:ext cx="92563" cy="319395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54E6DA5-FF54-1C95-99AC-1044B339546B}"/>
              </a:ext>
            </a:extLst>
          </p:cNvPr>
          <p:cNvSpPr txBox="1"/>
          <p:nvPr/>
        </p:nvSpPr>
        <p:spPr>
          <a:xfrm>
            <a:off x="10061686" y="3562163"/>
            <a:ext cx="38183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69" y="400803"/>
            <a:ext cx="10767460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8217991" y="1034628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8244164" y="865351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3874591" cy="242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135880" y="173472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19470" y="252165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497878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226643" y="3557272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8563303" y="2117595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8563303" y="4805764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9094522" y="3283057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8969047" y="195255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8969047" y="461821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8563303" y="3452334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8217991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8244164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409018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282113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aerodynamics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905902"/>
            <a:ext cx="3507204" cy="1620070"/>
            <a:chOff x="4372071" y="2018214"/>
            <a:chExt cx="3453491" cy="162007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7" y="2346778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564123" y="2018214"/>
              <a:ext cx="3060971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aerodynamics &amp; dynamics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aerodynamics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8730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111965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605699"/>
            <a:ext cx="691961" cy="2682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9927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692B16A-D6BB-9683-C102-1C280F04577D}"/>
              </a:ext>
            </a:extLst>
          </p:cNvPr>
          <p:cNvSpPr/>
          <p:nvPr/>
        </p:nvSpPr>
        <p:spPr>
          <a:xfrm>
            <a:off x="123576" y="2535923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Atmosphere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ρ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μ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9851B9C7-BFB3-04FB-8FA2-EAB5DE072A63}"/>
              </a:ext>
            </a:extLst>
          </p:cNvPr>
          <p:cNvCxnSpPr>
            <a:cxnSpLocks/>
            <a:stCxn id="25" idx="3"/>
            <a:endCxn id="15" idx="1"/>
          </p:cNvCxnSpPr>
          <p:nvPr/>
        </p:nvCxnSpPr>
        <p:spPr>
          <a:xfrm flipV="1">
            <a:off x="2574062" y="2612949"/>
            <a:ext cx="691961" cy="2465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1644</TotalTime>
  <Words>347</Words>
  <Application>Microsoft Office PowerPoint</Application>
  <PresentationFormat>宽屏</PresentationFormat>
  <Paragraphs>156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2025-06-02T22:06:47Z</cp:lastPrinted>
  <dcterms:created xsi:type="dcterms:W3CDTF">2025-05-22T21:32:03Z</dcterms:created>
  <dcterms:modified xsi:type="dcterms:W3CDTF">2025-06-08T22:03:58Z</dcterms:modified>
</cp:coreProperties>
</file>